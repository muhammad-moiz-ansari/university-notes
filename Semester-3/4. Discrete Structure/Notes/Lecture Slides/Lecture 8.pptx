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422" r:id="rId2"/>
    <p:sldId id="357" r:id="rId3"/>
    <p:sldId id="358" r:id="rId4"/>
    <p:sldId id="359" r:id="rId5"/>
    <p:sldId id="361" r:id="rId6"/>
    <p:sldId id="420" r:id="rId7"/>
    <p:sldId id="360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3" r:id="rId19"/>
    <p:sldId id="372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  <p:sldId id="390" r:id="rId37"/>
    <p:sldId id="391" r:id="rId38"/>
    <p:sldId id="392" r:id="rId39"/>
    <p:sldId id="393" r:id="rId40"/>
    <p:sldId id="394" r:id="rId41"/>
    <p:sldId id="395" r:id="rId42"/>
    <p:sldId id="396" r:id="rId43"/>
    <p:sldId id="397" r:id="rId44"/>
    <p:sldId id="398" r:id="rId45"/>
    <p:sldId id="399" r:id="rId46"/>
    <p:sldId id="400" r:id="rId47"/>
    <p:sldId id="401" r:id="rId48"/>
    <p:sldId id="402" r:id="rId49"/>
    <p:sldId id="403" r:id="rId50"/>
    <p:sldId id="404" r:id="rId51"/>
    <p:sldId id="405" r:id="rId52"/>
    <p:sldId id="406" r:id="rId53"/>
    <p:sldId id="407" r:id="rId54"/>
    <p:sldId id="408" r:id="rId55"/>
    <p:sldId id="409" r:id="rId56"/>
    <p:sldId id="410" r:id="rId57"/>
    <p:sldId id="411" r:id="rId58"/>
    <p:sldId id="412" r:id="rId59"/>
    <p:sldId id="413" r:id="rId60"/>
    <p:sldId id="414" r:id="rId61"/>
    <p:sldId id="421" r:id="rId62"/>
    <p:sldId id="415" r:id="rId63"/>
    <p:sldId id="417" r:id="rId64"/>
    <p:sldId id="418" r:id="rId65"/>
    <p:sldId id="419" r:id="rId66"/>
    <p:sldId id="423" r:id="rId67"/>
    <p:sldId id="424" r:id="rId68"/>
    <p:sldId id="425" r:id="rId69"/>
    <p:sldId id="426" r:id="rId70"/>
    <p:sldId id="427" r:id="rId71"/>
    <p:sldId id="428" r:id="rId72"/>
    <p:sldId id="429" r:id="rId73"/>
    <p:sldId id="430" r:id="rId74"/>
    <p:sldId id="431" r:id="rId75"/>
    <p:sldId id="432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900533-8FE7-4094-A970-9FE121CAAA8E}" v="123" dt="2024-09-11T05:35:19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hmida Usmani" userId="1f7d48bb-60b3-4b90-bf30-0f63161838be" providerId="ADAL" clId="{52900533-8FE7-4094-A970-9FE121CAAA8E}"/>
    <pc:docChg chg="undo custSel addSld delSld modSld">
      <pc:chgData name="Fehmida Usmani" userId="1f7d48bb-60b3-4b90-bf30-0f63161838be" providerId="ADAL" clId="{52900533-8FE7-4094-A970-9FE121CAAA8E}" dt="2024-09-11T05:35:19.372" v="1350"/>
      <pc:docMkLst>
        <pc:docMk/>
      </pc:docMkLst>
      <pc:sldChg chg="new del">
        <pc:chgData name="Fehmida Usmani" userId="1f7d48bb-60b3-4b90-bf30-0f63161838be" providerId="ADAL" clId="{52900533-8FE7-4094-A970-9FE121CAAA8E}" dt="2024-09-11T01:26:43.810" v="1072" actId="47"/>
        <pc:sldMkLst>
          <pc:docMk/>
          <pc:sldMk cId="1714115183" sldId="256"/>
        </pc:sldMkLst>
      </pc:sldChg>
      <pc:sldChg chg="add">
        <pc:chgData name="Fehmida Usmani" userId="1f7d48bb-60b3-4b90-bf30-0f63161838be" providerId="ADAL" clId="{52900533-8FE7-4094-A970-9FE121CAAA8E}" dt="2024-09-09T06:26:28.899" v="1"/>
        <pc:sldMkLst>
          <pc:docMk/>
          <pc:sldMk cId="3310096705" sldId="357"/>
        </pc:sldMkLst>
      </pc:sldChg>
      <pc:sldChg chg="add">
        <pc:chgData name="Fehmida Usmani" userId="1f7d48bb-60b3-4b90-bf30-0f63161838be" providerId="ADAL" clId="{52900533-8FE7-4094-A970-9FE121CAAA8E}" dt="2024-09-09T06:26:28.899" v="1"/>
        <pc:sldMkLst>
          <pc:docMk/>
          <pc:sldMk cId="1949426655" sldId="358"/>
        </pc:sldMkLst>
      </pc:sldChg>
      <pc:sldChg chg="add">
        <pc:chgData name="Fehmida Usmani" userId="1f7d48bb-60b3-4b90-bf30-0f63161838be" providerId="ADAL" clId="{52900533-8FE7-4094-A970-9FE121CAAA8E}" dt="2024-09-09T06:26:28.899" v="1"/>
        <pc:sldMkLst>
          <pc:docMk/>
          <pc:sldMk cId="2789811082" sldId="359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956226749" sldId="360"/>
        </pc:sldMkLst>
      </pc:sldChg>
      <pc:sldChg chg="add">
        <pc:chgData name="Fehmida Usmani" userId="1f7d48bb-60b3-4b90-bf30-0f63161838be" providerId="ADAL" clId="{52900533-8FE7-4094-A970-9FE121CAAA8E}" dt="2024-09-09T06:26:28.899" v="1"/>
        <pc:sldMkLst>
          <pc:docMk/>
          <pc:sldMk cId="1468138765" sldId="361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2616047848" sldId="362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054655998" sldId="363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25899829" sldId="364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63385404" sldId="365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714931138" sldId="366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2279863051" sldId="367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150483773" sldId="368"/>
        </pc:sldMkLst>
      </pc:sldChg>
      <pc:sldChg chg="modSp add mod">
        <pc:chgData name="Fehmida Usmani" userId="1f7d48bb-60b3-4b90-bf30-0f63161838be" providerId="ADAL" clId="{52900533-8FE7-4094-A970-9FE121CAAA8E}" dt="2024-09-11T01:27:48.386" v="1078" actId="14100"/>
        <pc:sldMkLst>
          <pc:docMk/>
          <pc:sldMk cId="362154533" sldId="369"/>
        </pc:sldMkLst>
        <pc:picChg chg="mod">
          <ac:chgData name="Fehmida Usmani" userId="1f7d48bb-60b3-4b90-bf30-0f63161838be" providerId="ADAL" clId="{52900533-8FE7-4094-A970-9FE121CAAA8E}" dt="2024-09-11T01:27:48.386" v="1078" actId="14100"/>
          <ac:picMkLst>
            <pc:docMk/>
            <pc:sldMk cId="362154533" sldId="369"/>
            <ac:picMk id="3" creationId="{46772301-E2C7-FBC4-DF31-4CA414DAC017}"/>
          </ac:picMkLst>
        </pc:picChg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576719049" sldId="370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1479322277" sldId="371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4174318496" sldId="372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4032880561" sldId="373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644820333" sldId="374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1854453622" sldId="375"/>
        </pc:sldMkLst>
      </pc:sldChg>
      <pc:sldChg chg="add">
        <pc:chgData name="Fehmida Usmani" userId="1f7d48bb-60b3-4b90-bf30-0f63161838be" providerId="ADAL" clId="{52900533-8FE7-4094-A970-9FE121CAAA8E}" dt="2024-09-09T06:28:52.050" v="2"/>
        <pc:sldMkLst>
          <pc:docMk/>
          <pc:sldMk cId="3207927456" sldId="376"/>
        </pc:sldMkLst>
      </pc:sldChg>
      <pc:sldChg chg="add">
        <pc:chgData name="Fehmida Usmani" userId="1f7d48bb-60b3-4b90-bf30-0f63161838be" providerId="ADAL" clId="{52900533-8FE7-4094-A970-9FE121CAAA8E}" dt="2024-09-09T06:29:08.084" v="3"/>
        <pc:sldMkLst>
          <pc:docMk/>
          <pc:sldMk cId="363621229" sldId="377"/>
        </pc:sldMkLst>
      </pc:sldChg>
      <pc:sldChg chg="add">
        <pc:chgData name="Fehmida Usmani" userId="1f7d48bb-60b3-4b90-bf30-0f63161838be" providerId="ADAL" clId="{52900533-8FE7-4094-A970-9FE121CAAA8E}" dt="2024-09-09T06:29:08.084" v="3"/>
        <pc:sldMkLst>
          <pc:docMk/>
          <pc:sldMk cId="3842159543" sldId="378"/>
        </pc:sldMkLst>
      </pc:sldChg>
      <pc:sldChg chg="add">
        <pc:chgData name="Fehmida Usmani" userId="1f7d48bb-60b3-4b90-bf30-0f63161838be" providerId="ADAL" clId="{52900533-8FE7-4094-A970-9FE121CAAA8E}" dt="2024-09-09T06:29:08.084" v="3"/>
        <pc:sldMkLst>
          <pc:docMk/>
          <pc:sldMk cId="1120702429" sldId="379"/>
        </pc:sldMkLst>
      </pc:sldChg>
      <pc:sldChg chg="modSp new mod">
        <pc:chgData name="Fehmida Usmani" userId="1f7d48bb-60b3-4b90-bf30-0f63161838be" providerId="ADAL" clId="{52900533-8FE7-4094-A970-9FE121CAAA8E}" dt="2024-09-10T10:03:24.767" v="38" actId="255"/>
        <pc:sldMkLst>
          <pc:docMk/>
          <pc:sldMk cId="2817177259" sldId="380"/>
        </pc:sldMkLst>
        <pc:spChg chg="mod">
          <ac:chgData name="Fehmida Usmani" userId="1f7d48bb-60b3-4b90-bf30-0f63161838be" providerId="ADAL" clId="{52900533-8FE7-4094-A970-9FE121CAAA8E}" dt="2024-09-10T09:58:17.604" v="30" actId="20577"/>
          <ac:spMkLst>
            <pc:docMk/>
            <pc:sldMk cId="2817177259" sldId="380"/>
            <ac:spMk id="2" creationId="{FBEE7D01-5A79-7399-5E92-6859CA10DF84}"/>
          </ac:spMkLst>
        </pc:spChg>
        <pc:spChg chg="mod">
          <ac:chgData name="Fehmida Usmani" userId="1f7d48bb-60b3-4b90-bf30-0f63161838be" providerId="ADAL" clId="{52900533-8FE7-4094-A970-9FE121CAAA8E}" dt="2024-09-10T10:03:24.767" v="38" actId="255"/>
          <ac:spMkLst>
            <pc:docMk/>
            <pc:sldMk cId="2817177259" sldId="380"/>
            <ac:spMk id="3" creationId="{F82D3825-1081-E818-F9B5-B5D600F31339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0:18:39.596" v="152" actId="20577"/>
        <pc:sldMkLst>
          <pc:docMk/>
          <pc:sldMk cId="3339571476" sldId="381"/>
        </pc:sldMkLst>
        <pc:spChg chg="mod">
          <ac:chgData name="Fehmida Usmani" userId="1f7d48bb-60b3-4b90-bf30-0f63161838be" providerId="ADAL" clId="{52900533-8FE7-4094-A970-9FE121CAAA8E}" dt="2024-09-10T10:18:39.596" v="152" actId="20577"/>
          <ac:spMkLst>
            <pc:docMk/>
            <pc:sldMk cId="3339571476" sldId="381"/>
            <ac:spMk id="3" creationId="{F82D3825-1081-E818-F9B5-B5D600F31339}"/>
          </ac:spMkLst>
        </pc:spChg>
        <pc:spChg chg="add mod">
          <ac:chgData name="Fehmida Usmani" userId="1f7d48bb-60b3-4b90-bf30-0f63161838be" providerId="ADAL" clId="{52900533-8FE7-4094-A970-9FE121CAAA8E}" dt="2024-09-10T10:10:04.006" v="72" actId="1076"/>
          <ac:spMkLst>
            <pc:docMk/>
            <pc:sldMk cId="3339571476" sldId="381"/>
            <ac:spMk id="4" creationId="{8E56431F-1F23-6338-EF8E-84D2589E23EF}"/>
          </ac:spMkLst>
        </pc:spChg>
        <pc:spChg chg="add">
          <ac:chgData name="Fehmida Usmani" userId="1f7d48bb-60b3-4b90-bf30-0f63161838be" providerId="ADAL" clId="{52900533-8FE7-4094-A970-9FE121CAAA8E}" dt="2024-09-10T10:10:24.949" v="75"/>
          <ac:spMkLst>
            <pc:docMk/>
            <pc:sldMk cId="3339571476" sldId="381"/>
            <ac:spMk id="5" creationId="{541B7BC7-3FC6-8274-A900-EDCA9E246BF3}"/>
          </ac:spMkLst>
        </pc:spChg>
        <pc:spChg chg="add">
          <ac:chgData name="Fehmida Usmani" userId="1f7d48bb-60b3-4b90-bf30-0f63161838be" providerId="ADAL" clId="{52900533-8FE7-4094-A970-9FE121CAAA8E}" dt="2024-09-10T10:12:29.788" v="132"/>
          <ac:spMkLst>
            <pc:docMk/>
            <pc:sldMk cId="3339571476" sldId="381"/>
            <ac:spMk id="6" creationId="{E5DF2071-27D3-CA8D-BEDC-1C1A46198FB0}"/>
          </ac:spMkLst>
        </pc:spChg>
        <pc:spChg chg="add del mod">
          <ac:chgData name="Fehmida Usmani" userId="1f7d48bb-60b3-4b90-bf30-0f63161838be" providerId="ADAL" clId="{52900533-8FE7-4094-A970-9FE121CAAA8E}" dt="2024-09-10T10:12:49.063" v="135" actId="478"/>
          <ac:spMkLst>
            <pc:docMk/>
            <pc:sldMk cId="3339571476" sldId="381"/>
            <ac:spMk id="7" creationId="{CE78776D-6D6C-24BB-ADF2-7DF6A6BFA605}"/>
          </ac:spMkLst>
        </pc:spChg>
      </pc:sldChg>
      <pc:sldChg chg="addSp modSp add mod">
        <pc:chgData name="Fehmida Usmani" userId="1f7d48bb-60b3-4b90-bf30-0f63161838be" providerId="ADAL" clId="{52900533-8FE7-4094-A970-9FE121CAAA8E}" dt="2024-09-10T10:27:38.033" v="165" actId="33524"/>
        <pc:sldMkLst>
          <pc:docMk/>
          <pc:sldMk cId="954785234" sldId="382"/>
        </pc:sldMkLst>
        <pc:spChg chg="mod">
          <ac:chgData name="Fehmida Usmani" userId="1f7d48bb-60b3-4b90-bf30-0f63161838be" providerId="ADAL" clId="{52900533-8FE7-4094-A970-9FE121CAAA8E}" dt="2024-09-10T10:27:38.033" v="165" actId="33524"/>
          <ac:spMkLst>
            <pc:docMk/>
            <pc:sldMk cId="954785234" sldId="382"/>
            <ac:spMk id="3" creationId="{F82D3825-1081-E818-F9B5-B5D600F31339}"/>
          </ac:spMkLst>
        </pc:spChg>
        <pc:spChg chg="add">
          <ac:chgData name="Fehmida Usmani" userId="1f7d48bb-60b3-4b90-bf30-0f63161838be" providerId="ADAL" clId="{52900533-8FE7-4094-A970-9FE121CAAA8E}" dt="2024-09-10T10:26:43.397" v="155"/>
          <ac:spMkLst>
            <pc:docMk/>
            <pc:sldMk cId="954785234" sldId="382"/>
            <ac:spMk id="4" creationId="{021EF60E-091F-587C-5F81-F4FE1CCF2897}"/>
          </ac:spMkLst>
        </pc:spChg>
      </pc:sldChg>
      <pc:sldChg chg="modSp new mod">
        <pc:chgData name="Fehmida Usmani" userId="1f7d48bb-60b3-4b90-bf30-0f63161838be" providerId="ADAL" clId="{52900533-8FE7-4094-A970-9FE121CAAA8E}" dt="2024-09-10T10:36:23.197" v="196" actId="20577"/>
        <pc:sldMkLst>
          <pc:docMk/>
          <pc:sldMk cId="1776009140" sldId="383"/>
        </pc:sldMkLst>
        <pc:spChg chg="mod">
          <ac:chgData name="Fehmida Usmani" userId="1f7d48bb-60b3-4b90-bf30-0f63161838be" providerId="ADAL" clId="{52900533-8FE7-4094-A970-9FE121CAAA8E}" dt="2024-09-10T10:36:23.197" v="196" actId="20577"/>
          <ac:spMkLst>
            <pc:docMk/>
            <pc:sldMk cId="1776009140" sldId="383"/>
            <ac:spMk id="2" creationId="{E50D8EEE-4A1D-F360-3231-98579D20C2C3}"/>
          </ac:spMkLst>
        </pc:spChg>
        <pc:spChg chg="mod">
          <ac:chgData name="Fehmida Usmani" userId="1f7d48bb-60b3-4b90-bf30-0f63161838be" providerId="ADAL" clId="{52900533-8FE7-4094-A970-9FE121CAAA8E}" dt="2024-09-10T10:30:00.775" v="169"/>
          <ac:spMkLst>
            <pc:docMk/>
            <pc:sldMk cId="1776009140" sldId="383"/>
            <ac:spMk id="3" creationId="{149814E1-FC67-5618-5F38-830EB3007EE6}"/>
          </ac:spMkLst>
        </pc:spChg>
      </pc:sldChg>
      <pc:sldChg chg="modSp new mod">
        <pc:chgData name="Fehmida Usmani" userId="1f7d48bb-60b3-4b90-bf30-0f63161838be" providerId="ADAL" clId="{52900533-8FE7-4094-A970-9FE121CAAA8E}" dt="2024-09-10T10:39:50.325" v="225" actId="2711"/>
        <pc:sldMkLst>
          <pc:docMk/>
          <pc:sldMk cId="3337220716" sldId="384"/>
        </pc:sldMkLst>
        <pc:spChg chg="mod">
          <ac:chgData name="Fehmida Usmani" userId="1f7d48bb-60b3-4b90-bf30-0f63161838be" providerId="ADAL" clId="{52900533-8FE7-4094-A970-9FE121CAAA8E}" dt="2024-09-10T10:36:33.575" v="197"/>
          <ac:spMkLst>
            <pc:docMk/>
            <pc:sldMk cId="3337220716" sldId="384"/>
            <ac:spMk id="2" creationId="{B79AAC0A-C4E5-A0F8-9495-F2124E4E60AA}"/>
          </ac:spMkLst>
        </pc:spChg>
        <pc:spChg chg="mod">
          <ac:chgData name="Fehmida Usmani" userId="1f7d48bb-60b3-4b90-bf30-0f63161838be" providerId="ADAL" clId="{52900533-8FE7-4094-A970-9FE121CAAA8E}" dt="2024-09-10T10:39:50.325" v="225" actId="2711"/>
          <ac:spMkLst>
            <pc:docMk/>
            <pc:sldMk cId="3337220716" sldId="384"/>
            <ac:spMk id="3" creationId="{1D23BE80-F78E-20DC-07B0-9848E6EF508E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0:44:29.948" v="253" actId="2711"/>
        <pc:sldMkLst>
          <pc:docMk/>
          <pc:sldMk cId="3283316769" sldId="385"/>
        </pc:sldMkLst>
        <pc:spChg chg="mod">
          <ac:chgData name="Fehmida Usmani" userId="1f7d48bb-60b3-4b90-bf30-0f63161838be" providerId="ADAL" clId="{52900533-8FE7-4094-A970-9FE121CAAA8E}" dt="2024-09-10T10:40:05.469" v="227"/>
          <ac:spMkLst>
            <pc:docMk/>
            <pc:sldMk cId="3283316769" sldId="385"/>
            <ac:spMk id="2" creationId="{457CA303-62E8-5103-72E8-102D8857382C}"/>
          </ac:spMkLst>
        </pc:spChg>
        <pc:spChg chg="del">
          <ac:chgData name="Fehmida Usmani" userId="1f7d48bb-60b3-4b90-bf30-0f63161838be" providerId="ADAL" clId="{52900533-8FE7-4094-A970-9FE121CAAA8E}" dt="2024-09-10T10:40:32.255" v="228"/>
          <ac:spMkLst>
            <pc:docMk/>
            <pc:sldMk cId="3283316769" sldId="385"/>
            <ac:spMk id="3" creationId="{C67E0209-ED53-62D3-2713-7E3587AC4B2E}"/>
          </ac:spMkLst>
        </pc:spChg>
        <pc:spChg chg="add del mod">
          <ac:chgData name="Fehmida Usmani" userId="1f7d48bb-60b3-4b90-bf30-0f63161838be" providerId="ADAL" clId="{52900533-8FE7-4094-A970-9FE121CAAA8E}" dt="2024-09-10T10:40:36.236" v="230" actId="34307"/>
          <ac:spMkLst>
            <pc:docMk/>
            <pc:sldMk cId="3283316769" sldId="385"/>
            <ac:spMk id="4" creationId="{945658BF-E4C4-3DEB-3821-5839F992BE53}"/>
          </ac:spMkLst>
        </pc:spChg>
        <pc:spChg chg="add del mod">
          <ac:chgData name="Fehmida Usmani" userId="1f7d48bb-60b3-4b90-bf30-0f63161838be" providerId="ADAL" clId="{52900533-8FE7-4094-A970-9FE121CAAA8E}" dt="2024-09-10T10:40:51.187" v="233" actId="478"/>
          <ac:spMkLst>
            <pc:docMk/>
            <pc:sldMk cId="3283316769" sldId="385"/>
            <ac:spMk id="7" creationId="{08E05FF4-BCF9-C2A8-5B5F-2B9919F7B2FE}"/>
          </ac:spMkLst>
        </pc:spChg>
        <pc:spChg chg="add mod">
          <ac:chgData name="Fehmida Usmani" userId="1f7d48bb-60b3-4b90-bf30-0f63161838be" providerId="ADAL" clId="{52900533-8FE7-4094-A970-9FE121CAAA8E}" dt="2024-09-10T10:43:55.661" v="247" actId="1076"/>
          <ac:spMkLst>
            <pc:docMk/>
            <pc:sldMk cId="3283316769" sldId="385"/>
            <ac:spMk id="8" creationId="{E8F105E0-793D-5219-6C34-9F3026A8EC4A}"/>
          </ac:spMkLst>
        </pc:spChg>
        <pc:spChg chg="add del mod">
          <ac:chgData name="Fehmida Usmani" userId="1f7d48bb-60b3-4b90-bf30-0f63161838be" providerId="ADAL" clId="{52900533-8FE7-4094-A970-9FE121CAAA8E}" dt="2024-09-10T10:43:04.463" v="246" actId="478"/>
          <ac:spMkLst>
            <pc:docMk/>
            <pc:sldMk cId="3283316769" sldId="385"/>
            <ac:spMk id="10" creationId="{16CAEE8B-FFFA-9402-A815-1DA8BA2F764A}"/>
          </ac:spMkLst>
        </pc:spChg>
        <pc:spChg chg="add mod">
          <ac:chgData name="Fehmida Usmani" userId="1f7d48bb-60b3-4b90-bf30-0f63161838be" providerId="ADAL" clId="{52900533-8FE7-4094-A970-9FE121CAAA8E}" dt="2024-09-10T10:44:29.948" v="253" actId="2711"/>
          <ac:spMkLst>
            <pc:docMk/>
            <pc:sldMk cId="3283316769" sldId="385"/>
            <ac:spMk id="11" creationId="{3E3E2E2B-31AB-F0D6-49BC-705F869D3BC7}"/>
          </ac:spMkLst>
        </pc:spChg>
        <pc:picChg chg="add del mod ord">
          <ac:chgData name="Fehmida Usmani" userId="1f7d48bb-60b3-4b90-bf30-0f63161838be" providerId="ADAL" clId="{52900533-8FE7-4094-A970-9FE121CAAA8E}" dt="2024-09-10T10:40:48.050" v="232" actId="478"/>
          <ac:picMkLst>
            <pc:docMk/>
            <pc:sldMk cId="3283316769" sldId="385"/>
            <ac:picMk id="5" creationId="{30241710-AE8F-8F06-2174-1E88C425CEBB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0T10:45:02.817" v="285" actId="255"/>
        <pc:sldMkLst>
          <pc:docMk/>
          <pc:sldMk cId="975757445" sldId="386"/>
        </pc:sldMkLst>
        <pc:spChg chg="mod">
          <ac:chgData name="Fehmida Usmani" userId="1f7d48bb-60b3-4b90-bf30-0f63161838be" providerId="ADAL" clId="{52900533-8FE7-4094-A970-9FE121CAAA8E}" dt="2024-09-10T10:42:20.647" v="242"/>
          <ac:spMkLst>
            <pc:docMk/>
            <pc:sldMk cId="975757445" sldId="386"/>
            <ac:spMk id="2" creationId="{11B1F335-8289-3C59-CA1E-04E9541D4A66}"/>
          </ac:spMkLst>
        </pc:spChg>
        <pc:spChg chg="del">
          <ac:chgData name="Fehmida Usmani" userId="1f7d48bb-60b3-4b90-bf30-0f63161838be" providerId="ADAL" clId="{52900533-8FE7-4094-A970-9FE121CAAA8E}" dt="2024-09-10T10:42:53.733" v="244" actId="478"/>
          <ac:spMkLst>
            <pc:docMk/>
            <pc:sldMk cId="975757445" sldId="386"/>
            <ac:spMk id="3" creationId="{5B8C68F7-4D15-B976-1805-D9E00638BFC9}"/>
          </ac:spMkLst>
        </pc:spChg>
        <pc:spChg chg="add mod">
          <ac:chgData name="Fehmida Usmani" userId="1f7d48bb-60b3-4b90-bf30-0f63161838be" providerId="ADAL" clId="{52900533-8FE7-4094-A970-9FE121CAAA8E}" dt="2024-09-10T10:45:02.817" v="285" actId="255"/>
          <ac:spMkLst>
            <pc:docMk/>
            <pc:sldMk cId="975757445" sldId="386"/>
            <ac:spMk id="4" creationId="{42CF74DC-BABB-BE93-18C3-F2391A3E8829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0:42:02.839" v="1034" actId="20577"/>
        <pc:sldMkLst>
          <pc:docMk/>
          <pc:sldMk cId="2111579949" sldId="387"/>
        </pc:sldMkLst>
        <pc:spChg chg="del mod">
          <ac:chgData name="Fehmida Usmani" userId="1f7d48bb-60b3-4b90-bf30-0f63161838be" providerId="ADAL" clId="{52900533-8FE7-4094-A970-9FE121CAAA8E}" dt="2024-09-10T10:46:21.317" v="289"/>
          <ac:spMkLst>
            <pc:docMk/>
            <pc:sldMk cId="2111579949" sldId="387"/>
            <ac:spMk id="3" creationId="{1D23BE80-F78E-20DC-07B0-9848E6EF508E}"/>
          </ac:spMkLst>
        </pc:spChg>
        <pc:spChg chg="add mod">
          <ac:chgData name="Fehmida Usmani" userId="1f7d48bb-60b3-4b90-bf30-0f63161838be" providerId="ADAL" clId="{52900533-8FE7-4094-A970-9FE121CAAA8E}" dt="2024-09-11T00:42:02.839" v="1034" actId="20577"/>
          <ac:spMkLst>
            <pc:docMk/>
            <pc:sldMk cId="2111579949" sldId="387"/>
            <ac:spMk id="4" creationId="{4BA5E2BA-ABD8-B93D-B472-B2CF21F6CD76}"/>
          </ac:spMkLst>
        </pc:spChg>
        <pc:spChg chg="add mod">
          <ac:chgData name="Fehmida Usmani" userId="1f7d48bb-60b3-4b90-bf30-0f63161838be" providerId="ADAL" clId="{52900533-8FE7-4094-A970-9FE121CAAA8E}" dt="2024-09-10T10:46:34.373" v="292" actId="1076"/>
          <ac:spMkLst>
            <pc:docMk/>
            <pc:sldMk cId="2111579949" sldId="387"/>
            <ac:spMk id="5" creationId="{B54EB779-EFF7-6DE7-A5B7-923051A9B438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0:49:04.082" v="295"/>
        <pc:sldMkLst>
          <pc:docMk/>
          <pc:sldMk cId="2147325698" sldId="388"/>
        </pc:sldMkLst>
        <pc:spChg chg="del mod">
          <ac:chgData name="Fehmida Usmani" userId="1f7d48bb-60b3-4b90-bf30-0f63161838be" providerId="ADAL" clId="{52900533-8FE7-4094-A970-9FE121CAAA8E}" dt="2024-09-10T10:49:04.082" v="295"/>
          <ac:spMkLst>
            <pc:docMk/>
            <pc:sldMk cId="2147325698" sldId="388"/>
            <ac:spMk id="3" creationId="{1D23BE80-F78E-20DC-07B0-9848E6EF508E}"/>
          </ac:spMkLst>
        </pc:spChg>
        <pc:spChg chg="add mod">
          <ac:chgData name="Fehmida Usmani" userId="1f7d48bb-60b3-4b90-bf30-0f63161838be" providerId="ADAL" clId="{52900533-8FE7-4094-A970-9FE121CAAA8E}" dt="2024-09-10T10:49:04.082" v="295"/>
          <ac:spMkLst>
            <pc:docMk/>
            <pc:sldMk cId="2147325698" sldId="388"/>
            <ac:spMk id="4" creationId="{59C20388-208D-7AB7-C661-FF77F00CEA66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0:55:00.716" v="323" actId="255"/>
        <pc:sldMkLst>
          <pc:docMk/>
          <pc:sldMk cId="847685175" sldId="389"/>
        </pc:sldMkLst>
        <pc:spChg chg="mod">
          <ac:chgData name="Fehmida Usmani" userId="1f7d48bb-60b3-4b90-bf30-0f63161838be" providerId="ADAL" clId="{52900533-8FE7-4094-A970-9FE121CAAA8E}" dt="2024-09-10T10:55:00.716" v="323" actId="255"/>
          <ac:spMkLst>
            <pc:docMk/>
            <pc:sldMk cId="847685175" sldId="389"/>
            <ac:spMk id="3" creationId="{1D23BE80-F78E-20DC-07B0-9848E6EF508E}"/>
          </ac:spMkLst>
        </pc:spChg>
        <pc:spChg chg="add del mod">
          <ac:chgData name="Fehmida Usmani" userId="1f7d48bb-60b3-4b90-bf30-0f63161838be" providerId="ADAL" clId="{52900533-8FE7-4094-A970-9FE121CAAA8E}" dt="2024-09-10T10:53:57.503" v="308" actId="478"/>
          <ac:spMkLst>
            <pc:docMk/>
            <pc:sldMk cId="847685175" sldId="389"/>
            <ac:spMk id="4" creationId="{5A7F4A27-7FF9-2F64-F43C-CB79B90CD1A9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0:56:38.229" v="347" actId="2711"/>
        <pc:sldMkLst>
          <pc:docMk/>
          <pc:sldMk cId="1473251231" sldId="390"/>
        </pc:sldMkLst>
        <pc:spChg chg="mod">
          <ac:chgData name="Fehmida Usmani" userId="1f7d48bb-60b3-4b90-bf30-0f63161838be" providerId="ADAL" clId="{52900533-8FE7-4094-A970-9FE121CAAA8E}" dt="2024-09-10T10:55:45.430" v="345" actId="20577"/>
          <ac:spMkLst>
            <pc:docMk/>
            <pc:sldMk cId="1473251231" sldId="390"/>
            <ac:spMk id="2" creationId="{13B80BE5-D35E-FF49-A28E-B70B9DA978CA}"/>
          </ac:spMkLst>
        </pc:spChg>
        <pc:spChg chg="del">
          <ac:chgData name="Fehmida Usmani" userId="1f7d48bb-60b3-4b90-bf30-0f63161838be" providerId="ADAL" clId="{52900533-8FE7-4094-A970-9FE121CAAA8E}" dt="2024-09-10T10:56:22.818" v="346"/>
          <ac:spMkLst>
            <pc:docMk/>
            <pc:sldMk cId="1473251231" sldId="390"/>
            <ac:spMk id="3" creationId="{EE2250F0-A379-476E-DCFF-F2E6A1D90ADD}"/>
          </ac:spMkLst>
        </pc:spChg>
        <pc:spChg chg="add mod">
          <ac:chgData name="Fehmida Usmani" userId="1f7d48bb-60b3-4b90-bf30-0f63161838be" providerId="ADAL" clId="{52900533-8FE7-4094-A970-9FE121CAAA8E}" dt="2024-09-10T10:56:38.229" v="347" actId="2711"/>
          <ac:spMkLst>
            <pc:docMk/>
            <pc:sldMk cId="1473251231" sldId="390"/>
            <ac:spMk id="4" creationId="{157E4343-844E-0437-E433-B822B310F926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0:58:37.950" v="353" actId="14100"/>
        <pc:sldMkLst>
          <pc:docMk/>
          <pc:sldMk cId="3502710100" sldId="391"/>
        </pc:sldMkLst>
        <pc:spChg chg="add mod">
          <ac:chgData name="Fehmida Usmani" userId="1f7d48bb-60b3-4b90-bf30-0f63161838be" providerId="ADAL" clId="{52900533-8FE7-4094-A970-9FE121CAAA8E}" dt="2024-09-10T10:58:37.950" v="353" actId="14100"/>
          <ac:spMkLst>
            <pc:docMk/>
            <pc:sldMk cId="3502710100" sldId="391"/>
            <ac:spMk id="3" creationId="{86CA455A-29A0-D561-2E43-0EA36A8CD1A0}"/>
          </ac:spMkLst>
        </pc:spChg>
        <pc:spChg chg="del mod">
          <ac:chgData name="Fehmida Usmani" userId="1f7d48bb-60b3-4b90-bf30-0f63161838be" providerId="ADAL" clId="{52900533-8FE7-4094-A970-9FE121CAAA8E}" dt="2024-09-10T10:58:31.651" v="351" actId="478"/>
          <ac:spMkLst>
            <pc:docMk/>
            <pc:sldMk cId="3502710100" sldId="391"/>
            <ac:spMk id="4" creationId="{157E4343-844E-0437-E433-B822B310F926}"/>
          </ac:spMkLst>
        </pc:spChg>
        <pc:spChg chg="add mod">
          <ac:chgData name="Fehmida Usmani" userId="1f7d48bb-60b3-4b90-bf30-0f63161838be" providerId="ADAL" clId="{52900533-8FE7-4094-A970-9FE121CAAA8E}" dt="2024-09-10T10:58:34.031" v="352" actId="1076"/>
          <ac:spMkLst>
            <pc:docMk/>
            <pc:sldMk cId="3502710100" sldId="391"/>
            <ac:spMk id="5" creationId="{348F732F-578E-D0E1-612D-B20E3B889CC1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1:00:32.496" v="360"/>
        <pc:sldMkLst>
          <pc:docMk/>
          <pc:sldMk cId="1666040599" sldId="392"/>
        </pc:sldMkLst>
        <pc:spChg chg="mod">
          <ac:chgData name="Fehmida Usmani" userId="1f7d48bb-60b3-4b90-bf30-0f63161838be" providerId="ADAL" clId="{52900533-8FE7-4094-A970-9FE121CAAA8E}" dt="2024-09-10T11:00:07.547" v="356"/>
          <ac:spMkLst>
            <pc:docMk/>
            <pc:sldMk cId="1666040599" sldId="392"/>
            <ac:spMk id="2" creationId="{035BC6DE-3286-9741-10F9-3F6CD3550188}"/>
          </ac:spMkLst>
        </pc:spChg>
        <pc:spChg chg="del">
          <ac:chgData name="Fehmida Usmani" userId="1f7d48bb-60b3-4b90-bf30-0f63161838be" providerId="ADAL" clId="{52900533-8FE7-4094-A970-9FE121CAAA8E}" dt="2024-09-10T11:00:00.864" v="355"/>
          <ac:spMkLst>
            <pc:docMk/>
            <pc:sldMk cId="1666040599" sldId="392"/>
            <ac:spMk id="3" creationId="{053F93FF-0327-3633-BE24-A28DD3FA7924}"/>
          </ac:spMkLst>
        </pc:spChg>
        <pc:spChg chg="add mod">
          <ac:chgData name="Fehmida Usmani" userId="1f7d48bb-60b3-4b90-bf30-0f63161838be" providerId="ADAL" clId="{52900533-8FE7-4094-A970-9FE121CAAA8E}" dt="2024-09-10T11:00:15.450" v="357" actId="20577"/>
          <ac:spMkLst>
            <pc:docMk/>
            <pc:sldMk cId="1666040599" sldId="392"/>
            <ac:spMk id="4" creationId="{9F92E099-7756-A909-2D21-42726575873A}"/>
          </ac:spMkLst>
        </pc:spChg>
        <pc:spChg chg="add mod">
          <ac:chgData name="Fehmida Usmani" userId="1f7d48bb-60b3-4b90-bf30-0f63161838be" providerId="ADAL" clId="{52900533-8FE7-4094-A970-9FE121CAAA8E}" dt="2024-09-10T11:00:25.080" v="359" actId="1076"/>
          <ac:spMkLst>
            <pc:docMk/>
            <pc:sldMk cId="1666040599" sldId="392"/>
            <ac:spMk id="5" creationId="{63D738AC-193E-986A-8F00-B3EE702FB77D}"/>
          </ac:spMkLst>
        </pc:spChg>
        <pc:spChg chg="add mod">
          <ac:chgData name="Fehmida Usmani" userId="1f7d48bb-60b3-4b90-bf30-0f63161838be" providerId="ADAL" clId="{52900533-8FE7-4094-A970-9FE121CAAA8E}" dt="2024-09-10T11:00:32.496" v="360"/>
          <ac:spMkLst>
            <pc:docMk/>
            <pc:sldMk cId="1666040599" sldId="392"/>
            <ac:spMk id="6" creationId="{D334B166-318D-40C3-998D-0C9E80417A84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1:01:12.188" v="364" actId="478"/>
        <pc:sldMkLst>
          <pc:docMk/>
          <pc:sldMk cId="1525200162" sldId="393"/>
        </pc:sldMkLst>
        <pc:spChg chg="mod">
          <ac:chgData name="Fehmida Usmani" userId="1f7d48bb-60b3-4b90-bf30-0f63161838be" providerId="ADAL" clId="{52900533-8FE7-4094-A970-9FE121CAAA8E}" dt="2024-09-10T11:00:44.768" v="362"/>
          <ac:spMkLst>
            <pc:docMk/>
            <pc:sldMk cId="1525200162" sldId="393"/>
            <ac:spMk id="2" creationId="{54D1CB42-C6A3-0741-25EB-7F64AB3D9565}"/>
          </ac:spMkLst>
        </pc:spChg>
        <pc:spChg chg="del">
          <ac:chgData name="Fehmida Usmani" userId="1f7d48bb-60b3-4b90-bf30-0f63161838be" providerId="ADAL" clId="{52900533-8FE7-4094-A970-9FE121CAAA8E}" dt="2024-09-10T11:01:12.188" v="364" actId="478"/>
          <ac:spMkLst>
            <pc:docMk/>
            <pc:sldMk cId="1525200162" sldId="393"/>
            <ac:spMk id="3" creationId="{2BB00704-86CE-CD3B-EA21-925006ECD275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4" creationId="{27596DAE-8F1B-ADEF-7BEB-6E1D859BDAB7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5" creationId="{11FD022D-9077-F2EB-0E63-DB8AE73CF1DE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6" creationId="{32E86C7B-EA4C-1F32-0244-8C566A187326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7" creationId="{FD5E4165-2046-B41F-6C93-6056C30762D3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8" creationId="{19F50807-02F1-00CE-B56B-5AD4DE7F2E7A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9" creationId="{4E745EF4-9049-F971-FA30-DF43AB40E930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10" creationId="{3397C0DD-5118-3A40-E42F-782D1ABBAF5A}"/>
          </ac:spMkLst>
        </pc:spChg>
        <pc:spChg chg="add mod">
          <ac:chgData name="Fehmida Usmani" userId="1f7d48bb-60b3-4b90-bf30-0f63161838be" providerId="ADAL" clId="{52900533-8FE7-4094-A970-9FE121CAAA8E}" dt="2024-09-10T11:01:07.566" v="363"/>
          <ac:spMkLst>
            <pc:docMk/>
            <pc:sldMk cId="1525200162" sldId="393"/>
            <ac:spMk id="11" creationId="{27C94513-069B-E524-ECE0-C6D83F085907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1:01:40.145" v="367"/>
        <pc:sldMkLst>
          <pc:docMk/>
          <pc:sldMk cId="1384350806" sldId="394"/>
        </pc:sldMkLst>
        <pc:spChg chg="mod">
          <ac:chgData name="Fehmida Usmani" userId="1f7d48bb-60b3-4b90-bf30-0f63161838be" providerId="ADAL" clId="{52900533-8FE7-4094-A970-9FE121CAAA8E}" dt="2024-09-10T11:01:23.068" v="366"/>
          <ac:spMkLst>
            <pc:docMk/>
            <pc:sldMk cId="1384350806" sldId="394"/>
            <ac:spMk id="2" creationId="{569D2807-8EB4-A903-5721-86A4B6893922}"/>
          </ac:spMkLst>
        </pc:spChg>
        <pc:spChg chg="del">
          <ac:chgData name="Fehmida Usmani" userId="1f7d48bb-60b3-4b90-bf30-0f63161838be" providerId="ADAL" clId="{52900533-8FE7-4094-A970-9FE121CAAA8E}" dt="2024-09-10T11:01:40.145" v="367"/>
          <ac:spMkLst>
            <pc:docMk/>
            <pc:sldMk cId="1384350806" sldId="394"/>
            <ac:spMk id="3" creationId="{31680067-047C-6BB2-0B08-53084D1008AF}"/>
          </ac:spMkLst>
        </pc:spChg>
        <pc:spChg chg="add mod">
          <ac:chgData name="Fehmida Usmani" userId="1f7d48bb-60b3-4b90-bf30-0f63161838be" providerId="ADAL" clId="{52900533-8FE7-4094-A970-9FE121CAAA8E}" dt="2024-09-10T11:01:40.145" v="367"/>
          <ac:spMkLst>
            <pc:docMk/>
            <pc:sldMk cId="1384350806" sldId="394"/>
            <ac:spMk id="4" creationId="{BB8E4D4B-E75D-3C1F-99B1-B689BA64BA5F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04:22.485" v="429" actId="20577"/>
        <pc:sldMkLst>
          <pc:docMk/>
          <pc:sldMk cId="1204403188" sldId="395"/>
        </pc:sldMkLst>
        <pc:spChg chg="mod">
          <ac:chgData name="Fehmida Usmani" userId="1f7d48bb-60b3-4b90-bf30-0f63161838be" providerId="ADAL" clId="{52900533-8FE7-4094-A970-9FE121CAAA8E}" dt="2024-09-10T11:02:26.590" v="391" actId="20577"/>
          <ac:spMkLst>
            <pc:docMk/>
            <pc:sldMk cId="1204403188" sldId="395"/>
            <ac:spMk id="2" creationId="{569D2807-8EB4-A903-5721-86A4B6893922}"/>
          </ac:spMkLst>
        </pc:spChg>
        <pc:spChg chg="del mod">
          <ac:chgData name="Fehmida Usmani" userId="1f7d48bb-60b3-4b90-bf30-0f63161838be" providerId="ADAL" clId="{52900533-8FE7-4094-A970-9FE121CAAA8E}" dt="2024-09-10T11:03:06.117" v="392"/>
          <ac:spMkLst>
            <pc:docMk/>
            <pc:sldMk cId="1204403188" sldId="395"/>
            <ac:spMk id="4" creationId="{BB8E4D4B-E75D-3C1F-99B1-B689BA64BA5F}"/>
          </ac:spMkLst>
        </pc:spChg>
        <pc:spChg chg="add mod">
          <ac:chgData name="Fehmida Usmani" userId="1f7d48bb-60b3-4b90-bf30-0f63161838be" providerId="ADAL" clId="{52900533-8FE7-4094-A970-9FE121CAAA8E}" dt="2024-09-10T11:04:22.485" v="429" actId="20577"/>
          <ac:spMkLst>
            <pc:docMk/>
            <pc:sldMk cId="1204403188" sldId="395"/>
            <ac:spMk id="6" creationId="{60198C1F-E57A-95DE-D8D2-088E913233F5}"/>
          </ac:spMkLst>
        </pc:spChg>
        <pc:graphicFrameChg chg="add del modGraphic">
          <ac:chgData name="Fehmida Usmani" userId="1f7d48bb-60b3-4b90-bf30-0f63161838be" providerId="ADAL" clId="{52900533-8FE7-4094-A970-9FE121CAAA8E}" dt="2024-09-10T11:01:49.025" v="370" actId="478"/>
          <ac:graphicFrameMkLst>
            <pc:docMk/>
            <pc:sldMk cId="1204403188" sldId="395"/>
            <ac:graphicFrameMk id="5" creationId="{03C342A1-DEB2-05EE-C7AE-97B3225C4C87}"/>
          </ac:graphicFrameMkLst>
        </pc:graphicFrameChg>
      </pc:sldChg>
      <pc:sldChg chg="addSp delSp modSp new mod">
        <pc:chgData name="Fehmida Usmani" userId="1f7d48bb-60b3-4b90-bf30-0f63161838be" providerId="ADAL" clId="{52900533-8FE7-4094-A970-9FE121CAAA8E}" dt="2024-09-10T11:05:39.049" v="443" actId="20577"/>
        <pc:sldMkLst>
          <pc:docMk/>
          <pc:sldMk cId="1581131102" sldId="396"/>
        </pc:sldMkLst>
        <pc:spChg chg="mod">
          <ac:chgData name="Fehmida Usmani" userId="1f7d48bb-60b3-4b90-bf30-0f63161838be" providerId="ADAL" clId="{52900533-8FE7-4094-A970-9FE121CAAA8E}" dt="2024-09-10T11:04:33.966" v="431"/>
          <ac:spMkLst>
            <pc:docMk/>
            <pc:sldMk cId="1581131102" sldId="396"/>
            <ac:spMk id="2" creationId="{FB81CA35-651D-267A-F464-49BD83DE6498}"/>
          </ac:spMkLst>
        </pc:spChg>
        <pc:spChg chg="del">
          <ac:chgData name="Fehmida Usmani" userId="1f7d48bb-60b3-4b90-bf30-0f63161838be" providerId="ADAL" clId="{52900533-8FE7-4094-A970-9FE121CAAA8E}" dt="2024-09-10T11:05:22.214" v="432"/>
          <ac:spMkLst>
            <pc:docMk/>
            <pc:sldMk cId="1581131102" sldId="396"/>
            <ac:spMk id="3" creationId="{6ED1801A-03AD-107D-9F2D-40469EBD382E}"/>
          </ac:spMkLst>
        </pc:spChg>
        <pc:spChg chg="add mod">
          <ac:chgData name="Fehmida Usmani" userId="1f7d48bb-60b3-4b90-bf30-0f63161838be" providerId="ADAL" clId="{52900533-8FE7-4094-A970-9FE121CAAA8E}" dt="2024-09-10T11:05:39.049" v="443" actId="20577"/>
          <ac:spMkLst>
            <pc:docMk/>
            <pc:sldMk cId="1581131102" sldId="396"/>
            <ac:spMk id="4" creationId="{DC034227-5920-EDF5-7656-C60AEA9646CB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08:00.150" v="452" actId="1076"/>
        <pc:sldMkLst>
          <pc:docMk/>
          <pc:sldMk cId="2878812873" sldId="397"/>
        </pc:sldMkLst>
        <pc:spChg chg="add mod">
          <ac:chgData name="Fehmida Usmani" userId="1f7d48bb-60b3-4b90-bf30-0f63161838be" providerId="ADAL" clId="{52900533-8FE7-4094-A970-9FE121CAAA8E}" dt="2024-09-10T11:07:53.545" v="449"/>
          <ac:spMkLst>
            <pc:docMk/>
            <pc:sldMk cId="2878812873" sldId="397"/>
            <ac:spMk id="3" creationId="{13E4BDEE-30C2-292D-879B-620E93D9A9BD}"/>
          </ac:spMkLst>
        </pc:spChg>
        <pc:spChg chg="add del mod">
          <ac:chgData name="Fehmida Usmani" userId="1f7d48bb-60b3-4b90-bf30-0f63161838be" providerId="ADAL" clId="{52900533-8FE7-4094-A970-9FE121CAAA8E}" dt="2024-09-10T11:07:56.018" v="450" actId="478"/>
          <ac:spMkLst>
            <pc:docMk/>
            <pc:sldMk cId="2878812873" sldId="397"/>
            <ac:spMk id="4" creationId="{DC034227-5920-EDF5-7656-C60AEA9646CB}"/>
          </ac:spMkLst>
        </pc:spChg>
        <pc:spChg chg="add mod">
          <ac:chgData name="Fehmida Usmani" userId="1f7d48bb-60b3-4b90-bf30-0f63161838be" providerId="ADAL" clId="{52900533-8FE7-4094-A970-9FE121CAAA8E}" dt="2024-09-10T11:08:00.150" v="452" actId="1076"/>
          <ac:spMkLst>
            <pc:docMk/>
            <pc:sldMk cId="2878812873" sldId="397"/>
            <ac:spMk id="5" creationId="{30267F5B-8D35-C1A1-38F8-240DEB5306CF}"/>
          </ac:spMkLst>
        </pc:spChg>
      </pc:sldChg>
      <pc:sldChg chg="addSp delSp modSp new mod modAnim">
        <pc:chgData name="Fehmida Usmani" userId="1f7d48bb-60b3-4b90-bf30-0f63161838be" providerId="ADAL" clId="{52900533-8FE7-4094-A970-9FE121CAAA8E}" dt="2024-09-11T05:35:19.372" v="1350"/>
        <pc:sldMkLst>
          <pc:docMk/>
          <pc:sldMk cId="485942658" sldId="398"/>
        </pc:sldMkLst>
        <pc:spChg chg="mod">
          <ac:chgData name="Fehmida Usmani" userId="1f7d48bb-60b3-4b90-bf30-0f63161838be" providerId="ADAL" clId="{52900533-8FE7-4094-A970-9FE121CAAA8E}" dt="2024-09-10T11:08:11.391" v="454"/>
          <ac:spMkLst>
            <pc:docMk/>
            <pc:sldMk cId="485942658" sldId="398"/>
            <ac:spMk id="2" creationId="{29481B12-1A4E-583C-49E9-61E7E8CAF4F1}"/>
          </ac:spMkLst>
        </pc:spChg>
        <pc:spChg chg="del">
          <ac:chgData name="Fehmida Usmani" userId="1f7d48bb-60b3-4b90-bf30-0f63161838be" providerId="ADAL" clId="{52900533-8FE7-4094-A970-9FE121CAAA8E}" dt="2024-09-10T11:10:13.360" v="457" actId="478"/>
          <ac:spMkLst>
            <pc:docMk/>
            <pc:sldMk cId="485942658" sldId="398"/>
            <ac:spMk id="3" creationId="{AC7962D1-D3DC-7EB9-6E2E-DE295C2AA7A6}"/>
          </ac:spMkLst>
        </pc:spChg>
        <pc:spChg chg="add mod">
          <ac:chgData name="Fehmida Usmani" userId="1f7d48bb-60b3-4b90-bf30-0f63161838be" providerId="ADAL" clId="{52900533-8FE7-4094-A970-9FE121CAAA8E}" dt="2024-09-10T11:10:16.856" v="458" actId="1076"/>
          <ac:spMkLst>
            <pc:docMk/>
            <pc:sldMk cId="485942658" sldId="398"/>
            <ac:spMk id="4" creationId="{7B5C34F5-D8B9-EB86-1F6A-F769119EC635}"/>
          </ac:spMkLst>
        </pc:spChg>
        <pc:picChg chg="add mod">
          <ac:chgData name="Fehmida Usmani" userId="1f7d48bb-60b3-4b90-bf30-0f63161838be" providerId="ADAL" clId="{52900533-8FE7-4094-A970-9FE121CAAA8E}" dt="2024-09-10T11:10:20.308" v="459" actId="1076"/>
          <ac:picMkLst>
            <pc:docMk/>
            <pc:sldMk cId="485942658" sldId="398"/>
            <ac:picMk id="5" creationId="{0D90F253-7366-9D0A-C78B-2760ABD615B5}"/>
          </ac:picMkLst>
        </pc:picChg>
      </pc:sldChg>
      <pc:sldChg chg="addSp delSp modSp add mod">
        <pc:chgData name="Fehmida Usmani" userId="1f7d48bb-60b3-4b90-bf30-0f63161838be" providerId="ADAL" clId="{52900533-8FE7-4094-A970-9FE121CAAA8E}" dt="2024-09-10T11:12:47.029" v="481" actId="20577"/>
        <pc:sldMkLst>
          <pc:docMk/>
          <pc:sldMk cId="785214934" sldId="399"/>
        </pc:sldMkLst>
        <pc:spChg chg="add del mod">
          <ac:chgData name="Fehmida Usmani" userId="1f7d48bb-60b3-4b90-bf30-0f63161838be" providerId="ADAL" clId="{52900533-8FE7-4094-A970-9FE121CAAA8E}" dt="2024-09-10T11:11:26.049" v="466" actId="478"/>
          <ac:spMkLst>
            <pc:docMk/>
            <pc:sldMk cId="785214934" sldId="399"/>
            <ac:spMk id="3" creationId="{425CA13B-6162-5BA1-C304-2F29CDB1E956}"/>
          </ac:spMkLst>
        </pc:spChg>
        <pc:spChg chg="del">
          <ac:chgData name="Fehmida Usmani" userId="1f7d48bb-60b3-4b90-bf30-0f63161838be" providerId="ADAL" clId="{52900533-8FE7-4094-A970-9FE121CAAA8E}" dt="2024-09-10T11:10:40.223" v="461" actId="478"/>
          <ac:spMkLst>
            <pc:docMk/>
            <pc:sldMk cId="785214934" sldId="399"/>
            <ac:spMk id="4" creationId="{7B5C34F5-D8B9-EB86-1F6A-F769119EC635}"/>
          </ac:spMkLst>
        </pc:spChg>
        <pc:spChg chg="add mod">
          <ac:chgData name="Fehmida Usmani" userId="1f7d48bb-60b3-4b90-bf30-0f63161838be" providerId="ADAL" clId="{52900533-8FE7-4094-A970-9FE121CAAA8E}" dt="2024-09-10T11:12:47.029" v="481" actId="20577"/>
          <ac:spMkLst>
            <pc:docMk/>
            <pc:sldMk cId="785214934" sldId="399"/>
            <ac:spMk id="6" creationId="{3B5D0D87-F529-EB3A-84DC-BE163922047A}"/>
          </ac:spMkLst>
        </pc:spChg>
        <pc:spChg chg="add mod">
          <ac:chgData name="Fehmida Usmani" userId="1f7d48bb-60b3-4b90-bf30-0f63161838be" providerId="ADAL" clId="{52900533-8FE7-4094-A970-9FE121CAAA8E}" dt="2024-09-10T11:11:35.627" v="468" actId="1076"/>
          <ac:spMkLst>
            <pc:docMk/>
            <pc:sldMk cId="785214934" sldId="399"/>
            <ac:spMk id="7" creationId="{E46DEAD2-B8AA-BF6A-544A-5411E37D63AE}"/>
          </ac:spMkLst>
        </pc:spChg>
        <pc:spChg chg="add mod">
          <ac:chgData name="Fehmida Usmani" userId="1f7d48bb-60b3-4b90-bf30-0f63161838be" providerId="ADAL" clId="{52900533-8FE7-4094-A970-9FE121CAAA8E}" dt="2024-09-10T11:11:40.378" v="469" actId="1076"/>
          <ac:spMkLst>
            <pc:docMk/>
            <pc:sldMk cId="785214934" sldId="399"/>
            <ac:spMk id="8" creationId="{DB1A567C-424F-3D46-99A7-8DD03592554C}"/>
          </ac:spMkLst>
        </pc:spChg>
        <pc:spChg chg="add del mod">
          <ac:chgData name="Fehmida Usmani" userId="1f7d48bb-60b3-4b90-bf30-0f63161838be" providerId="ADAL" clId="{52900533-8FE7-4094-A970-9FE121CAAA8E}" dt="2024-09-10T11:12:43.970" v="479" actId="478"/>
          <ac:spMkLst>
            <pc:docMk/>
            <pc:sldMk cId="785214934" sldId="399"/>
            <ac:spMk id="9" creationId="{CCDDEA0F-D759-BDC5-D4AD-0399B2418B78}"/>
          </ac:spMkLst>
        </pc:spChg>
        <pc:spChg chg="add mod">
          <ac:chgData name="Fehmida Usmani" userId="1f7d48bb-60b3-4b90-bf30-0f63161838be" providerId="ADAL" clId="{52900533-8FE7-4094-A970-9FE121CAAA8E}" dt="2024-09-10T11:12:28.713" v="478" actId="1076"/>
          <ac:spMkLst>
            <pc:docMk/>
            <pc:sldMk cId="785214934" sldId="399"/>
            <ac:spMk id="10" creationId="{C31179FD-588F-71FB-AA2D-3D19E1FB963E}"/>
          </ac:spMkLst>
        </pc:spChg>
        <pc:picChg chg="del">
          <ac:chgData name="Fehmida Usmani" userId="1f7d48bb-60b3-4b90-bf30-0f63161838be" providerId="ADAL" clId="{52900533-8FE7-4094-A970-9FE121CAAA8E}" dt="2024-09-10T11:10:42.097" v="462" actId="478"/>
          <ac:picMkLst>
            <pc:docMk/>
            <pc:sldMk cId="785214934" sldId="399"/>
            <ac:picMk id="5" creationId="{0D90F253-7366-9D0A-C78B-2760ABD615B5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0T11:15:15.285" v="523"/>
        <pc:sldMkLst>
          <pc:docMk/>
          <pc:sldMk cId="190468130" sldId="400"/>
        </pc:sldMkLst>
        <pc:spChg chg="mod">
          <ac:chgData name="Fehmida Usmani" userId="1f7d48bb-60b3-4b90-bf30-0f63161838be" providerId="ADAL" clId="{52900533-8FE7-4094-A970-9FE121CAAA8E}" dt="2024-09-10T11:13:51.696" v="522" actId="20577"/>
          <ac:spMkLst>
            <pc:docMk/>
            <pc:sldMk cId="190468130" sldId="400"/>
            <ac:spMk id="2" creationId="{7D10FF64-86F1-B993-4FB5-DD626D894EE2}"/>
          </ac:spMkLst>
        </pc:spChg>
        <pc:spChg chg="del">
          <ac:chgData name="Fehmida Usmani" userId="1f7d48bb-60b3-4b90-bf30-0f63161838be" providerId="ADAL" clId="{52900533-8FE7-4094-A970-9FE121CAAA8E}" dt="2024-09-10T11:15:15.285" v="523"/>
          <ac:spMkLst>
            <pc:docMk/>
            <pc:sldMk cId="190468130" sldId="400"/>
            <ac:spMk id="3" creationId="{C3514DAF-19C7-6501-D625-5F017FE5FDC3}"/>
          </ac:spMkLst>
        </pc:spChg>
        <pc:spChg chg="add mod">
          <ac:chgData name="Fehmida Usmani" userId="1f7d48bb-60b3-4b90-bf30-0f63161838be" providerId="ADAL" clId="{52900533-8FE7-4094-A970-9FE121CAAA8E}" dt="2024-09-10T11:15:15.285" v="523"/>
          <ac:spMkLst>
            <pc:docMk/>
            <pc:sldMk cId="190468130" sldId="400"/>
            <ac:spMk id="4" creationId="{7EE9A8A4-22EE-B35C-D5C3-49140E0E06CC}"/>
          </ac:spMkLst>
        </pc:spChg>
      </pc:sldChg>
      <pc:sldChg chg="addSp delSp modSp add del mod">
        <pc:chgData name="Fehmida Usmani" userId="1f7d48bb-60b3-4b90-bf30-0f63161838be" providerId="ADAL" clId="{52900533-8FE7-4094-A970-9FE121CAAA8E}" dt="2024-09-10T11:13:04.044" v="487" actId="47"/>
        <pc:sldMkLst>
          <pc:docMk/>
          <pc:sldMk cId="2093230981" sldId="400"/>
        </pc:sldMkLst>
        <pc:spChg chg="del">
          <ac:chgData name="Fehmida Usmani" userId="1f7d48bb-60b3-4b90-bf30-0f63161838be" providerId="ADAL" clId="{52900533-8FE7-4094-A970-9FE121CAAA8E}" dt="2024-09-10T11:12:56.394" v="485" actId="478"/>
          <ac:spMkLst>
            <pc:docMk/>
            <pc:sldMk cId="2093230981" sldId="400"/>
            <ac:spMk id="4" creationId="{7B5C34F5-D8B9-EB86-1F6A-F769119EC635}"/>
          </ac:spMkLst>
        </pc:spChg>
        <pc:graphicFrameChg chg="add del modGraphic">
          <ac:chgData name="Fehmida Usmani" userId="1f7d48bb-60b3-4b90-bf30-0f63161838be" providerId="ADAL" clId="{52900533-8FE7-4094-A970-9FE121CAAA8E}" dt="2024-09-10T11:12:53.918" v="484" actId="478"/>
          <ac:graphicFrameMkLst>
            <pc:docMk/>
            <pc:sldMk cId="2093230981" sldId="400"/>
            <ac:graphicFrameMk id="6" creationId="{2874BFA6-597C-378B-0FDC-9B88F26B6547}"/>
          </ac:graphicFrameMkLst>
        </pc:graphicFrameChg>
        <pc:picChg chg="del">
          <ac:chgData name="Fehmida Usmani" userId="1f7d48bb-60b3-4b90-bf30-0f63161838be" providerId="ADAL" clId="{52900533-8FE7-4094-A970-9FE121CAAA8E}" dt="2024-09-10T11:12:58.997" v="486" actId="478"/>
          <ac:picMkLst>
            <pc:docMk/>
            <pc:sldMk cId="2093230981" sldId="400"/>
            <ac:picMk id="5" creationId="{0D90F253-7366-9D0A-C78B-2760ABD615B5}"/>
          </ac:picMkLst>
        </pc:picChg>
      </pc:sldChg>
      <pc:sldChg chg="addSp delSp modSp add mod">
        <pc:chgData name="Fehmida Usmani" userId="1f7d48bb-60b3-4b90-bf30-0f63161838be" providerId="ADAL" clId="{52900533-8FE7-4094-A970-9FE121CAAA8E}" dt="2024-09-10T11:30:28.996" v="612" actId="20577"/>
        <pc:sldMkLst>
          <pc:docMk/>
          <pc:sldMk cId="1777841840" sldId="401"/>
        </pc:sldMkLst>
        <pc:spChg chg="add del mod">
          <ac:chgData name="Fehmida Usmani" userId="1f7d48bb-60b3-4b90-bf30-0f63161838be" providerId="ADAL" clId="{52900533-8FE7-4094-A970-9FE121CAAA8E}" dt="2024-09-10T11:15:38.155" v="527" actId="478"/>
          <ac:spMkLst>
            <pc:docMk/>
            <pc:sldMk cId="1777841840" sldId="401"/>
            <ac:spMk id="3" creationId="{D57CD780-741A-D7EB-4429-8CFEDE236F9E}"/>
          </ac:spMkLst>
        </pc:spChg>
        <pc:spChg chg="del mod">
          <ac:chgData name="Fehmida Usmani" userId="1f7d48bb-60b3-4b90-bf30-0f63161838be" providerId="ADAL" clId="{52900533-8FE7-4094-A970-9FE121CAAA8E}" dt="2024-09-10T11:15:34.819" v="526"/>
          <ac:spMkLst>
            <pc:docMk/>
            <pc:sldMk cId="1777841840" sldId="401"/>
            <ac:spMk id="4" creationId="{7EE9A8A4-22EE-B35C-D5C3-49140E0E06CC}"/>
          </ac:spMkLst>
        </pc:spChg>
        <pc:spChg chg="add del mod">
          <ac:chgData name="Fehmida Usmani" userId="1f7d48bb-60b3-4b90-bf30-0f63161838be" providerId="ADAL" clId="{52900533-8FE7-4094-A970-9FE121CAAA8E}" dt="2024-09-10T11:15:40.426" v="528" actId="478"/>
          <ac:spMkLst>
            <pc:docMk/>
            <pc:sldMk cId="1777841840" sldId="401"/>
            <ac:spMk id="6" creationId="{6056E603-D594-494B-0B93-13E08A55BC59}"/>
          </ac:spMkLst>
        </pc:spChg>
        <pc:spChg chg="add mod">
          <ac:chgData name="Fehmida Usmani" userId="1f7d48bb-60b3-4b90-bf30-0f63161838be" providerId="ADAL" clId="{52900533-8FE7-4094-A970-9FE121CAAA8E}" dt="2024-09-10T11:30:28.996" v="612" actId="20577"/>
          <ac:spMkLst>
            <pc:docMk/>
            <pc:sldMk cId="1777841840" sldId="401"/>
            <ac:spMk id="7" creationId="{A7CB8AA1-D161-4F2B-BBD0-2F5C33C68C1D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34:26.292" v="631" actId="1076"/>
        <pc:sldMkLst>
          <pc:docMk/>
          <pc:sldMk cId="1161050572" sldId="402"/>
        </pc:sldMkLst>
        <pc:spChg chg="mod">
          <ac:chgData name="Fehmida Usmani" userId="1f7d48bb-60b3-4b90-bf30-0f63161838be" providerId="ADAL" clId="{52900533-8FE7-4094-A970-9FE121CAAA8E}" dt="2024-09-10T11:17:08.588" v="593" actId="20577"/>
          <ac:spMkLst>
            <pc:docMk/>
            <pc:sldMk cId="1161050572" sldId="402"/>
            <ac:spMk id="2" creationId="{7D10FF64-86F1-B993-4FB5-DD626D894EE2}"/>
          </ac:spMkLst>
        </pc:spChg>
        <pc:spChg chg="add mod">
          <ac:chgData name="Fehmida Usmani" userId="1f7d48bb-60b3-4b90-bf30-0f63161838be" providerId="ADAL" clId="{52900533-8FE7-4094-A970-9FE121CAAA8E}" dt="2024-09-10T11:34:02.168" v="627" actId="20577"/>
          <ac:spMkLst>
            <pc:docMk/>
            <pc:sldMk cId="1161050572" sldId="402"/>
            <ac:spMk id="5" creationId="{779DC85D-7604-68DA-D4CC-F9A225FC7139}"/>
          </ac:spMkLst>
        </pc:spChg>
        <pc:spChg chg="add mod">
          <ac:chgData name="Fehmida Usmani" userId="1f7d48bb-60b3-4b90-bf30-0f63161838be" providerId="ADAL" clId="{52900533-8FE7-4094-A970-9FE121CAAA8E}" dt="2024-09-10T11:34:16.813" v="629" actId="1076"/>
          <ac:spMkLst>
            <pc:docMk/>
            <pc:sldMk cId="1161050572" sldId="402"/>
            <ac:spMk id="6" creationId="{4F71B2A0-5163-C5BA-9A5B-690F7DE605D6}"/>
          </ac:spMkLst>
        </pc:spChg>
        <pc:spChg chg="del">
          <ac:chgData name="Fehmida Usmani" userId="1f7d48bb-60b3-4b90-bf30-0f63161838be" providerId="ADAL" clId="{52900533-8FE7-4094-A970-9FE121CAAA8E}" dt="2024-09-10T11:16:01.613" v="534" actId="478"/>
          <ac:spMkLst>
            <pc:docMk/>
            <pc:sldMk cId="1161050572" sldId="402"/>
            <ac:spMk id="7" creationId="{A7CB8AA1-D161-4F2B-BBD0-2F5C33C68C1D}"/>
          </ac:spMkLst>
        </pc:spChg>
        <pc:spChg chg="add mod">
          <ac:chgData name="Fehmida Usmani" userId="1f7d48bb-60b3-4b90-bf30-0f63161838be" providerId="ADAL" clId="{52900533-8FE7-4094-A970-9FE121CAAA8E}" dt="2024-09-10T11:34:26.292" v="631" actId="1076"/>
          <ac:spMkLst>
            <pc:docMk/>
            <pc:sldMk cId="1161050572" sldId="402"/>
            <ac:spMk id="8" creationId="{CB890864-3DA6-A532-0580-43E217C1E174}"/>
          </ac:spMkLst>
        </pc:spChg>
        <pc:graphicFrameChg chg="add del modGraphic">
          <ac:chgData name="Fehmida Usmani" userId="1f7d48bb-60b3-4b90-bf30-0f63161838be" providerId="ADAL" clId="{52900533-8FE7-4094-A970-9FE121CAAA8E}" dt="2024-09-10T11:15:58.922" v="533" actId="478"/>
          <ac:graphicFrameMkLst>
            <pc:docMk/>
            <pc:sldMk cId="1161050572" sldId="402"/>
            <ac:graphicFrameMk id="4" creationId="{63F5095B-015B-A317-5A4C-30EBD7907DE3}"/>
          </ac:graphicFrameMkLst>
        </pc:graphicFrameChg>
      </pc:sldChg>
      <pc:sldChg chg="addSp delSp modSp add mod">
        <pc:chgData name="Fehmida Usmani" userId="1f7d48bb-60b3-4b90-bf30-0f63161838be" providerId="ADAL" clId="{52900533-8FE7-4094-A970-9FE121CAAA8E}" dt="2024-09-10T11:36:49.645" v="637" actId="1076"/>
        <pc:sldMkLst>
          <pc:docMk/>
          <pc:sldMk cId="505832483" sldId="403"/>
        </pc:sldMkLst>
        <pc:spChg chg="add mod">
          <ac:chgData name="Fehmida Usmani" userId="1f7d48bb-60b3-4b90-bf30-0f63161838be" providerId="ADAL" clId="{52900533-8FE7-4094-A970-9FE121CAAA8E}" dt="2024-09-10T11:36:49.645" v="637" actId="1076"/>
          <ac:spMkLst>
            <pc:docMk/>
            <pc:sldMk cId="505832483" sldId="403"/>
            <ac:spMk id="3" creationId="{36E9523C-9F99-D80C-EA91-5EC7B7BC2B16}"/>
          </ac:spMkLst>
        </pc:spChg>
        <pc:spChg chg="add mod">
          <ac:chgData name="Fehmida Usmani" userId="1f7d48bb-60b3-4b90-bf30-0f63161838be" providerId="ADAL" clId="{52900533-8FE7-4094-A970-9FE121CAAA8E}" dt="2024-09-10T11:36:49.645" v="637" actId="1076"/>
          <ac:spMkLst>
            <pc:docMk/>
            <pc:sldMk cId="505832483" sldId="403"/>
            <ac:spMk id="4" creationId="{95DC1579-D923-E090-0CC2-49A99517AD0C}"/>
          </ac:spMkLst>
        </pc:spChg>
        <pc:spChg chg="del">
          <ac:chgData name="Fehmida Usmani" userId="1f7d48bb-60b3-4b90-bf30-0f63161838be" providerId="ADAL" clId="{52900533-8FE7-4094-A970-9FE121CAAA8E}" dt="2024-09-10T11:36:21.448" v="633" actId="478"/>
          <ac:spMkLst>
            <pc:docMk/>
            <pc:sldMk cId="505832483" sldId="403"/>
            <ac:spMk id="5" creationId="{779DC85D-7604-68DA-D4CC-F9A225FC7139}"/>
          </ac:spMkLst>
        </pc:spChg>
        <pc:spChg chg="del">
          <ac:chgData name="Fehmida Usmani" userId="1f7d48bb-60b3-4b90-bf30-0f63161838be" providerId="ADAL" clId="{52900533-8FE7-4094-A970-9FE121CAAA8E}" dt="2024-09-10T11:36:22.808" v="634" actId="478"/>
          <ac:spMkLst>
            <pc:docMk/>
            <pc:sldMk cId="505832483" sldId="403"/>
            <ac:spMk id="6" creationId="{4F71B2A0-5163-C5BA-9A5B-690F7DE605D6}"/>
          </ac:spMkLst>
        </pc:spChg>
        <pc:spChg chg="add mod">
          <ac:chgData name="Fehmida Usmani" userId="1f7d48bb-60b3-4b90-bf30-0f63161838be" providerId="ADAL" clId="{52900533-8FE7-4094-A970-9FE121CAAA8E}" dt="2024-09-10T11:36:49.645" v="637" actId="1076"/>
          <ac:spMkLst>
            <pc:docMk/>
            <pc:sldMk cId="505832483" sldId="403"/>
            <ac:spMk id="7" creationId="{DBD65B12-FEAF-FC50-0C29-600600EE17E8}"/>
          </ac:spMkLst>
        </pc:spChg>
        <pc:spChg chg="del">
          <ac:chgData name="Fehmida Usmani" userId="1f7d48bb-60b3-4b90-bf30-0f63161838be" providerId="ADAL" clId="{52900533-8FE7-4094-A970-9FE121CAAA8E}" dt="2024-09-10T11:36:23.953" v="635" actId="478"/>
          <ac:spMkLst>
            <pc:docMk/>
            <pc:sldMk cId="505832483" sldId="403"/>
            <ac:spMk id="8" creationId="{CB890864-3DA6-A532-0580-43E217C1E174}"/>
          </ac:spMkLst>
        </pc:spChg>
        <pc:spChg chg="add mod">
          <ac:chgData name="Fehmida Usmani" userId="1f7d48bb-60b3-4b90-bf30-0f63161838be" providerId="ADAL" clId="{52900533-8FE7-4094-A970-9FE121CAAA8E}" dt="2024-09-10T11:36:49.645" v="637" actId="1076"/>
          <ac:spMkLst>
            <pc:docMk/>
            <pc:sldMk cId="505832483" sldId="403"/>
            <ac:spMk id="9" creationId="{07AEA6C9-E832-FD4B-6864-4828E09B39F8}"/>
          </ac:spMkLst>
        </pc:spChg>
      </pc:sldChg>
      <pc:sldChg chg="addSp delSp modSp add mod modAnim">
        <pc:chgData name="Fehmida Usmani" userId="1f7d48bb-60b3-4b90-bf30-0f63161838be" providerId="ADAL" clId="{52900533-8FE7-4094-A970-9FE121CAAA8E}" dt="2024-09-10T11:38:42.213" v="668"/>
        <pc:sldMkLst>
          <pc:docMk/>
          <pc:sldMk cId="4119877492" sldId="404"/>
        </pc:sldMkLst>
        <pc:spChg chg="del mod">
          <ac:chgData name="Fehmida Usmani" userId="1f7d48bb-60b3-4b90-bf30-0f63161838be" providerId="ADAL" clId="{52900533-8FE7-4094-A970-9FE121CAAA8E}" dt="2024-09-10T11:36:59.473" v="640" actId="478"/>
          <ac:spMkLst>
            <pc:docMk/>
            <pc:sldMk cId="4119877492" sldId="404"/>
            <ac:spMk id="3" creationId="{36E9523C-9F99-D80C-EA91-5EC7B7BC2B16}"/>
          </ac:spMkLst>
        </pc:spChg>
        <pc:spChg chg="del">
          <ac:chgData name="Fehmida Usmani" userId="1f7d48bb-60b3-4b90-bf30-0f63161838be" providerId="ADAL" clId="{52900533-8FE7-4094-A970-9FE121CAAA8E}" dt="2024-09-10T11:37:02.303" v="642" actId="478"/>
          <ac:spMkLst>
            <pc:docMk/>
            <pc:sldMk cId="4119877492" sldId="404"/>
            <ac:spMk id="4" creationId="{95DC1579-D923-E090-0CC2-49A99517AD0C}"/>
          </ac:spMkLst>
        </pc:spChg>
        <pc:spChg chg="add mod">
          <ac:chgData name="Fehmida Usmani" userId="1f7d48bb-60b3-4b90-bf30-0f63161838be" providerId="ADAL" clId="{52900533-8FE7-4094-A970-9FE121CAAA8E}" dt="2024-09-10T11:38:37.471" v="667"/>
          <ac:spMkLst>
            <pc:docMk/>
            <pc:sldMk cId="4119877492" sldId="404"/>
            <ac:spMk id="6" creationId="{AEDCAB15-D01C-B125-B844-84428F8F6F38}"/>
          </ac:spMkLst>
        </pc:spChg>
        <pc:spChg chg="del">
          <ac:chgData name="Fehmida Usmani" userId="1f7d48bb-60b3-4b90-bf30-0f63161838be" providerId="ADAL" clId="{52900533-8FE7-4094-A970-9FE121CAAA8E}" dt="2024-09-10T11:37:00.268" v="641" actId="478"/>
          <ac:spMkLst>
            <pc:docMk/>
            <pc:sldMk cId="4119877492" sldId="404"/>
            <ac:spMk id="7" creationId="{DBD65B12-FEAF-FC50-0C29-600600EE17E8}"/>
          </ac:spMkLst>
        </pc:spChg>
        <pc:spChg chg="del">
          <ac:chgData name="Fehmida Usmani" userId="1f7d48bb-60b3-4b90-bf30-0f63161838be" providerId="ADAL" clId="{52900533-8FE7-4094-A970-9FE121CAAA8E}" dt="2024-09-10T11:37:04.177" v="643" actId="478"/>
          <ac:spMkLst>
            <pc:docMk/>
            <pc:sldMk cId="4119877492" sldId="404"/>
            <ac:spMk id="9" creationId="{07AEA6C9-E832-FD4B-6864-4828E09B39F8}"/>
          </ac:spMkLst>
        </pc:spChg>
      </pc:sldChg>
      <pc:sldChg chg="addSp delSp modSp add mod delAnim">
        <pc:chgData name="Fehmida Usmani" userId="1f7d48bb-60b3-4b90-bf30-0f63161838be" providerId="ADAL" clId="{52900533-8FE7-4094-A970-9FE121CAAA8E}" dt="2024-09-10T11:39:53.802" v="687" actId="20577"/>
        <pc:sldMkLst>
          <pc:docMk/>
          <pc:sldMk cId="1221721952" sldId="405"/>
        </pc:sldMkLst>
        <pc:spChg chg="add mod">
          <ac:chgData name="Fehmida Usmani" userId="1f7d48bb-60b3-4b90-bf30-0f63161838be" providerId="ADAL" clId="{52900533-8FE7-4094-A970-9FE121CAAA8E}" dt="2024-09-10T11:39:53.802" v="687" actId="20577"/>
          <ac:spMkLst>
            <pc:docMk/>
            <pc:sldMk cId="1221721952" sldId="405"/>
            <ac:spMk id="3" creationId="{2CA06D2A-907C-F988-F679-2BC32BD2D274}"/>
          </ac:spMkLst>
        </pc:spChg>
        <pc:spChg chg="del">
          <ac:chgData name="Fehmida Usmani" userId="1f7d48bb-60b3-4b90-bf30-0f63161838be" providerId="ADAL" clId="{52900533-8FE7-4094-A970-9FE121CAAA8E}" dt="2024-09-10T11:38:52.260" v="670" actId="478"/>
          <ac:spMkLst>
            <pc:docMk/>
            <pc:sldMk cId="1221721952" sldId="405"/>
            <ac:spMk id="6" creationId="{AEDCAB15-D01C-B125-B844-84428F8F6F38}"/>
          </ac:spMkLst>
        </pc:spChg>
      </pc:sldChg>
      <pc:sldChg chg="add del">
        <pc:chgData name="Fehmida Usmani" userId="1f7d48bb-60b3-4b90-bf30-0f63161838be" providerId="ADAL" clId="{52900533-8FE7-4094-A970-9FE121CAAA8E}" dt="2024-09-10T11:41:59.525" v="689" actId="47"/>
        <pc:sldMkLst>
          <pc:docMk/>
          <pc:sldMk cId="498441730" sldId="406"/>
        </pc:sldMkLst>
      </pc:sldChg>
      <pc:sldChg chg="addSp delSp modSp add mod">
        <pc:chgData name="Fehmida Usmani" userId="1f7d48bb-60b3-4b90-bf30-0f63161838be" providerId="ADAL" clId="{52900533-8FE7-4094-A970-9FE121CAAA8E}" dt="2024-09-10T11:43:01.374" v="720" actId="1076"/>
        <pc:sldMkLst>
          <pc:docMk/>
          <pc:sldMk cId="1449160507" sldId="406"/>
        </pc:sldMkLst>
        <pc:spChg chg="del">
          <ac:chgData name="Fehmida Usmani" userId="1f7d48bb-60b3-4b90-bf30-0f63161838be" providerId="ADAL" clId="{52900533-8FE7-4094-A970-9FE121CAAA8E}" dt="2024-09-10T11:42:05.410" v="691" actId="478"/>
          <ac:spMkLst>
            <pc:docMk/>
            <pc:sldMk cId="1449160507" sldId="406"/>
            <ac:spMk id="3" creationId="{2CA06D2A-907C-F988-F679-2BC32BD2D274}"/>
          </ac:spMkLst>
        </pc:spChg>
        <pc:spChg chg="add mod">
          <ac:chgData name="Fehmida Usmani" userId="1f7d48bb-60b3-4b90-bf30-0f63161838be" providerId="ADAL" clId="{52900533-8FE7-4094-A970-9FE121CAAA8E}" dt="2024-09-10T11:42:28.541" v="715" actId="20577"/>
          <ac:spMkLst>
            <pc:docMk/>
            <pc:sldMk cId="1449160507" sldId="406"/>
            <ac:spMk id="4" creationId="{2C7D806B-CAAC-0520-687A-D5430FD69AC1}"/>
          </ac:spMkLst>
        </pc:spChg>
        <pc:spChg chg="add mod">
          <ac:chgData name="Fehmida Usmani" userId="1f7d48bb-60b3-4b90-bf30-0f63161838be" providerId="ADAL" clId="{52900533-8FE7-4094-A970-9FE121CAAA8E}" dt="2024-09-10T11:43:01.374" v="720" actId="1076"/>
          <ac:spMkLst>
            <pc:docMk/>
            <pc:sldMk cId="1449160507" sldId="406"/>
            <ac:spMk id="5" creationId="{3FDB4001-AB6D-2B64-D9AD-28BC92DF2538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43:26.124" v="750" actId="20577"/>
        <pc:sldMkLst>
          <pc:docMk/>
          <pc:sldMk cId="100326086" sldId="407"/>
        </pc:sldMkLst>
        <pc:spChg chg="add mod">
          <ac:chgData name="Fehmida Usmani" userId="1f7d48bb-60b3-4b90-bf30-0f63161838be" providerId="ADAL" clId="{52900533-8FE7-4094-A970-9FE121CAAA8E}" dt="2024-09-10T11:43:26.124" v="750" actId="20577"/>
          <ac:spMkLst>
            <pc:docMk/>
            <pc:sldMk cId="100326086" sldId="407"/>
            <ac:spMk id="3" creationId="{059E8B15-1985-9838-079A-4A50E033D5C7}"/>
          </ac:spMkLst>
        </pc:spChg>
        <pc:spChg chg="del">
          <ac:chgData name="Fehmida Usmani" userId="1f7d48bb-60b3-4b90-bf30-0f63161838be" providerId="ADAL" clId="{52900533-8FE7-4094-A970-9FE121CAAA8E}" dt="2024-09-10T11:42:40.587" v="717" actId="478"/>
          <ac:spMkLst>
            <pc:docMk/>
            <pc:sldMk cId="100326086" sldId="407"/>
            <ac:spMk id="4" creationId="{2C7D806B-CAAC-0520-687A-D5430FD69AC1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1:46:44" v="784" actId="20577"/>
        <pc:sldMkLst>
          <pc:docMk/>
          <pc:sldMk cId="698552598" sldId="408"/>
        </pc:sldMkLst>
        <pc:spChg chg="mod">
          <ac:chgData name="Fehmida Usmani" userId="1f7d48bb-60b3-4b90-bf30-0f63161838be" providerId="ADAL" clId="{52900533-8FE7-4094-A970-9FE121CAAA8E}" dt="2024-09-10T11:45:13.084" v="774" actId="20577"/>
          <ac:spMkLst>
            <pc:docMk/>
            <pc:sldMk cId="698552598" sldId="408"/>
            <ac:spMk id="2" creationId="{64ADEA67-0138-C52B-DEDF-E42FC1F82B3B}"/>
          </ac:spMkLst>
        </pc:spChg>
        <pc:spChg chg="del">
          <ac:chgData name="Fehmida Usmani" userId="1f7d48bb-60b3-4b90-bf30-0f63161838be" providerId="ADAL" clId="{52900533-8FE7-4094-A970-9FE121CAAA8E}" dt="2024-09-10T11:45:25.358" v="775"/>
          <ac:spMkLst>
            <pc:docMk/>
            <pc:sldMk cId="698552598" sldId="408"/>
            <ac:spMk id="3" creationId="{79155400-98E5-339B-EE6A-2A8773160213}"/>
          </ac:spMkLst>
        </pc:spChg>
        <pc:spChg chg="add del mod">
          <ac:chgData name="Fehmida Usmani" userId="1f7d48bb-60b3-4b90-bf30-0f63161838be" providerId="ADAL" clId="{52900533-8FE7-4094-A970-9FE121CAAA8E}" dt="2024-09-10T11:46:12.906" v="777" actId="478"/>
          <ac:spMkLst>
            <pc:docMk/>
            <pc:sldMk cId="698552598" sldId="408"/>
            <ac:spMk id="4" creationId="{28DEB137-9556-1E31-A48E-5224926785E1}"/>
          </ac:spMkLst>
        </pc:spChg>
        <pc:spChg chg="add del mod">
          <ac:chgData name="Fehmida Usmani" userId="1f7d48bb-60b3-4b90-bf30-0f63161838be" providerId="ADAL" clId="{52900533-8FE7-4094-A970-9FE121CAAA8E}" dt="2024-09-10T11:46:21.152" v="781" actId="478"/>
          <ac:spMkLst>
            <pc:docMk/>
            <pc:sldMk cId="698552598" sldId="408"/>
            <ac:spMk id="6" creationId="{664F4595-7E31-D58F-39DD-7A22B8223373}"/>
          </ac:spMkLst>
        </pc:spChg>
        <pc:spChg chg="add mod">
          <ac:chgData name="Fehmida Usmani" userId="1f7d48bb-60b3-4b90-bf30-0f63161838be" providerId="ADAL" clId="{52900533-8FE7-4094-A970-9FE121CAAA8E}" dt="2024-09-10T11:46:44" v="784" actId="20577"/>
          <ac:spMkLst>
            <pc:docMk/>
            <pc:sldMk cId="698552598" sldId="408"/>
            <ac:spMk id="7" creationId="{13BD4441-E06E-EEB2-4317-86A0B90F64D4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47:54.310" v="788" actId="14100"/>
        <pc:sldMkLst>
          <pc:docMk/>
          <pc:sldMk cId="2915764262" sldId="409"/>
        </pc:sldMkLst>
        <pc:spChg chg="add mod">
          <ac:chgData name="Fehmida Usmani" userId="1f7d48bb-60b3-4b90-bf30-0f63161838be" providerId="ADAL" clId="{52900533-8FE7-4094-A970-9FE121CAAA8E}" dt="2024-09-10T11:47:54.310" v="788" actId="14100"/>
          <ac:spMkLst>
            <pc:docMk/>
            <pc:sldMk cId="2915764262" sldId="409"/>
            <ac:spMk id="3" creationId="{95974846-6277-913A-3065-3AF7D48719EE}"/>
          </ac:spMkLst>
        </pc:spChg>
        <pc:spChg chg="add mod">
          <ac:chgData name="Fehmida Usmani" userId="1f7d48bb-60b3-4b90-bf30-0f63161838be" providerId="ADAL" clId="{52900533-8FE7-4094-A970-9FE121CAAA8E}" dt="2024-09-10T11:47:54.310" v="788" actId="14100"/>
          <ac:spMkLst>
            <pc:docMk/>
            <pc:sldMk cId="2915764262" sldId="409"/>
            <ac:spMk id="4" creationId="{26C79412-B641-70A4-B301-B48967431311}"/>
          </ac:spMkLst>
        </pc:spChg>
        <pc:spChg chg="del">
          <ac:chgData name="Fehmida Usmani" userId="1f7d48bb-60b3-4b90-bf30-0f63161838be" providerId="ADAL" clId="{52900533-8FE7-4094-A970-9FE121CAAA8E}" dt="2024-09-10T11:46:54.823" v="786" actId="478"/>
          <ac:spMkLst>
            <pc:docMk/>
            <pc:sldMk cId="2915764262" sldId="409"/>
            <ac:spMk id="7" creationId="{13BD4441-E06E-EEB2-4317-86A0B90F64D4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0T11:52:49.052" v="807"/>
        <pc:sldMkLst>
          <pc:docMk/>
          <pc:sldMk cId="3478875649" sldId="410"/>
        </pc:sldMkLst>
        <pc:spChg chg="mod">
          <ac:chgData name="Fehmida Usmani" userId="1f7d48bb-60b3-4b90-bf30-0f63161838be" providerId="ADAL" clId="{52900533-8FE7-4094-A970-9FE121CAAA8E}" dt="2024-09-10T11:52:29.424" v="806" actId="20577"/>
          <ac:spMkLst>
            <pc:docMk/>
            <pc:sldMk cId="3478875649" sldId="410"/>
            <ac:spMk id="2" creationId="{E795245C-2FE7-0380-683E-12EC74D61D54}"/>
          </ac:spMkLst>
        </pc:spChg>
        <pc:spChg chg="del">
          <ac:chgData name="Fehmida Usmani" userId="1f7d48bb-60b3-4b90-bf30-0f63161838be" providerId="ADAL" clId="{52900533-8FE7-4094-A970-9FE121CAAA8E}" dt="2024-09-10T11:52:49.052" v="807"/>
          <ac:spMkLst>
            <pc:docMk/>
            <pc:sldMk cId="3478875649" sldId="410"/>
            <ac:spMk id="3" creationId="{86D79D70-E14B-14A7-A0CE-D578F8356555}"/>
          </ac:spMkLst>
        </pc:spChg>
        <pc:spChg chg="add mod">
          <ac:chgData name="Fehmida Usmani" userId="1f7d48bb-60b3-4b90-bf30-0f63161838be" providerId="ADAL" clId="{52900533-8FE7-4094-A970-9FE121CAAA8E}" dt="2024-09-10T11:52:49.052" v="807"/>
          <ac:spMkLst>
            <pc:docMk/>
            <pc:sldMk cId="3478875649" sldId="410"/>
            <ac:spMk id="4" creationId="{F945022B-AB18-A2B7-5FEF-A64A9D2457D9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53:34.580" v="819" actId="20577"/>
        <pc:sldMkLst>
          <pc:docMk/>
          <pc:sldMk cId="348616701" sldId="411"/>
        </pc:sldMkLst>
        <pc:spChg chg="add mod">
          <ac:chgData name="Fehmida Usmani" userId="1f7d48bb-60b3-4b90-bf30-0f63161838be" providerId="ADAL" clId="{52900533-8FE7-4094-A970-9FE121CAAA8E}" dt="2024-09-10T11:53:34.580" v="819" actId="20577"/>
          <ac:spMkLst>
            <pc:docMk/>
            <pc:sldMk cId="348616701" sldId="411"/>
            <ac:spMk id="3" creationId="{D4B70823-22FB-E20C-0EB7-64CA043D67A4}"/>
          </ac:spMkLst>
        </pc:spChg>
        <pc:spChg chg="del mod">
          <ac:chgData name="Fehmida Usmani" userId="1f7d48bb-60b3-4b90-bf30-0f63161838be" providerId="ADAL" clId="{52900533-8FE7-4094-A970-9FE121CAAA8E}" dt="2024-09-10T11:53:23.296" v="810" actId="478"/>
          <ac:spMkLst>
            <pc:docMk/>
            <pc:sldMk cId="348616701" sldId="411"/>
            <ac:spMk id="4" creationId="{F945022B-AB18-A2B7-5FEF-A64A9D2457D9}"/>
          </ac:spMkLst>
        </pc:spChg>
        <pc:spChg chg="add mod">
          <ac:chgData name="Fehmida Usmani" userId="1f7d48bb-60b3-4b90-bf30-0f63161838be" providerId="ADAL" clId="{52900533-8FE7-4094-A970-9FE121CAAA8E}" dt="2024-09-10T11:53:30.649" v="813" actId="1076"/>
          <ac:spMkLst>
            <pc:docMk/>
            <pc:sldMk cId="348616701" sldId="411"/>
            <ac:spMk id="5" creationId="{B17AB742-4E78-BC60-A929-6773F4A7A6CA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54:19.221" v="825" actId="1076"/>
        <pc:sldMkLst>
          <pc:docMk/>
          <pc:sldMk cId="2107248748" sldId="412"/>
        </pc:sldMkLst>
        <pc:spChg chg="add mod">
          <ac:chgData name="Fehmida Usmani" userId="1f7d48bb-60b3-4b90-bf30-0f63161838be" providerId="ADAL" clId="{52900533-8FE7-4094-A970-9FE121CAAA8E}" dt="2024-09-10T11:54:19.221" v="825" actId="1076"/>
          <ac:spMkLst>
            <pc:docMk/>
            <pc:sldMk cId="2107248748" sldId="412"/>
            <ac:spMk id="3" creationId="{8CAEA056-F003-887C-EDC9-CA4A2EDBE82B}"/>
          </ac:spMkLst>
        </pc:spChg>
        <pc:spChg chg="del mod">
          <ac:chgData name="Fehmida Usmani" userId="1f7d48bb-60b3-4b90-bf30-0f63161838be" providerId="ADAL" clId="{52900533-8FE7-4094-A970-9FE121CAAA8E}" dt="2024-09-10T11:54:11.478" v="822" actId="478"/>
          <ac:spMkLst>
            <pc:docMk/>
            <pc:sldMk cId="2107248748" sldId="412"/>
            <ac:spMk id="4" creationId="{F945022B-AB18-A2B7-5FEF-A64A9D2457D9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1:07:01.365" v="1036" actId="1076"/>
        <pc:sldMkLst>
          <pc:docMk/>
          <pc:sldMk cId="3953849612" sldId="413"/>
        </pc:sldMkLst>
        <pc:spChg chg="add mod">
          <ac:chgData name="Fehmida Usmani" userId="1f7d48bb-60b3-4b90-bf30-0f63161838be" providerId="ADAL" clId="{52900533-8FE7-4094-A970-9FE121CAAA8E}" dt="2024-09-11T01:07:01.365" v="1036" actId="1076"/>
          <ac:spMkLst>
            <pc:docMk/>
            <pc:sldMk cId="3953849612" sldId="413"/>
            <ac:spMk id="3" creationId="{5E920144-140C-33E6-2E4B-27C44D5DD66C}"/>
          </ac:spMkLst>
        </pc:spChg>
        <pc:spChg chg="del">
          <ac:chgData name="Fehmida Usmani" userId="1f7d48bb-60b3-4b90-bf30-0f63161838be" providerId="ADAL" clId="{52900533-8FE7-4094-A970-9FE121CAAA8E}" dt="2024-09-10T11:55:02.905" v="827" actId="478"/>
          <ac:spMkLst>
            <pc:docMk/>
            <pc:sldMk cId="3953849612" sldId="413"/>
            <ac:spMk id="3" creationId="{8CAEA056-F003-887C-EDC9-CA4A2EDBE82B}"/>
          </ac:spMkLst>
        </pc:spChg>
        <pc:spChg chg="add mod">
          <ac:chgData name="Fehmida Usmani" userId="1f7d48bb-60b3-4b90-bf30-0f63161838be" providerId="ADAL" clId="{52900533-8FE7-4094-A970-9FE121CAAA8E}" dt="2024-09-10T11:55:51.208" v="885" actId="20577"/>
          <ac:spMkLst>
            <pc:docMk/>
            <pc:sldMk cId="3953849612" sldId="413"/>
            <ac:spMk id="4" creationId="{41D3035B-A843-0182-6031-C333346CFCB8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1:57:05.615" v="889" actId="14100"/>
        <pc:sldMkLst>
          <pc:docMk/>
          <pc:sldMk cId="2511521361" sldId="414"/>
        </pc:sldMkLst>
        <pc:spChg chg="add mod">
          <ac:chgData name="Fehmida Usmani" userId="1f7d48bb-60b3-4b90-bf30-0f63161838be" providerId="ADAL" clId="{52900533-8FE7-4094-A970-9FE121CAAA8E}" dt="2024-09-10T11:57:05.615" v="889" actId="14100"/>
          <ac:spMkLst>
            <pc:docMk/>
            <pc:sldMk cId="2511521361" sldId="414"/>
            <ac:spMk id="3" creationId="{E619DF05-174C-3733-704B-DFC2C488DD4B}"/>
          </ac:spMkLst>
        </pc:spChg>
        <pc:spChg chg="del">
          <ac:chgData name="Fehmida Usmani" userId="1f7d48bb-60b3-4b90-bf30-0f63161838be" providerId="ADAL" clId="{52900533-8FE7-4094-A970-9FE121CAAA8E}" dt="2024-09-10T11:56:01.079" v="887" actId="478"/>
          <ac:spMkLst>
            <pc:docMk/>
            <pc:sldMk cId="2511521361" sldId="414"/>
            <ac:spMk id="4" creationId="{41D3035B-A843-0182-6031-C333346CFCB8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1:16:50.416" v="1040" actId="20577"/>
        <pc:sldMkLst>
          <pc:docMk/>
          <pc:sldMk cId="1141407325" sldId="415"/>
        </pc:sldMkLst>
        <pc:spChg chg="mod">
          <ac:chgData name="Fehmida Usmani" userId="1f7d48bb-60b3-4b90-bf30-0f63161838be" providerId="ADAL" clId="{52900533-8FE7-4094-A970-9FE121CAAA8E}" dt="2024-09-10T11:57:49.232" v="926" actId="20577"/>
          <ac:spMkLst>
            <pc:docMk/>
            <pc:sldMk cId="1141407325" sldId="415"/>
            <ac:spMk id="2" creationId="{E795245C-2FE7-0380-683E-12EC74D61D54}"/>
          </ac:spMkLst>
        </pc:spChg>
        <pc:spChg chg="del mod">
          <ac:chgData name="Fehmida Usmani" userId="1f7d48bb-60b3-4b90-bf30-0f63161838be" providerId="ADAL" clId="{52900533-8FE7-4094-A970-9FE121CAAA8E}" dt="2024-09-10T11:58:53.099" v="929" actId="478"/>
          <ac:spMkLst>
            <pc:docMk/>
            <pc:sldMk cId="1141407325" sldId="415"/>
            <ac:spMk id="3" creationId="{E619DF05-174C-3733-704B-DFC2C488DD4B}"/>
          </ac:spMkLst>
        </pc:spChg>
        <pc:spChg chg="add del mod">
          <ac:chgData name="Fehmida Usmani" userId="1f7d48bb-60b3-4b90-bf30-0f63161838be" providerId="ADAL" clId="{52900533-8FE7-4094-A970-9FE121CAAA8E}" dt="2024-09-10T12:05:15.471" v="947" actId="478"/>
          <ac:spMkLst>
            <pc:docMk/>
            <pc:sldMk cId="1141407325" sldId="415"/>
            <ac:spMk id="4" creationId="{5EC57AED-A5F8-7976-DBC9-2B74CC0F56B7}"/>
          </ac:spMkLst>
        </pc:spChg>
        <pc:spChg chg="add mod">
          <ac:chgData name="Fehmida Usmani" userId="1f7d48bb-60b3-4b90-bf30-0f63161838be" providerId="ADAL" clId="{52900533-8FE7-4094-A970-9FE121CAAA8E}" dt="2024-09-10T12:05:32.362" v="952" actId="1076"/>
          <ac:spMkLst>
            <pc:docMk/>
            <pc:sldMk cId="1141407325" sldId="415"/>
            <ac:spMk id="5" creationId="{47A11173-E59F-8668-DF60-FDB8A5FEC2C1}"/>
          </ac:spMkLst>
        </pc:spChg>
        <pc:spChg chg="add mod">
          <ac:chgData name="Fehmida Usmani" userId="1f7d48bb-60b3-4b90-bf30-0f63161838be" providerId="ADAL" clId="{52900533-8FE7-4094-A970-9FE121CAAA8E}" dt="2024-09-11T01:16:50.416" v="1040" actId="20577"/>
          <ac:spMkLst>
            <pc:docMk/>
            <pc:sldMk cId="1141407325" sldId="415"/>
            <ac:spMk id="6" creationId="{FB8ACAD6-7E77-DDE3-F92A-E1A0288C26C9}"/>
          </ac:spMkLst>
        </pc:spChg>
      </pc:sldChg>
      <pc:sldChg chg="addSp delSp modSp add del mod">
        <pc:chgData name="Fehmida Usmani" userId="1f7d48bb-60b3-4b90-bf30-0f63161838be" providerId="ADAL" clId="{52900533-8FE7-4094-A970-9FE121CAAA8E}" dt="2024-09-10T12:05:37.987" v="954" actId="47"/>
        <pc:sldMkLst>
          <pc:docMk/>
          <pc:sldMk cId="2810070269" sldId="416"/>
        </pc:sldMkLst>
        <pc:spChg chg="add del mod">
          <ac:chgData name="Fehmida Usmani" userId="1f7d48bb-60b3-4b90-bf30-0f63161838be" providerId="ADAL" clId="{52900533-8FE7-4094-A970-9FE121CAAA8E}" dt="2024-09-10T12:05:23.782" v="949" actId="21"/>
          <ac:spMkLst>
            <pc:docMk/>
            <pc:sldMk cId="2810070269" sldId="416"/>
            <ac:spMk id="3" creationId="{FB8ACAD6-7E77-DDE3-F92A-E1A0288C26C9}"/>
          </ac:spMkLst>
        </pc:spChg>
        <pc:spChg chg="del">
          <ac:chgData name="Fehmida Usmani" userId="1f7d48bb-60b3-4b90-bf30-0f63161838be" providerId="ADAL" clId="{52900533-8FE7-4094-A970-9FE121CAAA8E}" dt="2024-09-10T11:59:05.123" v="934" actId="478"/>
          <ac:spMkLst>
            <pc:docMk/>
            <pc:sldMk cId="2810070269" sldId="416"/>
            <ac:spMk id="4" creationId="{5EC57AED-A5F8-7976-DBC9-2B74CC0F56B7}"/>
          </ac:spMkLst>
        </pc:spChg>
        <pc:spChg chg="del">
          <ac:chgData name="Fehmida Usmani" userId="1f7d48bb-60b3-4b90-bf30-0f63161838be" providerId="ADAL" clId="{52900533-8FE7-4094-A970-9FE121CAAA8E}" dt="2024-09-10T11:59:03.122" v="933" actId="478"/>
          <ac:spMkLst>
            <pc:docMk/>
            <pc:sldMk cId="2810070269" sldId="416"/>
            <ac:spMk id="5" creationId="{47A11173-E59F-8668-DF60-FDB8A5FEC2C1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1:21:42.157" v="1070" actId="1076"/>
        <pc:sldMkLst>
          <pc:docMk/>
          <pc:sldMk cId="33420042" sldId="417"/>
        </pc:sldMkLst>
        <pc:spChg chg="add mod">
          <ac:chgData name="Fehmida Usmani" userId="1f7d48bb-60b3-4b90-bf30-0f63161838be" providerId="ADAL" clId="{52900533-8FE7-4094-A970-9FE121CAAA8E}" dt="2024-09-11T01:21:42.157" v="1070" actId="1076"/>
          <ac:spMkLst>
            <pc:docMk/>
            <pc:sldMk cId="33420042" sldId="417"/>
            <ac:spMk id="3" creationId="{C9EAAA9A-2D40-22F6-2ADE-DA8FADBB4D6D}"/>
          </ac:spMkLst>
        </pc:spChg>
        <pc:spChg chg="del">
          <ac:chgData name="Fehmida Usmani" userId="1f7d48bb-60b3-4b90-bf30-0f63161838be" providerId="ADAL" clId="{52900533-8FE7-4094-A970-9FE121CAAA8E}" dt="2024-09-10T12:04:16.262" v="939" actId="478"/>
          <ac:spMkLst>
            <pc:docMk/>
            <pc:sldMk cId="33420042" sldId="417"/>
            <ac:spMk id="3" creationId="{FB8ACAD6-7E77-DDE3-F92A-E1A0288C26C9}"/>
          </ac:spMkLst>
        </pc:spChg>
        <pc:spChg chg="add mod">
          <ac:chgData name="Fehmida Usmani" userId="1f7d48bb-60b3-4b90-bf30-0f63161838be" providerId="ADAL" clId="{52900533-8FE7-4094-A970-9FE121CAAA8E}" dt="2024-09-11T01:21:36.093" v="1067" actId="14100"/>
          <ac:spMkLst>
            <pc:docMk/>
            <pc:sldMk cId="33420042" sldId="417"/>
            <ac:spMk id="4" creationId="{8BE7D030-5391-D754-307A-13B339B34C85}"/>
          </ac:spMkLst>
        </pc:spChg>
        <pc:spChg chg="add mod">
          <ac:chgData name="Fehmida Usmani" userId="1f7d48bb-60b3-4b90-bf30-0f63161838be" providerId="ADAL" clId="{52900533-8FE7-4094-A970-9FE121CAAA8E}" dt="2024-09-11T01:21:38.338" v="1068" actId="20577"/>
          <ac:spMkLst>
            <pc:docMk/>
            <pc:sldMk cId="33420042" sldId="417"/>
            <ac:spMk id="5" creationId="{C6853F5D-6C5B-5298-9AE5-1F4F71DA05D4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2:07:00.975" v="996" actId="20577"/>
        <pc:sldMkLst>
          <pc:docMk/>
          <pc:sldMk cId="2309653656" sldId="418"/>
        </pc:sldMkLst>
        <pc:spChg chg="add mod">
          <ac:chgData name="Fehmida Usmani" userId="1f7d48bb-60b3-4b90-bf30-0f63161838be" providerId="ADAL" clId="{52900533-8FE7-4094-A970-9FE121CAAA8E}" dt="2024-09-10T12:07:00.975" v="996" actId="20577"/>
          <ac:spMkLst>
            <pc:docMk/>
            <pc:sldMk cId="2309653656" sldId="418"/>
            <ac:spMk id="3" creationId="{BD30774E-8DA1-DD5E-386B-867FC8C7DD7E}"/>
          </ac:spMkLst>
        </pc:spChg>
        <pc:spChg chg="del">
          <ac:chgData name="Fehmida Usmani" userId="1f7d48bb-60b3-4b90-bf30-0f63161838be" providerId="ADAL" clId="{52900533-8FE7-4094-A970-9FE121CAAA8E}" dt="2024-09-10T12:06:33.594" v="956" actId="478"/>
          <ac:spMkLst>
            <pc:docMk/>
            <pc:sldMk cId="2309653656" sldId="418"/>
            <ac:spMk id="4" creationId="{8BE7D030-5391-D754-307A-13B339B34C85}"/>
          </ac:spMkLst>
        </pc:spChg>
        <pc:spChg chg="del">
          <ac:chgData name="Fehmida Usmani" userId="1f7d48bb-60b3-4b90-bf30-0f63161838be" providerId="ADAL" clId="{52900533-8FE7-4094-A970-9FE121CAAA8E}" dt="2024-09-10T12:06:35.745" v="957" actId="478"/>
          <ac:spMkLst>
            <pc:docMk/>
            <pc:sldMk cId="2309653656" sldId="418"/>
            <ac:spMk id="5" creationId="{C6853F5D-6C5B-5298-9AE5-1F4F71DA05D4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0T12:07:28.477" v="1002" actId="20577"/>
        <pc:sldMkLst>
          <pc:docMk/>
          <pc:sldMk cId="2498916190" sldId="419"/>
        </pc:sldMkLst>
        <pc:spChg chg="del">
          <ac:chgData name="Fehmida Usmani" userId="1f7d48bb-60b3-4b90-bf30-0f63161838be" providerId="ADAL" clId="{52900533-8FE7-4094-A970-9FE121CAAA8E}" dt="2024-09-10T12:07:10.195" v="998" actId="478"/>
          <ac:spMkLst>
            <pc:docMk/>
            <pc:sldMk cId="2498916190" sldId="419"/>
            <ac:spMk id="3" creationId="{BD30774E-8DA1-DD5E-386B-867FC8C7DD7E}"/>
          </ac:spMkLst>
        </pc:spChg>
        <pc:spChg chg="add mod">
          <ac:chgData name="Fehmida Usmani" userId="1f7d48bb-60b3-4b90-bf30-0f63161838be" providerId="ADAL" clId="{52900533-8FE7-4094-A970-9FE121CAAA8E}" dt="2024-09-10T12:07:28.477" v="1002" actId="20577"/>
          <ac:spMkLst>
            <pc:docMk/>
            <pc:sldMk cId="2498916190" sldId="419"/>
            <ac:spMk id="4" creationId="{7CDDBED1-FBC2-B86A-B89D-D6C57422A950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0:38:03.979" v="1031" actId="20577"/>
        <pc:sldMkLst>
          <pc:docMk/>
          <pc:sldMk cId="3994973114" sldId="420"/>
        </pc:sldMkLst>
        <pc:spChg chg="add mod">
          <ac:chgData name="Fehmida Usmani" userId="1f7d48bb-60b3-4b90-bf30-0f63161838be" providerId="ADAL" clId="{52900533-8FE7-4094-A970-9FE121CAAA8E}" dt="2024-09-11T00:38:03.979" v="1031" actId="20577"/>
          <ac:spMkLst>
            <pc:docMk/>
            <pc:sldMk cId="3994973114" sldId="420"/>
            <ac:spMk id="3" creationId="{035A05FD-A091-7F57-FF30-8E7A64C46DDC}"/>
          </ac:spMkLst>
        </pc:spChg>
        <pc:spChg chg="mod">
          <ac:chgData name="Fehmida Usmani" userId="1f7d48bb-60b3-4b90-bf30-0f63161838be" providerId="ADAL" clId="{52900533-8FE7-4094-A970-9FE121CAAA8E}" dt="2024-09-11T00:37:04.161" v="1021" actId="14100"/>
          <ac:spMkLst>
            <pc:docMk/>
            <pc:sldMk cId="3994973114" sldId="420"/>
            <ac:spMk id="6" creationId="{C1EC5306-7800-5F78-79E2-9C3C3B48F209}"/>
          </ac:spMkLst>
        </pc:spChg>
        <pc:spChg chg="del">
          <ac:chgData name="Fehmida Usmani" userId="1f7d48bb-60b3-4b90-bf30-0f63161838be" providerId="ADAL" clId="{52900533-8FE7-4094-A970-9FE121CAAA8E}" dt="2024-09-11T00:36:06.545" v="1004" actId="478"/>
          <ac:spMkLst>
            <pc:docMk/>
            <pc:sldMk cId="3994973114" sldId="420"/>
            <ac:spMk id="7" creationId="{D5240765-9E1E-1879-270C-1AE1F05A804C}"/>
          </ac:spMkLst>
        </pc:spChg>
        <pc:spChg chg="del">
          <ac:chgData name="Fehmida Usmani" userId="1f7d48bb-60b3-4b90-bf30-0f63161838be" providerId="ADAL" clId="{52900533-8FE7-4094-A970-9FE121CAAA8E}" dt="2024-09-11T00:36:46.596" v="1019" actId="478"/>
          <ac:spMkLst>
            <pc:docMk/>
            <pc:sldMk cId="3994973114" sldId="420"/>
            <ac:spMk id="8" creationId="{5558F896-0B4B-0FCE-BCEA-9C833AECE0A3}"/>
          </ac:spMkLst>
        </pc:spChg>
      </pc:sldChg>
      <pc:sldChg chg="delSp modSp add mod">
        <pc:chgData name="Fehmida Usmani" userId="1f7d48bb-60b3-4b90-bf30-0f63161838be" providerId="ADAL" clId="{52900533-8FE7-4094-A970-9FE121CAAA8E}" dt="2024-09-11T01:17:58.625" v="1054"/>
        <pc:sldMkLst>
          <pc:docMk/>
          <pc:sldMk cId="353840542" sldId="421"/>
        </pc:sldMkLst>
        <pc:spChg chg="del">
          <ac:chgData name="Fehmida Usmani" userId="1f7d48bb-60b3-4b90-bf30-0f63161838be" providerId="ADAL" clId="{52900533-8FE7-4094-A970-9FE121CAAA8E}" dt="2024-09-11T01:16:59.138" v="1042" actId="478"/>
          <ac:spMkLst>
            <pc:docMk/>
            <pc:sldMk cId="353840542" sldId="421"/>
            <ac:spMk id="5" creationId="{47A11173-E59F-8668-DF60-FDB8A5FEC2C1}"/>
          </ac:spMkLst>
        </pc:spChg>
        <pc:spChg chg="mod">
          <ac:chgData name="Fehmida Usmani" userId="1f7d48bb-60b3-4b90-bf30-0f63161838be" providerId="ADAL" clId="{52900533-8FE7-4094-A970-9FE121CAAA8E}" dt="2024-09-11T01:17:58.625" v="1054"/>
          <ac:spMkLst>
            <pc:docMk/>
            <pc:sldMk cId="353840542" sldId="421"/>
            <ac:spMk id="6" creationId="{FB8ACAD6-7E77-DDE3-F92A-E1A0288C26C9}"/>
          </ac:spMkLst>
        </pc:spChg>
      </pc:sldChg>
      <pc:sldChg chg="delSp modSp add del mod">
        <pc:chgData name="Fehmida Usmani" userId="1f7d48bb-60b3-4b90-bf30-0f63161838be" providerId="ADAL" clId="{52900533-8FE7-4094-A970-9FE121CAAA8E}" dt="2024-09-11T01:21:47.958" v="1071" actId="47"/>
        <pc:sldMkLst>
          <pc:docMk/>
          <pc:sldMk cId="782894177" sldId="422"/>
        </pc:sldMkLst>
        <pc:spChg chg="del">
          <ac:chgData name="Fehmida Usmani" userId="1f7d48bb-60b3-4b90-bf30-0f63161838be" providerId="ADAL" clId="{52900533-8FE7-4094-A970-9FE121CAAA8E}" dt="2024-09-11T01:19:39.019" v="1056" actId="478"/>
          <ac:spMkLst>
            <pc:docMk/>
            <pc:sldMk cId="782894177" sldId="422"/>
            <ac:spMk id="4" creationId="{8BE7D030-5391-D754-307A-13B339B34C85}"/>
          </ac:spMkLst>
        </pc:spChg>
        <pc:spChg chg="mod">
          <ac:chgData name="Fehmida Usmani" userId="1f7d48bb-60b3-4b90-bf30-0f63161838be" providerId="ADAL" clId="{52900533-8FE7-4094-A970-9FE121CAAA8E}" dt="2024-09-11T01:21:22.578" v="1066" actId="255"/>
          <ac:spMkLst>
            <pc:docMk/>
            <pc:sldMk cId="782894177" sldId="422"/>
            <ac:spMk id="5" creationId="{C6853F5D-6C5B-5298-9AE5-1F4F71DA05D4}"/>
          </ac:spMkLst>
        </pc:spChg>
      </pc:sldChg>
      <pc:sldChg chg="modSp add mod">
        <pc:chgData name="Fehmida Usmani" userId="1f7d48bb-60b3-4b90-bf30-0f63161838be" providerId="ADAL" clId="{52900533-8FE7-4094-A970-9FE121CAAA8E}" dt="2024-09-11T01:26:52.645" v="1075" actId="20577"/>
        <pc:sldMkLst>
          <pc:docMk/>
          <pc:sldMk cId="2059971297" sldId="422"/>
        </pc:sldMkLst>
        <pc:spChg chg="mod">
          <ac:chgData name="Fehmida Usmani" userId="1f7d48bb-60b3-4b90-bf30-0f63161838be" providerId="ADAL" clId="{52900533-8FE7-4094-A970-9FE121CAAA8E}" dt="2024-09-11T01:26:52.645" v="1075" actId="20577"/>
          <ac:spMkLst>
            <pc:docMk/>
            <pc:sldMk cId="2059971297" sldId="422"/>
            <ac:spMk id="8" creationId="{4AA6C14E-444A-E20F-4DFC-2A4BD236BB0A}"/>
          </ac:spMkLst>
        </pc:spChg>
      </pc:sldChg>
      <pc:sldChg chg="addSp delSp modSp new del mod">
        <pc:chgData name="Fehmida Usmani" userId="1f7d48bb-60b3-4b90-bf30-0f63161838be" providerId="ADAL" clId="{52900533-8FE7-4094-A970-9FE121CAAA8E}" dt="2024-09-11T01:50:54.637" v="1186" actId="47"/>
        <pc:sldMkLst>
          <pc:docMk/>
          <pc:sldMk cId="2388845110" sldId="423"/>
        </pc:sldMkLst>
        <pc:spChg chg="del">
          <ac:chgData name="Fehmida Usmani" userId="1f7d48bb-60b3-4b90-bf30-0f63161838be" providerId="ADAL" clId="{52900533-8FE7-4094-A970-9FE121CAAA8E}" dt="2024-09-11T01:45:41.053" v="1135" actId="478"/>
          <ac:spMkLst>
            <pc:docMk/>
            <pc:sldMk cId="2388845110" sldId="423"/>
            <ac:spMk id="2" creationId="{78446FA0-7BA7-45BF-12BE-687928746243}"/>
          </ac:spMkLst>
        </pc:spChg>
        <pc:spChg chg="add del mod">
          <ac:chgData name="Fehmida Usmani" userId="1f7d48bb-60b3-4b90-bf30-0f63161838be" providerId="ADAL" clId="{52900533-8FE7-4094-A970-9FE121CAAA8E}" dt="2024-09-11T01:50:51.425" v="1185" actId="47"/>
          <ac:spMkLst>
            <pc:docMk/>
            <pc:sldMk cId="2388845110" sldId="423"/>
            <ac:spMk id="4" creationId="{8EAD4464-9B27-E838-7BAC-69B5AC246FE8}"/>
          </ac:spMkLst>
        </pc:spChg>
        <pc:spChg chg="add del mod">
          <ac:chgData name="Fehmida Usmani" userId="1f7d48bb-60b3-4b90-bf30-0f63161838be" providerId="ADAL" clId="{52900533-8FE7-4094-A970-9FE121CAAA8E}" dt="2024-09-11T01:47:11.314" v="1151" actId="478"/>
          <ac:spMkLst>
            <pc:docMk/>
            <pc:sldMk cId="2388845110" sldId="423"/>
            <ac:spMk id="5" creationId="{BCDA6B99-C67B-712F-4074-F8A124E16488}"/>
          </ac:spMkLst>
        </pc:spChg>
        <pc:spChg chg="add del mod">
          <ac:chgData name="Fehmida Usmani" userId="1f7d48bb-60b3-4b90-bf30-0f63161838be" providerId="ADAL" clId="{52900533-8FE7-4094-A970-9FE121CAAA8E}" dt="2024-09-11T01:46:59.194" v="1148" actId="478"/>
          <ac:spMkLst>
            <pc:docMk/>
            <pc:sldMk cId="2388845110" sldId="423"/>
            <ac:spMk id="6" creationId="{3DA473D2-AB21-831C-2C7D-0CE9F54A1EC3}"/>
          </ac:spMkLst>
        </pc:spChg>
        <pc:spChg chg="add del mod">
          <ac:chgData name="Fehmida Usmani" userId="1f7d48bb-60b3-4b90-bf30-0f63161838be" providerId="ADAL" clId="{52900533-8FE7-4094-A970-9FE121CAAA8E}" dt="2024-09-11T01:47:15.510" v="1154" actId="478"/>
          <ac:spMkLst>
            <pc:docMk/>
            <pc:sldMk cId="2388845110" sldId="423"/>
            <ac:spMk id="7" creationId="{4117DFE9-4EFD-25C3-5CB2-0BB6BB10BFBE}"/>
          </ac:spMkLst>
        </pc:spChg>
        <pc:spChg chg="add del mod">
          <ac:chgData name="Fehmida Usmani" userId="1f7d48bb-60b3-4b90-bf30-0f63161838be" providerId="ADAL" clId="{52900533-8FE7-4094-A970-9FE121CAAA8E}" dt="2024-09-11T01:45:56.644" v="1137" actId="478"/>
          <ac:spMkLst>
            <pc:docMk/>
            <pc:sldMk cId="2388845110" sldId="423"/>
            <ac:spMk id="8" creationId="{35426CD5-737E-9E77-D1DD-D5A0A1072647}"/>
          </ac:spMkLst>
        </pc:spChg>
        <pc:spChg chg="add del mod">
          <ac:chgData name="Fehmida Usmani" userId="1f7d48bb-60b3-4b90-bf30-0f63161838be" providerId="ADAL" clId="{52900533-8FE7-4094-A970-9FE121CAAA8E}" dt="2024-09-11T01:47:12.623" v="1152" actId="478"/>
          <ac:spMkLst>
            <pc:docMk/>
            <pc:sldMk cId="2388845110" sldId="423"/>
            <ac:spMk id="9" creationId="{238B316C-DE49-A3A6-7D09-C0381AB69A64}"/>
          </ac:spMkLst>
        </pc:spChg>
        <pc:spChg chg="add del mod">
          <ac:chgData name="Fehmida Usmani" userId="1f7d48bb-60b3-4b90-bf30-0f63161838be" providerId="ADAL" clId="{52900533-8FE7-4094-A970-9FE121CAAA8E}" dt="2024-09-11T01:47:14.134" v="1153" actId="478"/>
          <ac:spMkLst>
            <pc:docMk/>
            <pc:sldMk cId="2388845110" sldId="423"/>
            <ac:spMk id="10" creationId="{AE147B54-B381-8475-EA4D-F1D8A6E7CE48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1T01:51:33.325" v="1209"/>
        <pc:sldMkLst>
          <pc:docMk/>
          <pc:sldMk cId="2873418379" sldId="423"/>
        </pc:sldMkLst>
        <pc:spChg chg="mod">
          <ac:chgData name="Fehmida Usmani" userId="1f7d48bb-60b3-4b90-bf30-0f63161838be" providerId="ADAL" clId="{52900533-8FE7-4094-A970-9FE121CAAA8E}" dt="2024-09-11T01:51:04.246" v="1208" actId="20577"/>
          <ac:spMkLst>
            <pc:docMk/>
            <pc:sldMk cId="2873418379" sldId="423"/>
            <ac:spMk id="2" creationId="{8435ADDD-468A-47FA-E450-5A4271B770CF}"/>
          </ac:spMkLst>
        </pc:spChg>
        <pc:spChg chg="del">
          <ac:chgData name="Fehmida Usmani" userId="1f7d48bb-60b3-4b90-bf30-0f63161838be" providerId="ADAL" clId="{52900533-8FE7-4094-A970-9FE121CAAA8E}" dt="2024-09-11T01:51:33.325" v="1209"/>
          <ac:spMkLst>
            <pc:docMk/>
            <pc:sldMk cId="2873418379" sldId="423"/>
            <ac:spMk id="3" creationId="{A18F1104-5B42-02B9-21C0-A543E048D4B6}"/>
          </ac:spMkLst>
        </pc:spChg>
        <pc:spChg chg="add mod">
          <ac:chgData name="Fehmida Usmani" userId="1f7d48bb-60b3-4b90-bf30-0f63161838be" providerId="ADAL" clId="{52900533-8FE7-4094-A970-9FE121CAAA8E}" dt="2024-09-11T01:51:33.325" v="1209"/>
          <ac:spMkLst>
            <pc:docMk/>
            <pc:sldMk cId="2873418379" sldId="423"/>
            <ac:spMk id="4" creationId="{593BE0BD-E8C7-0351-2AD8-A33899580737}"/>
          </ac:spMkLst>
        </pc:spChg>
      </pc:sldChg>
      <pc:sldChg chg="addSp delSp modSp new del mod">
        <pc:chgData name="Fehmida Usmani" userId="1f7d48bb-60b3-4b90-bf30-0f63161838be" providerId="ADAL" clId="{52900533-8FE7-4094-A970-9FE121CAAA8E}" dt="2024-09-11T01:45:04.157" v="1131" actId="47"/>
        <pc:sldMkLst>
          <pc:docMk/>
          <pc:sldMk cId="3449462015" sldId="423"/>
        </pc:sldMkLst>
        <pc:spChg chg="mod">
          <ac:chgData name="Fehmida Usmani" userId="1f7d48bb-60b3-4b90-bf30-0f63161838be" providerId="ADAL" clId="{52900533-8FE7-4094-A970-9FE121CAAA8E}" dt="2024-09-11T01:43:27.358" v="1124" actId="20577"/>
          <ac:spMkLst>
            <pc:docMk/>
            <pc:sldMk cId="3449462015" sldId="423"/>
            <ac:spMk id="2" creationId="{7AF45315-1F8A-8B04-7D19-BB82B4F43B9A}"/>
          </ac:spMkLst>
        </pc:spChg>
        <pc:spChg chg="del">
          <ac:chgData name="Fehmida Usmani" userId="1f7d48bb-60b3-4b90-bf30-0f63161838be" providerId="ADAL" clId="{52900533-8FE7-4094-A970-9FE121CAAA8E}" dt="2024-09-11T01:44:30.384" v="1125"/>
          <ac:spMkLst>
            <pc:docMk/>
            <pc:sldMk cId="3449462015" sldId="423"/>
            <ac:spMk id="3" creationId="{B8D93144-9270-863B-7CB0-036648A1CC68}"/>
          </ac:spMkLst>
        </pc:spChg>
        <pc:spChg chg="add mod">
          <ac:chgData name="Fehmida Usmani" userId="1f7d48bb-60b3-4b90-bf30-0f63161838be" providerId="ADAL" clId="{52900533-8FE7-4094-A970-9FE121CAAA8E}" dt="2024-09-11T01:44:41.203" v="1130" actId="20577"/>
          <ac:spMkLst>
            <pc:docMk/>
            <pc:sldMk cId="3449462015" sldId="423"/>
            <ac:spMk id="4" creationId="{ADFCEA75-3B86-ED9E-1E57-98DAC64DD83D}"/>
          </ac:spMkLst>
        </pc:spChg>
      </pc:sldChg>
      <pc:sldChg chg="addSp delSp modSp add mod">
        <pc:chgData name="Fehmida Usmani" userId="1f7d48bb-60b3-4b90-bf30-0f63161838be" providerId="ADAL" clId="{52900533-8FE7-4094-A970-9FE121CAAA8E}" dt="2024-09-11T01:52:01.146" v="1215"/>
        <pc:sldMkLst>
          <pc:docMk/>
          <pc:sldMk cId="1117511890" sldId="424"/>
        </pc:sldMkLst>
        <pc:spChg chg="del">
          <ac:chgData name="Fehmida Usmani" userId="1f7d48bb-60b3-4b90-bf30-0f63161838be" providerId="ADAL" clId="{52900533-8FE7-4094-A970-9FE121CAAA8E}" dt="2024-09-11T01:51:42.753" v="1213" actId="478"/>
          <ac:spMkLst>
            <pc:docMk/>
            <pc:sldMk cId="1117511890" sldId="424"/>
            <ac:spMk id="4" creationId="{593BE0BD-E8C7-0351-2AD8-A33899580737}"/>
          </ac:spMkLst>
        </pc:spChg>
        <pc:spChg chg="add del mod">
          <ac:chgData name="Fehmida Usmani" userId="1f7d48bb-60b3-4b90-bf30-0f63161838be" providerId="ADAL" clId="{52900533-8FE7-4094-A970-9FE121CAAA8E}" dt="2024-09-11T01:52:00.192" v="1214" actId="478"/>
          <ac:spMkLst>
            <pc:docMk/>
            <pc:sldMk cId="1117511890" sldId="424"/>
            <ac:spMk id="7" creationId="{0A229764-4DAA-2E2F-91CC-EA2EC65E40BD}"/>
          </ac:spMkLst>
        </pc:spChg>
        <pc:spChg chg="add mod">
          <ac:chgData name="Fehmida Usmani" userId="1f7d48bb-60b3-4b90-bf30-0f63161838be" providerId="ADAL" clId="{52900533-8FE7-4094-A970-9FE121CAAA8E}" dt="2024-09-11T01:52:01.146" v="1215"/>
          <ac:spMkLst>
            <pc:docMk/>
            <pc:sldMk cId="1117511890" sldId="424"/>
            <ac:spMk id="8" creationId="{4A410D28-95BD-B178-6F66-C3DDD6AB8307}"/>
          </ac:spMkLst>
        </pc:spChg>
        <pc:spChg chg="add mod">
          <ac:chgData name="Fehmida Usmani" userId="1f7d48bb-60b3-4b90-bf30-0f63161838be" providerId="ADAL" clId="{52900533-8FE7-4094-A970-9FE121CAAA8E}" dt="2024-09-11T01:52:01.146" v="1215"/>
          <ac:spMkLst>
            <pc:docMk/>
            <pc:sldMk cId="1117511890" sldId="424"/>
            <ac:spMk id="9" creationId="{535C4BB8-9596-96A4-C28F-2717EF038135}"/>
          </ac:spMkLst>
        </pc:spChg>
        <pc:graphicFrameChg chg="add del modGraphic">
          <ac:chgData name="Fehmida Usmani" userId="1f7d48bb-60b3-4b90-bf30-0f63161838be" providerId="ADAL" clId="{52900533-8FE7-4094-A970-9FE121CAAA8E}" dt="2024-09-11T01:51:39.958" v="1212" actId="478"/>
          <ac:graphicFrameMkLst>
            <pc:docMk/>
            <pc:sldMk cId="1117511890" sldId="424"/>
            <ac:graphicFrameMk id="5" creationId="{042A5F78-53E0-EAD9-7409-50361AA38784}"/>
          </ac:graphicFrameMkLst>
        </pc:graphicFrameChg>
        <pc:picChg chg="add mod">
          <ac:chgData name="Fehmida Usmani" userId="1f7d48bb-60b3-4b90-bf30-0f63161838be" providerId="ADAL" clId="{52900533-8FE7-4094-A970-9FE121CAAA8E}" dt="2024-09-11T01:52:01.146" v="1215"/>
          <ac:picMkLst>
            <pc:docMk/>
            <pc:sldMk cId="1117511890" sldId="424"/>
            <ac:picMk id="10" creationId="{7A6C854A-93E7-6A10-783B-952E9EC303CD}"/>
          </ac:picMkLst>
        </pc:picChg>
        <pc:picChg chg="add mod">
          <ac:chgData name="Fehmida Usmani" userId="1f7d48bb-60b3-4b90-bf30-0f63161838be" providerId="ADAL" clId="{52900533-8FE7-4094-A970-9FE121CAAA8E}" dt="2024-09-11T01:52:01.146" v="1215"/>
          <ac:picMkLst>
            <pc:docMk/>
            <pc:sldMk cId="1117511890" sldId="424"/>
            <ac:picMk id="11" creationId="{4D43B214-2C9C-761D-ECC8-2438AB114BCF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1T01:52:54.850" v="1219" actId="478"/>
        <pc:sldMkLst>
          <pc:docMk/>
          <pc:sldMk cId="3547575265" sldId="425"/>
        </pc:sldMkLst>
        <pc:spChg chg="mod">
          <ac:chgData name="Fehmida Usmani" userId="1f7d48bb-60b3-4b90-bf30-0f63161838be" providerId="ADAL" clId="{52900533-8FE7-4094-A970-9FE121CAAA8E}" dt="2024-09-11T01:52:36.946" v="1217"/>
          <ac:spMkLst>
            <pc:docMk/>
            <pc:sldMk cId="3547575265" sldId="425"/>
            <ac:spMk id="2" creationId="{A2D75393-1694-683B-60F5-953AC784E967}"/>
          </ac:spMkLst>
        </pc:spChg>
        <pc:spChg chg="del">
          <ac:chgData name="Fehmida Usmani" userId="1f7d48bb-60b3-4b90-bf30-0f63161838be" providerId="ADAL" clId="{52900533-8FE7-4094-A970-9FE121CAAA8E}" dt="2024-09-11T01:52:54.850" v="1219" actId="478"/>
          <ac:spMkLst>
            <pc:docMk/>
            <pc:sldMk cId="3547575265" sldId="425"/>
            <ac:spMk id="3" creationId="{BDDAF32E-3789-B51C-B7DA-57C7A9AF8536}"/>
          </ac:spMkLst>
        </pc:spChg>
        <pc:spChg chg="add mod">
          <ac:chgData name="Fehmida Usmani" userId="1f7d48bb-60b3-4b90-bf30-0f63161838be" providerId="ADAL" clId="{52900533-8FE7-4094-A970-9FE121CAAA8E}" dt="2024-09-11T01:52:51.496" v="1218"/>
          <ac:spMkLst>
            <pc:docMk/>
            <pc:sldMk cId="3547575265" sldId="425"/>
            <ac:spMk id="4" creationId="{C1115C12-F7D6-AA54-FC62-D0CF88525734}"/>
          </ac:spMkLst>
        </pc:spChg>
        <pc:spChg chg="add mod">
          <ac:chgData name="Fehmida Usmani" userId="1f7d48bb-60b3-4b90-bf30-0f63161838be" providerId="ADAL" clId="{52900533-8FE7-4094-A970-9FE121CAAA8E}" dt="2024-09-11T01:52:51.496" v="1218"/>
          <ac:spMkLst>
            <pc:docMk/>
            <pc:sldMk cId="3547575265" sldId="425"/>
            <ac:spMk id="5" creationId="{25989BB3-C5EE-CE86-1D6B-664703E825B7}"/>
          </ac:spMkLst>
        </pc:spChg>
        <pc:picChg chg="add mod">
          <ac:chgData name="Fehmida Usmani" userId="1f7d48bb-60b3-4b90-bf30-0f63161838be" providerId="ADAL" clId="{52900533-8FE7-4094-A970-9FE121CAAA8E}" dt="2024-09-11T01:52:51.496" v="1218"/>
          <ac:picMkLst>
            <pc:docMk/>
            <pc:sldMk cId="3547575265" sldId="425"/>
            <ac:picMk id="6" creationId="{AF0733B1-6D0A-B773-482E-6502A29F648E}"/>
          </ac:picMkLst>
        </pc:picChg>
        <pc:picChg chg="add mod">
          <ac:chgData name="Fehmida Usmani" userId="1f7d48bb-60b3-4b90-bf30-0f63161838be" providerId="ADAL" clId="{52900533-8FE7-4094-A970-9FE121CAAA8E}" dt="2024-09-11T01:52:51.496" v="1218"/>
          <ac:picMkLst>
            <pc:docMk/>
            <pc:sldMk cId="3547575265" sldId="425"/>
            <ac:picMk id="7" creationId="{95FBF717-49C1-FAB0-25BA-01881B6C34B0}"/>
          </ac:picMkLst>
        </pc:picChg>
      </pc:sldChg>
      <pc:sldChg chg="addSp delSp modSp add mod">
        <pc:chgData name="Fehmida Usmani" userId="1f7d48bb-60b3-4b90-bf30-0f63161838be" providerId="ADAL" clId="{52900533-8FE7-4094-A970-9FE121CAAA8E}" dt="2024-09-11T01:56:23.107" v="1269" actId="20577"/>
        <pc:sldMkLst>
          <pc:docMk/>
          <pc:sldMk cId="248537742" sldId="426"/>
        </pc:sldMkLst>
        <pc:spChg chg="mod">
          <ac:chgData name="Fehmida Usmani" userId="1f7d48bb-60b3-4b90-bf30-0f63161838be" providerId="ADAL" clId="{52900533-8FE7-4094-A970-9FE121CAAA8E}" dt="2024-09-11T01:55:46.499" v="1264" actId="20577"/>
          <ac:spMkLst>
            <pc:docMk/>
            <pc:sldMk cId="248537742" sldId="426"/>
            <ac:spMk id="2" creationId="{A2D75393-1694-683B-60F5-953AC784E967}"/>
          </ac:spMkLst>
        </pc:spChg>
        <pc:spChg chg="add mod">
          <ac:chgData name="Fehmida Usmani" userId="1f7d48bb-60b3-4b90-bf30-0f63161838be" providerId="ADAL" clId="{52900533-8FE7-4094-A970-9FE121CAAA8E}" dt="2024-09-11T01:56:23.107" v="1269" actId="20577"/>
          <ac:spMkLst>
            <pc:docMk/>
            <pc:sldMk cId="248537742" sldId="426"/>
            <ac:spMk id="3" creationId="{325763BC-CCDC-3459-0120-B28DB19D4FCF}"/>
          </ac:spMkLst>
        </pc:spChg>
        <pc:spChg chg="del">
          <ac:chgData name="Fehmida Usmani" userId="1f7d48bb-60b3-4b90-bf30-0f63161838be" providerId="ADAL" clId="{52900533-8FE7-4094-A970-9FE121CAAA8E}" dt="2024-09-11T01:53:16.152" v="1222" actId="478"/>
          <ac:spMkLst>
            <pc:docMk/>
            <pc:sldMk cId="248537742" sldId="426"/>
            <ac:spMk id="4" creationId="{C1115C12-F7D6-AA54-FC62-D0CF88525734}"/>
          </ac:spMkLst>
        </pc:spChg>
        <pc:spChg chg="del">
          <ac:chgData name="Fehmida Usmani" userId="1f7d48bb-60b3-4b90-bf30-0f63161838be" providerId="ADAL" clId="{52900533-8FE7-4094-A970-9FE121CAAA8E}" dt="2024-09-11T01:53:21.237" v="1224" actId="478"/>
          <ac:spMkLst>
            <pc:docMk/>
            <pc:sldMk cId="248537742" sldId="426"/>
            <ac:spMk id="5" creationId="{25989BB3-C5EE-CE86-1D6B-664703E825B7}"/>
          </ac:spMkLst>
        </pc:spChg>
        <pc:picChg chg="del">
          <ac:chgData name="Fehmida Usmani" userId="1f7d48bb-60b3-4b90-bf30-0f63161838be" providerId="ADAL" clId="{52900533-8FE7-4094-A970-9FE121CAAA8E}" dt="2024-09-11T01:53:18.809" v="1223" actId="478"/>
          <ac:picMkLst>
            <pc:docMk/>
            <pc:sldMk cId="248537742" sldId="426"/>
            <ac:picMk id="6" creationId="{AF0733B1-6D0A-B773-482E-6502A29F648E}"/>
          </ac:picMkLst>
        </pc:picChg>
        <pc:picChg chg="del">
          <ac:chgData name="Fehmida Usmani" userId="1f7d48bb-60b3-4b90-bf30-0f63161838be" providerId="ADAL" clId="{52900533-8FE7-4094-A970-9FE121CAAA8E}" dt="2024-09-11T01:53:12.668" v="1221" actId="478"/>
          <ac:picMkLst>
            <pc:docMk/>
            <pc:sldMk cId="248537742" sldId="426"/>
            <ac:picMk id="7" creationId="{95FBF717-49C1-FAB0-25BA-01881B6C34B0}"/>
          </ac:picMkLst>
        </pc:picChg>
        <pc:picChg chg="add mod">
          <ac:chgData name="Fehmida Usmani" userId="1f7d48bb-60b3-4b90-bf30-0f63161838be" providerId="ADAL" clId="{52900533-8FE7-4094-A970-9FE121CAAA8E}" dt="2024-09-11T01:56:08.919" v="1268" actId="1076"/>
          <ac:picMkLst>
            <pc:docMk/>
            <pc:sldMk cId="248537742" sldId="426"/>
            <ac:picMk id="8" creationId="{161A1910-AA79-943D-6E90-826967F3247E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1T01:56:54.533" v="1274" actId="20577"/>
        <pc:sldMkLst>
          <pc:docMk/>
          <pc:sldMk cId="589517729" sldId="427"/>
        </pc:sldMkLst>
        <pc:spChg chg="mod">
          <ac:chgData name="Fehmida Usmani" userId="1f7d48bb-60b3-4b90-bf30-0f63161838be" providerId="ADAL" clId="{52900533-8FE7-4094-A970-9FE121CAAA8E}" dt="2024-09-11T01:56:35.672" v="1271"/>
          <ac:spMkLst>
            <pc:docMk/>
            <pc:sldMk cId="589517729" sldId="427"/>
            <ac:spMk id="2" creationId="{82E88745-06D1-F98E-9DBB-32B52602E7B6}"/>
          </ac:spMkLst>
        </pc:spChg>
        <pc:spChg chg="del">
          <ac:chgData name="Fehmida Usmani" userId="1f7d48bb-60b3-4b90-bf30-0f63161838be" providerId="ADAL" clId="{52900533-8FE7-4094-A970-9FE121CAAA8E}" dt="2024-09-11T01:56:50.370" v="1273" actId="478"/>
          <ac:spMkLst>
            <pc:docMk/>
            <pc:sldMk cId="589517729" sldId="427"/>
            <ac:spMk id="3" creationId="{87E801B0-6565-3122-3432-76CE98BFFB6E}"/>
          </ac:spMkLst>
        </pc:spChg>
        <pc:spChg chg="add mod">
          <ac:chgData name="Fehmida Usmani" userId="1f7d48bb-60b3-4b90-bf30-0f63161838be" providerId="ADAL" clId="{52900533-8FE7-4094-A970-9FE121CAAA8E}" dt="2024-09-11T01:56:54.533" v="1274" actId="20577"/>
          <ac:spMkLst>
            <pc:docMk/>
            <pc:sldMk cId="589517729" sldId="427"/>
            <ac:spMk id="4" creationId="{CA4EDE33-D976-1BAE-984D-766C1F2032FE}"/>
          </ac:spMkLst>
        </pc:spChg>
        <pc:picChg chg="add mod">
          <ac:chgData name="Fehmida Usmani" userId="1f7d48bb-60b3-4b90-bf30-0f63161838be" providerId="ADAL" clId="{52900533-8FE7-4094-A970-9FE121CAAA8E}" dt="2024-09-11T01:56:48.279" v="1272"/>
          <ac:picMkLst>
            <pc:docMk/>
            <pc:sldMk cId="589517729" sldId="427"/>
            <ac:picMk id="5" creationId="{F5B7CFD8-B86C-A244-1259-95B0ECB8F3D0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1T01:57:26.219" v="1279" actId="14100"/>
        <pc:sldMkLst>
          <pc:docMk/>
          <pc:sldMk cId="4136414197" sldId="428"/>
        </pc:sldMkLst>
        <pc:spChg chg="mod">
          <ac:chgData name="Fehmida Usmani" userId="1f7d48bb-60b3-4b90-bf30-0f63161838be" providerId="ADAL" clId="{52900533-8FE7-4094-A970-9FE121CAAA8E}" dt="2024-09-11T01:57:07.926" v="1276"/>
          <ac:spMkLst>
            <pc:docMk/>
            <pc:sldMk cId="4136414197" sldId="428"/>
            <ac:spMk id="2" creationId="{CE0200FE-C7C3-880E-F947-E5042D567848}"/>
          </ac:spMkLst>
        </pc:spChg>
        <pc:spChg chg="del">
          <ac:chgData name="Fehmida Usmani" userId="1f7d48bb-60b3-4b90-bf30-0f63161838be" providerId="ADAL" clId="{52900533-8FE7-4094-A970-9FE121CAAA8E}" dt="2024-09-11T01:57:21.485" v="1277" actId="478"/>
          <ac:spMkLst>
            <pc:docMk/>
            <pc:sldMk cId="4136414197" sldId="428"/>
            <ac:spMk id="3" creationId="{A4EBCEBC-8156-0623-E95B-A12C388138F9}"/>
          </ac:spMkLst>
        </pc:spChg>
        <pc:spChg chg="add mod">
          <ac:chgData name="Fehmida Usmani" userId="1f7d48bb-60b3-4b90-bf30-0f63161838be" providerId="ADAL" clId="{52900533-8FE7-4094-A970-9FE121CAAA8E}" dt="2024-09-11T01:57:26.219" v="1279" actId="14100"/>
          <ac:spMkLst>
            <pc:docMk/>
            <pc:sldMk cId="4136414197" sldId="428"/>
            <ac:spMk id="4" creationId="{35E68AE5-8223-CCC5-3069-E092B9B25AF2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1T01:57:56.124" v="1284"/>
        <pc:sldMkLst>
          <pc:docMk/>
          <pc:sldMk cId="3128559185" sldId="429"/>
        </pc:sldMkLst>
        <pc:spChg chg="mod">
          <ac:chgData name="Fehmida Usmani" userId="1f7d48bb-60b3-4b90-bf30-0f63161838be" providerId="ADAL" clId="{52900533-8FE7-4094-A970-9FE121CAAA8E}" dt="2024-09-11T01:57:56.124" v="1284"/>
          <ac:spMkLst>
            <pc:docMk/>
            <pc:sldMk cId="3128559185" sldId="429"/>
            <ac:spMk id="2" creationId="{650BF15F-6423-09B9-BBC7-350C3080B0E7}"/>
          </ac:spMkLst>
        </pc:spChg>
        <pc:spChg chg="del">
          <ac:chgData name="Fehmida Usmani" userId="1f7d48bb-60b3-4b90-bf30-0f63161838be" providerId="ADAL" clId="{52900533-8FE7-4094-A970-9FE121CAAA8E}" dt="2024-09-11T01:57:46.065" v="1281" actId="478"/>
          <ac:spMkLst>
            <pc:docMk/>
            <pc:sldMk cId="3128559185" sldId="429"/>
            <ac:spMk id="3" creationId="{4A7B76F6-5CF3-7438-45FF-7E4A456E46E3}"/>
          </ac:spMkLst>
        </pc:spChg>
        <pc:spChg chg="add mod">
          <ac:chgData name="Fehmida Usmani" userId="1f7d48bb-60b3-4b90-bf30-0f63161838be" providerId="ADAL" clId="{52900533-8FE7-4094-A970-9FE121CAAA8E}" dt="2024-09-11T01:57:49.690" v="1283" actId="1076"/>
          <ac:spMkLst>
            <pc:docMk/>
            <pc:sldMk cId="3128559185" sldId="429"/>
            <ac:spMk id="4" creationId="{8B2F3688-5B7A-98E8-A79A-A33FCC465B2B}"/>
          </ac:spMkLst>
        </pc:spChg>
        <pc:spChg chg="add mod">
          <ac:chgData name="Fehmida Usmani" userId="1f7d48bb-60b3-4b90-bf30-0f63161838be" providerId="ADAL" clId="{52900533-8FE7-4094-A970-9FE121CAAA8E}" dt="2024-09-11T01:57:49.690" v="1283" actId="1076"/>
          <ac:spMkLst>
            <pc:docMk/>
            <pc:sldMk cId="3128559185" sldId="429"/>
            <ac:spMk id="5" creationId="{6FF3DBA5-5D82-0B54-49D2-40D135D7A563}"/>
          </ac:spMkLst>
        </pc:spChg>
        <pc:picChg chg="add mod">
          <ac:chgData name="Fehmida Usmani" userId="1f7d48bb-60b3-4b90-bf30-0f63161838be" providerId="ADAL" clId="{52900533-8FE7-4094-A970-9FE121CAAA8E}" dt="2024-09-11T01:57:49.690" v="1283" actId="1076"/>
          <ac:picMkLst>
            <pc:docMk/>
            <pc:sldMk cId="3128559185" sldId="429"/>
            <ac:picMk id="6" creationId="{999CE66F-263A-10DC-C3DE-044A7104D7F8}"/>
          </ac:picMkLst>
        </pc:picChg>
      </pc:sldChg>
      <pc:sldChg chg="addSp delSp modSp new mod">
        <pc:chgData name="Fehmida Usmani" userId="1f7d48bb-60b3-4b90-bf30-0f63161838be" providerId="ADAL" clId="{52900533-8FE7-4094-A970-9FE121CAAA8E}" dt="2024-09-11T01:58:40.960" v="1338" actId="1076"/>
        <pc:sldMkLst>
          <pc:docMk/>
          <pc:sldMk cId="131340743" sldId="430"/>
        </pc:sldMkLst>
        <pc:spChg chg="mod">
          <ac:chgData name="Fehmida Usmani" userId="1f7d48bb-60b3-4b90-bf30-0f63161838be" providerId="ADAL" clId="{52900533-8FE7-4094-A970-9FE121CAAA8E}" dt="2024-09-11T01:58:19.906" v="1335" actId="20577"/>
          <ac:spMkLst>
            <pc:docMk/>
            <pc:sldMk cId="131340743" sldId="430"/>
            <ac:spMk id="2" creationId="{CF44C0B9-D113-1259-7C7F-20D7732DB8CE}"/>
          </ac:spMkLst>
        </pc:spChg>
        <pc:spChg chg="del">
          <ac:chgData name="Fehmida Usmani" userId="1f7d48bb-60b3-4b90-bf30-0f63161838be" providerId="ADAL" clId="{52900533-8FE7-4094-A970-9FE121CAAA8E}" dt="2024-09-11T01:58:36.223" v="1336" actId="478"/>
          <ac:spMkLst>
            <pc:docMk/>
            <pc:sldMk cId="131340743" sldId="430"/>
            <ac:spMk id="3" creationId="{B677724B-0F4C-C56F-91CD-B9C5F8710719}"/>
          </ac:spMkLst>
        </pc:spChg>
        <pc:spChg chg="add mod">
          <ac:chgData name="Fehmida Usmani" userId="1f7d48bb-60b3-4b90-bf30-0f63161838be" providerId="ADAL" clId="{52900533-8FE7-4094-A970-9FE121CAAA8E}" dt="2024-09-11T01:58:40.960" v="1338" actId="1076"/>
          <ac:spMkLst>
            <pc:docMk/>
            <pc:sldMk cId="131340743" sldId="430"/>
            <ac:spMk id="4" creationId="{74011375-8E7C-BC95-E569-849C3DF866C5}"/>
          </ac:spMkLst>
        </pc:spChg>
        <pc:picChg chg="add mod">
          <ac:chgData name="Fehmida Usmani" userId="1f7d48bb-60b3-4b90-bf30-0f63161838be" providerId="ADAL" clId="{52900533-8FE7-4094-A970-9FE121CAAA8E}" dt="2024-09-11T01:58:40.960" v="1338" actId="1076"/>
          <ac:picMkLst>
            <pc:docMk/>
            <pc:sldMk cId="131340743" sldId="430"/>
            <ac:picMk id="5" creationId="{CDB943A0-194C-658E-1761-78ADE7ED38A1}"/>
          </ac:picMkLst>
        </pc:picChg>
      </pc:sldChg>
      <pc:sldChg chg="addSp delSp modSp new mod modAnim">
        <pc:chgData name="Fehmida Usmani" userId="1f7d48bb-60b3-4b90-bf30-0f63161838be" providerId="ADAL" clId="{52900533-8FE7-4094-A970-9FE121CAAA8E}" dt="2024-09-11T01:59:54.459" v="1344"/>
        <pc:sldMkLst>
          <pc:docMk/>
          <pc:sldMk cId="1910637345" sldId="431"/>
        </pc:sldMkLst>
        <pc:spChg chg="mod">
          <ac:chgData name="Fehmida Usmani" userId="1f7d48bb-60b3-4b90-bf30-0f63161838be" providerId="ADAL" clId="{52900533-8FE7-4094-A970-9FE121CAAA8E}" dt="2024-09-11T01:59:54.459" v="1344"/>
          <ac:spMkLst>
            <pc:docMk/>
            <pc:sldMk cId="1910637345" sldId="431"/>
            <ac:spMk id="2" creationId="{BC6EAA0A-DEE2-1A5A-43EE-6A8F2609AA5D}"/>
          </ac:spMkLst>
        </pc:spChg>
        <pc:spChg chg="del">
          <ac:chgData name="Fehmida Usmani" userId="1f7d48bb-60b3-4b90-bf30-0f63161838be" providerId="ADAL" clId="{52900533-8FE7-4094-A970-9FE121CAAA8E}" dt="2024-09-11T01:59:29.833" v="1340"/>
          <ac:spMkLst>
            <pc:docMk/>
            <pc:sldMk cId="1910637345" sldId="431"/>
            <ac:spMk id="3" creationId="{46DF76A9-3F26-6FB1-7D8F-95DE1B72C2A5}"/>
          </ac:spMkLst>
        </pc:spChg>
        <pc:spChg chg="add mod">
          <ac:chgData name="Fehmida Usmani" userId="1f7d48bb-60b3-4b90-bf30-0f63161838be" providerId="ADAL" clId="{52900533-8FE7-4094-A970-9FE121CAAA8E}" dt="2024-09-11T01:59:29.833" v="1340"/>
          <ac:spMkLst>
            <pc:docMk/>
            <pc:sldMk cId="1910637345" sldId="431"/>
            <ac:spMk id="4" creationId="{A3093EF1-CB55-042B-6890-0D034034C290}"/>
          </ac:spMkLst>
        </pc:spChg>
        <pc:spChg chg="add mod">
          <ac:chgData name="Fehmida Usmani" userId="1f7d48bb-60b3-4b90-bf30-0f63161838be" providerId="ADAL" clId="{52900533-8FE7-4094-A970-9FE121CAAA8E}" dt="2024-09-11T01:59:43.184" v="1342" actId="14100"/>
          <ac:spMkLst>
            <pc:docMk/>
            <pc:sldMk cId="1910637345" sldId="431"/>
            <ac:spMk id="5" creationId="{026102E9-05C6-8662-8030-C739585C6818}"/>
          </ac:spMkLst>
        </pc:spChg>
      </pc:sldChg>
      <pc:sldChg chg="addSp delSp modSp new mod">
        <pc:chgData name="Fehmida Usmani" userId="1f7d48bb-60b3-4b90-bf30-0f63161838be" providerId="ADAL" clId="{52900533-8FE7-4094-A970-9FE121CAAA8E}" dt="2024-09-11T02:00:20.041" v="1347"/>
        <pc:sldMkLst>
          <pc:docMk/>
          <pc:sldMk cId="2403553263" sldId="432"/>
        </pc:sldMkLst>
        <pc:spChg chg="mod">
          <ac:chgData name="Fehmida Usmani" userId="1f7d48bb-60b3-4b90-bf30-0f63161838be" providerId="ADAL" clId="{52900533-8FE7-4094-A970-9FE121CAAA8E}" dt="2024-09-11T02:00:05.723" v="1346"/>
          <ac:spMkLst>
            <pc:docMk/>
            <pc:sldMk cId="2403553263" sldId="432"/>
            <ac:spMk id="2" creationId="{99E208A0-893F-52FC-DC1E-E75B0550BA21}"/>
          </ac:spMkLst>
        </pc:spChg>
        <pc:spChg chg="del">
          <ac:chgData name="Fehmida Usmani" userId="1f7d48bb-60b3-4b90-bf30-0f63161838be" providerId="ADAL" clId="{52900533-8FE7-4094-A970-9FE121CAAA8E}" dt="2024-09-11T02:00:20.041" v="1347"/>
          <ac:spMkLst>
            <pc:docMk/>
            <pc:sldMk cId="2403553263" sldId="432"/>
            <ac:spMk id="3" creationId="{F40C8C4C-C821-9E07-1244-B0DB4FAF854A}"/>
          </ac:spMkLst>
        </pc:spChg>
        <pc:spChg chg="add mod">
          <ac:chgData name="Fehmida Usmani" userId="1f7d48bb-60b3-4b90-bf30-0f63161838be" providerId="ADAL" clId="{52900533-8FE7-4094-A970-9FE121CAAA8E}" dt="2024-09-11T02:00:20.041" v="1347"/>
          <ac:spMkLst>
            <pc:docMk/>
            <pc:sldMk cId="2403553263" sldId="432"/>
            <ac:spMk id="4" creationId="{63611ED9-03B3-EE5E-3358-C282272F578D}"/>
          </ac:spMkLst>
        </pc:spChg>
      </pc:sldChg>
      <pc:sldChg chg="new del">
        <pc:chgData name="Fehmida Usmani" userId="1f7d48bb-60b3-4b90-bf30-0f63161838be" providerId="ADAL" clId="{52900533-8FE7-4094-A970-9FE121CAAA8E}" dt="2024-09-11T02:01:20.336" v="1349" actId="47"/>
        <pc:sldMkLst>
          <pc:docMk/>
          <pc:sldMk cId="3120803362" sldId="4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6373D-8E78-43EA-99B1-1209BE6E72DE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58D39-4848-4220-8384-1B37F8D14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71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65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20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50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2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58D39-4848-4220-8384-1B37F8D1435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6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F5884-014C-D0BE-1A93-C07594608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126F1-7DE7-EDD0-1A80-51E24B9A3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DF7DC-1D1E-FB8A-41F1-8A12C846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8E6E9-BF93-4519-0257-19302FFE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30C76-1545-851C-D337-A515CD1D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7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3DBE-F0AE-0B70-85B4-E16ED965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4CA5C-98C0-3A10-5AC8-34E7B0583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B307E-9966-DD35-7898-57328263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AB3B0-6E3A-D6CD-39EB-D00B8FFBC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B118A-59EF-F032-BE88-32113070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82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E66A-3E52-C0C7-7F37-608074C9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727AA-C171-8A00-1744-3D0A2F1F4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6EBE7-CE0C-C140-773B-1A5518C3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64C3-4577-33FA-D89C-E5C28C56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38D26-29EC-8F9A-E5D7-FD02C187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4DD2-465A-E341-CE98-C95C65A9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8AAF-533A-39D0-2302-93F36EE14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F02DC-35AA-B605-B144-3C56E7AD0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9A116-D9BF-5D04-242E-414CB629F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712F2-A89D-A3EA-6285-A38E52D4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65E9-FBF9-A41D-ECAE-EE4C7FC6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6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738D-E0EB-1160-10F7-F69C8272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DB1BE-CC97-DA48-D1A8-02E0D8B8A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110DA-B305-CC7F-951B-1F55F0F8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A5DB9F-68F3-72E9-FED7-D3CDDC0F2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C753C4-627F-570D-6B03-FCC3DE1E6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C8245E-1E30-F4DE-BDE3-88D1B7C4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2F4146-883D-E2F6-6659-6C1B4CFC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0EBB7-1012-9091-6220-43EA0459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4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7BAD-87FD-1E0D-4A73-813218F2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12CFA-1779-3849-2B13-EF7601B4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3EA59-6644-6E56-1D7D-BA3E9428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9097B-8F3F-CE28-266B-F74749F9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3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4EC602-5727-CC67-6D5E-8D43F3D8D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4742E-69A0-BECC-EB58-163FB8FA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62981-5138-B4DE-D35C-14595D25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E629-6418-CDE3-7F69-A00479FE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7569C-E138-56AB-E0B8-606A41D63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F1574-5AA1-00F1-248F-D25D6A000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6056C-8294-A6EC-BA3C-D0DC45F21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F7BE0-2B0A-770C-2D0C-012C7256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EAB2D-4A55-A662-1054-9223CEFB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71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1E24E-5DCE-289C-E895-FB84AEB0A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2323B-1E1C-8A71-DE2C-0682D02CD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29F59-DC6C-3A4F-32A3-783866097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10664-0A95-7F43-4733-9C54CFC4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D2A8E-080D-7447-0EC9-7A16B02C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D1F61-A342-5094-0A93-DF97483A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4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7619-E3C2-F936-E912-3D1EB9DE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8CCAC-069B-CF24-04F6-4EAE5FFC5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EAB43-30EE-9B26-6655-CCF8D2671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8221E-D715-0994-0E17-C83488583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86DE3-2F20-90AC-8810-DD040E11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1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DCF0AB-F713-EF74-AA22-6CF31E193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A50F1-65B2-E889-5032-205EDC703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977DC-3EFC-25D9-EE7D-C4CC2BEC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77518-881B-4E09-CA07-6B6DCC95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C4CD-1AAC-28C0-F213-856A1D76E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59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9D1C6-90FF-3E92-F511-248FCF65D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9FC42-3F79-9292-BCBF-7F8FE0E93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75854-3C7E-B0FB-A171-96E20A31D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6409E-AC81-4EEE-9C37-3C119987D227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F8FCA-6895-99CC-054E-C2407694B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1F196-2271-F638-9E84-8A60A8595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0920F-FDD8-45B6-ADE2-AFC8D584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5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10D37D5E-7F81-AFB2-896C-680ABF7E96C1}"/>
              </a:ext>
            </a:extLst>
          </p:cNvPr>
          <p:cNvSpPr txBox="1">
            <a:spLocks/>
          </p:cNvSpPr>
          <p:nvPr/>
        </p:nvSpPr>
        <p:spPr>
          <a:xfrm>
            <a:off x="4075834" y="1334823"/>
            <a:ext cx="7688100" cy="166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Structures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032FB-F200-E1DC-7917-01517F6E864B}"/>
              </a:ext>
            </a:extLst>
          </p:cNvPr>
          <p:cNvSpPr txBox="1"/>
          <p:nvPr/>
        </p:nvSpPr>
        <p:spPr>
          <a:xfrm>
            <a:off x="5357352" y="2414748"/>
            <a:ext cx="60984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CS-1005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GCR: e2d2awt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6C14E-444A-E20F-4DFC-2A4BD236BB0A}"/>
              </a:ext>
            </a:extLst>
          </p:cNvPr>
          <p:cNvSpPr txBox="1"/>
          <p:nvPr/>
        </p:nvSpPr>
        <p:spPr>
          <a:xfrm>
            <a:off x="3240959" y="4188231"/>
            <a:ext cx="60984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Lecture-8</a:t>
            </a:r>
          </a:p>
        </p:txBody>
      </p:sp>
    </p:spTree>
    <p:extLst>
      <p:ext uri="{BB962C8B-B14F-4D97-AF65-F5344CB8AC3E}">
        <p14:creationId xmlns:p14="http://schemas.microsoft.com/office/powerpoint/2010/main" val="205997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5E4C-6EB7-94C0-4198-2C14A9FB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sz="3600" b="1" spc="4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36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b="1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lang="en-US" sz="3600" b="1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r>
              <a:rPr lang="en-US" sz="36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b="1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3600" b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Premise and</a:t>
            </a:r>
            <a:r>
              <a:rPr lang="en-US" sz="3600" b="1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36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4400" dirty="0">
                <a:solidFill>
                  <a:schemeClr val="tx1"/>
                </a:solidFill>
                <a:latin typeface="Arial"/>
                <a:cs typeface="Arial"/>
              </a:rPr>
            </a:b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BC10FEB-D92F-788F-E8DA-1FCA2F2B4263}"/>
              </a:ext>
            </a:extLst>
          </p:cNvPr>
          <p:cNvSpPr txBox="1">
            <a:spLocks/>
          </p:cNvSpPr>
          <p:nvPr/>
        </p:nvSpPr>
        <p:spPr>
          <a:xfrm>
            <a:off x="993140" y="1944117"/>
            <a:ext cx="10820318" cy="7569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argument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below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is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valid</a:t>
            </a:r>
            <a:r>
              <a:rPr lang="en-US" sz="2400" spc="-1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by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modus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ponens.</a:t>
            </a:r>
            <a:r>
              <a:rPr lang="en-US" sz="2400" spc="-2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But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its </a:t>
            </a:r>
            <a:r>
              <a:rPr lang="en-US" sz="2400" dirty="0">
                <a:solidFill>
                  <a:srgbClr val="000000"/>
                </a:solidFill>
              </a:rPr>
              <a:t>major</a:t>
            </a:r>
            <a:r>
              <a:rPr lang="en-US" sz="2400" spc="-3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premise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is</a:t>
            </a:r>
            <a:r>
              <a:rPr lang="en-US" sz="2400" spc="-2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false,</a:t>
            </a:r>
            <a:r>
              <a:rPr lang="en-US" sz="2400" spc="-3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and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so</a:t>
            </a:r>
            <a:r>
              <a:rPr lang="en-US" sz="2400" spc="-2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is</a:t>
            </a:r>
            <a:r>
              <a:rPr lang="en-US" sz="2400" spc="-2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its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conclusion.</a:t>
            </a:r>
            <a:endParaRPr lang="en-US" sz="2400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A5F8D39E-35FD-AA5B-F98C-4AEDAA48CCCB}"/>
              </a:ext>
            </a:extLst>
          </p:cNvPr>
          <p:cNvSpPr txBox="1"/>
          <p:nvPr/>
        </p:nvSpPr>
        <p:spPr>
          <a:xfrm>
            <a:off x="1666748" y="3187702"/>
            <a:ext cx="9527277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marR="5080" indent="-107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John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Lennon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was a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rock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star,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John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Lennon </a:t>
            </a:r>
            <a:r>
              <a:rPr sz="2400" dirty="0">
                <a:latin typeface="Microsoft Sans Serif"/>
                <a:cs typeface="Microsoft Sans Serif"/>
              </a:rPr>
              <a:t>had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red</a:t>
            </a:r>
            <a:r>
              <a:rPr sz="2400" spc="-10" dirty="0">
                <a:latin typeface="Microsoft Sans Serif"/>
                <a:cs typeface="Microsoft Sans Serif"/>
              </a:rPr>
              <a:t> hair.</a:t>
            </a:r>
            <a:endParaRPr sz="2400" dirty="0">
              <a:latin typeface="Microsoft Sans Serif"/>
              <a:cs typeface="Microsoft Sans Serif"/>
            </a:endParaRPr>
          </a:p>
          <a:p>
            <a:pPr marL="25336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Microsoft Sans Serif"/>
                <a:cs typeface="Microsoft Sans Serif"/>
              </a:rPr>
              <a:t>John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Lennon was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rock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star.</a:t>
            </a:r>
            <a:endParaRPr sz="2400" dirty="0">
              <a:latin typeface="Microsoft Sans Serif"/>
              <a:cs typeface="Microsoft Sans Serif"/>
            </a:endParaRPr>
          </a:p>
          <a:p>
            <a:pPr marL="288290" indent="-275590">
              <a:lnSpc>
                <a:spcPct val="100000"/>
              </a:lnSpc>
              <a:spcBef>
                <a:spcPts val="575"/>
              </a:spcBef>
              <a:buChar char="•"/>
              <a:tabLst>
                <a:tab pos="288290" algn="l"/>
              </a:tabLst>
            </a:pPr>
            <a:r>
              <a:rPr sz="2400" dirty="0">
                <a:latin typeface="Microsoft Sans Serif"/>
                <a:cs typeface="Microsoft Sans Serif"/>
              </a:rPr>
              <a:t>John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Lennon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had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hair.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310096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C2FB47-8297-520F-557A-25999B82FF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29052"/>
            <a:ext cx="105156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sz="3200" b="1" spc="4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2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3200" b="1" i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  <a:r>
              <a:rPr sz="3200" b="1" i="1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r>
              <a:rPr sz="3200" b="1" i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200" b="1" i="1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3200" b="1" i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Premises and</a:t>
            </a:r>
            <a:r>
              <a:rPr sz="3200" b="1" i="1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b="1" i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3200" b="1" i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i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DA7F225-9930-C632-5C59-27761A7611BB}"/>
              </a:ext>
            </a:extLst>
          </p:cNvPr>
          <p:cNvSpPr txBox="1">
            <a:spLocks/>
          </p:cNvSpPr>
          <p:nvPr/>
        </p:nvSpPr>
        <p:spPr>
          <a:xfrm>
            <a:off x="993140" y="2131499"/>
            <a:ext cx="10360660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spc="-4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argument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below</a:t>
            </a:r>
            <a:r>
              <a:rPr lang="en-US" sz="2400" spc="-2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is</a:t>
            </a:r>
            <a:r>
              <a:rPr lang="en-US" sz="2400" spc="-4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invalid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by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spc="-5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converse</a:t>
            </a:r>
            <a:r>
              <a:rPr lang="en-US" sz="2400" spc="-3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error,</a:t>
            </a:r>
            <a:r>
              <a:rPr lang="en-US" sz="2400" spc="-5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but</a:t>
            </a:r>
            <a:r>
              <a:rPr lang="en-US" sz="2400" spc="-3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it </a:t>
            </a:r>
            <a:r>
              <a:rPr lang="en-US" sz="2400" dirty="0">
                <a:solidFill>
                  <a:srgbClr val="000000"/>
                </a:solidFill>
              </a:rPr>
              <a:t>has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a true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conclusion.</a:t>
            </a:r>
            <a:endParaRPr lang="en-US" sz="2400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6E915714-30DB-61A9-59D6-D8E431078E0E}"/>
              </a:ext>
            </a:extLst>
          </p:cNvPr>
          <p:cNvSpPr txBox="1"/>
          <p:nvPr/>
        </p:nvSpPr>
        <p:spPr>
          <a:xfrm>
            <a:off x="1666749" y="3187702"/>
            <a:ext cx="6650990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marR="5080" indent="-107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 York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big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city,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York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tall </a:t>
            </a:r>
            <a:r>
              <a:rPr sz="2400" spc="-10" dirty="0">
                <a:latin typeface="Microsoft Sans Serif"/>
                <a:cs typeface="Microsoft Sans Serif"/>
              </a:rPr>
              <a:t>buildings.</a:t>
            </a:r>
            <a:endParaRPr sz="2400" dirty="0">
              <a:latin typeface="Microsoft Sans Serif"/>
              <a:cs typeface="Microsoft Sans Serif"/>
            </a:endParaRPr>
          </a:p>
          <a:p>
            <a:pPr marL="25336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Microsoft Sans Serif"/>
                <a:cs typeface="Microsoft Sans Serif"/>
              </a:rPr>
              <a:t>New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York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tall</a:t>
            </a:r>
            <a:r>
              <a:rPr sz="2400" spc="-10" dirty="0">
                <a:latin typeface="Microsoft Sans Serif"/>
                <a:cs typeface="Microsoft Sans Serif"/>
              </a:rPr>
              <a:t> buildings.</a:t>
            </a:r>
            <a:endParaRPr sz="2400" dirty="0">
              <a:latin typeface="Microsoft Sans Serif"/>
              <a:cs typeface="Microsoft Sans Serif"/>
            </a:endParaRPr>
          </a:p>
          <a:p>
            <a:pPr marL="288290" indent="-275590">
              <a:lnSpc>
                <a:spcPct val="100000"/>
              </a:lnSpc>
              <a:spcBef>
                <a:spcPts val="575"/>
              </a:spcBef>
              <a:buChar char="•"/>
              <a:tabLst>
                <a:tab pos="288290" algn="l"/>
              </a:tabLst>
            </a:pPr>
            <a:r>
              <a:rPr sz="2400" dirty="0">
                <a:latin typeface="Microsoft Sans Serif"/>
                <a:cs typeface="Microsoft Sans Serif"/>
              </a:rPr>
              <a:t>New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York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big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city.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94942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17A9-E53E-D943-1BCA-BDD43AF6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 Arguments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139E666-AD0C-0A2C-0D2B-8577D0502C3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2104814"/>
            <a:ext cx="10515600" cy="146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1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17A9-E53E-D943-1BCA-BDD43AF6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 Arguments</a:t>
            </a:r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C1EC5306-7800-5F78-79E2-9C3C3B48F209}"/>
              </a:ext>
            </a:extLst>
          </p:cNvPr>
          <p:cNvSpPr txBox="1"/>
          <p:nvPr/>
        </p:nvSpPr>
        <p:spPr>
          <a:xfrm>
            <a:off x="2915020" y="3029238"/>
            <a:ext cx="6511491" cy="2980047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876300">
              <a:spcBef>
                <a:spcPts val="40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if, only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4890">
              <a:spcBef>
                <a:spcPts val="300"/>
              </a:spcBef>
            </a:pPr>
            <a:r>
              <a:rPr lang="en-US" sz="24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valid,</a:t>
            </a:r>
            <a:r>
              <a:rPr lang="en-US"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4890">
              <a:spcBef>
                <a:spcPts val="30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its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premises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19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marR="5080">
              <a:lnSpc>
                <a:spcPct val="102600"/>
              </a:lnSpc>
              <a:spcBef>
                <a:spcPts val="90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Lennon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star,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Lennon had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hair.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Lennon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3675">
              <a:spcBef>
                <a:spcPts val="35"/>
              </a:spcBef>
              <a:tabLst>
                <a:tab pos="43815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∴	John Lennon had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40765-9E1E-1879-270C-1AE1F05A804C}"/>
              </a:ext>
            </a:extLst>
          </p:cNvPr>
          <p:cNvSpPr txBox="1"/>
          <p:nvPr/>
        </p:nvSpPr>
        <p:spPr>
          <a:xfrm>
            <a:off x="976260" y="1652056"/>
            <a:ext cx="11090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people lump together the ideas of validity and truth. If an argument seems valid, they accept the conclusion as true. And if an argument seems fishy (really a slang expression for invalid), they think the conclusion must be false. This is not correct!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8F896-0B4B-0FCE-BCEA-9C833AECE0A3}"/>
              </a:ext>
            </a:extLst>
          </p:cNvPr>
          <p:cNvSpPr txBox="1"/>
          <p:nvPr/>
        </p:nvSpPr>
        <p:spPr>
          <a:xfrm>
            <a:off x="2765488" y="6262042"/>
            <a:ext cx="7750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An argument that is not sound is called unsound</a:t>
            </a:r>
            <a:r>
              <a:rPr lang="en-US" sz="1100" b="1" dirty="0"/>
              <a:t>.</a:t>
            </a:r>
            <a:endParaRPr lang="en-PK" sz="1100" b="1" dirty="0"/>
          </a:p>
        </p:txBody>
      </p:sp>
    </p:spTree>
    <p:extLst>
      <p:ext uri="{BB962C8B-B14F-4D97-AF65-F5344CB8AC3E}">
        <p14:creationId xmlns:p14="http://schemas.microsoft.com/office/powerpoint/2010/main" val="1468138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17A9-E53E-D943-1BCA-BDD43AF6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 Arguments</a:t>
            </a:r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C1EC5306-7800-5F78-79E2-9C3C3B48F209}"/>
              </a:ext>
            </a:extLst>
          </p:cNvPr>
          <p:cNvSpPr txBox="1"/>
          <p:nvPr/>
        </p:nvSpPr>
        <p:spPr>
          <a:xfrm>
            <a:off x="442453" y="1690688"/>
            <a:ext cx="7772399" cy="3209212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876300">
              <a:spcBef>
                <a:spcPts val="40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if, only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4890">
              <a:spcBef>
                <a:spcPts val="300"/>
              </a:spcBef>
            </a:pPr>
            <a:r>
              <a:rPr lang="en-US" sz="24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valid,</a:t>
            </a:r>
            <a:r>
              <a:rPr lang="en-US"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4890">
              <a:spcBef>
                <a:spcPts val="30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its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premises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19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marR="5080">
              <a:lnSpc>
                <a:spcPct val="102600"/>
              </a:lnSpc>
              <a:spcBef>
                <a:spcPts val="905"/>
              </a:spcBef>
            </a:pPr>
            <a:r>
              <a:rPr lang="en-US" sz="2400" dirty="0"/>
              <a:t> Daffy Duck is a duck.</a:t>
            </a:r>
          </a:p>
          <a:p>
            <a:pPr marL="438150" marR="5080">
              <a:lnSpc>
                <a:spcPct val="102600"/>
              </a:lnSpc>
              <a:spcBef>
                <a:spcPts val="905"/>
              </a:spcBef>
            </a:pPr>
            <a:r>
              <a:rPr lang="en-US" sz="2400" dirty="0"/>
              <a:t> All ducks are mammals. </a:t>
            </a:r>
          </a:p>
          <a:p>
            <a:pPr marL="438150" marR="5080">
              <a:lnSpc>
                <a:spcPct val="102600"/>
              </a:lnSpc>
              <a:spcBef>
                <a:spcPts val="905"/>
              </a:spcBef>
            </a:pPr>
            <a:r>
              <a:rPr lang="en-US" sz="2400" dirty="0"/>
              <a:t>Therefore, Daffy Duck is a mammal.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15">
            <a:extLst>
              <a:ext uri="{FF2B5EF4-FFF2-40B4-BE49-F238E27FC236}">
                <a16:creationId xmlns:a16="http://schemas.microsoft.com/office/drawing/2014/main" id="{035A05FD-A091-7F57-FF30-8E7A64C46DDC}"/>
              </a:ext>
            </a:extLst>
          </p:cNvPr>
          <p:cNvSpPr txBox="1"/>
          <p:nvPr/>
        </p:nvSpPr>
        <p:spPr>
          <a:xfrm>
            <a:off x="6096000" y="3016251"/>
            <a:ext cx="5653547" cy="1896032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spcBef>
                <a:spcPts val="1019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marR="5080" indent="-457200">
              <a:lnSpc>
                <a:spcPct val="102600"/>
              </a:lnSpc>
              <a:spcBef>
                <a:spcPts val="905"/>
              </a:spcBef>
              <a:buAutoNum type="arabicPeriod"/>
            </a:pPr>
            <a:r>
              <a:rPr lang="en-US" sz="2400" dirty="0"/>
              <a:t>All rabbits are mammals.</a:t>
            </a:r>
          </a:p>
          <a:p>
            <a:pPr marL="438150" marR="5080">
              <a:lnSpc>
                <a:spcPct val="102600"/>
              </a:lnSpc>
              <a:spcBef>
                <a:spcPts val="905"/>
              </a:spcBef>
            </a:pPr>
            <a:r>
              <a:rPr lang="en-US" sz="2400" dirty="0"/>
              <a:t> 2. Bugs Bunny is a rabbit. </a:t>
            </a:r>
          </a:p>
          <a:p>
            <a:pPr marL="438150" marR="5080">
              <a:lnSpc>
                <a:spcPct val="102600"/>
              </a:lnSpc>
              <a:spcBef>
                <a:spcPts val="905"/>
              </a:spcBef>
            </a:pPr>
            <a:r>
              <a:rPr lang="en-US" sz="2400" dirty="0"/>
              <a:t>3. Therefore, Bugs Bunny is a mammal.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973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108B-5550-2F30-8C68-3BDF85A0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Contradiction Rule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E84CF76-865E-82D4-E520-4CD59E7756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concept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logical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contradiction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can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used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make </a:t>
            </a:r>
            <a:r>
              <a:rPr sz="2400" dirty="0">
                <a:latin typeface="Microsoft Sans Serif"/>
                <a:cs typeface="Microsoft Sans Serif"/>
              </a:rPr>
              <a:t>inferences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through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technique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reasoning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called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the </a:t>
            </a:r>
            <a:r>
              <a:rPr sz="2400" i="1" dirty="0">
                <a:latin typeface="Arial"/>
                <a:cs typeface="Arial"/>
              </a:rPr>
              <a:t>contradiction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rule</a:t>
            </a:r>
            <a:r>
              <a:rPr sz="2400" dirty="0">
                <a:latin typeface="Microsoft Sans Serif"/>
                <a:cs typeface="Microsoft Sans Serif"/>
              </a:rPr>
              <a:t>.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Suppose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some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statement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whose </a:t>
            </a:r>
            <a:r>
              <a:rPr sz="2400" dirty="0">
                <a:latin typeface="Microsoft Sans Serif"/>
                <a:cs typeface="Microsoft Sans Serif"/>
              </a:rPr>
              <a:t>truth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you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wish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deduce.</a:t>
            </a:r>
            <a:endParaRPr lang="en-US" sz="2400" spc="-1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9D31C022-319A-9BB0-E576-2DDDD2F045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1642" y="3529400"/>
            <a:ext cx="8248716" cy="13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226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108B-5550-2F30-8C68-3BDF85A0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Contradiction Rule</a:t>
            </a: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EB482C71-1F8F-C00E-4E49-8B8161BB36CA}"/>
              </a:ext>
            </a:extLst>
          </p:cNvPr>
          <p:cNvSpPr txBox="1"/>
          <p:nvPr/>
        </p:nvSpPr>
        <p:spPr>
          <a:xfrm>
            <a:off x="838199" y="1472169"/>
            <a:ext cx="10621297" cy="3008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Show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that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following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argument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form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valid: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537845" algn="ctr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∼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→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dirty="0">
                <a:latin typeface="Microsoft Sans Serif"/>
                <a:cs typeface="Microsoft Sans Serif"/>
              </a:rPr>
              <a:t>,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where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contradiction</a:t>
            </a:r>
            <a:endParaRPr sz="2400" dirty="0">
              <a:latin typeface="Microsoft Sans Serif"/>
              <a:cs typeface="Microsoft Sans Serif"/>
            </a:endParaRPr>
          </a:p>
          <a:p>
            <a:pPr marL="1600200">
              <a:lnSpc>
                <a:spcPct val="100000"/>
              </a:lnSpc>
              <a:spcBef>
                <a:spcPts val="575"/>
              </a:spcBef>
              <a:tabLst>
                <a:tab pos="1876425" algn="l"/>
              </a:tabLst>
            </a:pP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∴	</a:t>
            </a:r>
            <a:r>
              <a:rPr sz="2400" i="1" spc="-50" dirty="0">
                <a:latin typeface="Arial"/>
                <a:cs typeface="Arial"/>
              </a:rPr>
              <a:t>p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ADEE"/>
                </a:solidFill>
                <a:latin typeface="Microsoft Sans Serif"/>
                <a:cs typeface="Microsoft Sans Serif"/>
              </a:rPr>
              <a:t>Solution: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Construct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truth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table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premise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conclusion </a:t>
            </a:r>
            <a:r>
              <a:rPr sz="2400" dirty="0">
                <a:latin typeface="Microsoft Sans Serif"/>
                <a:cs typeface="Microsoft Sans Serif"/>
              </a:rPr>
              <a:t>of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this </a:t>
            </a:r>
            <a:r>
              <a:rPr sz="2400" spc="-10" dirty="0">
                <a:latin typeface="Microsoft Sans Serif"/>
                <a:cs typeface="Microsoft Sans Serif"/>
              </a:rPr>
              <a:t>argument.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23" name="object 4">
            <a:extLst>
              <a:ext uri="{FF2B5EF4-FFF2-40B4-BE49-F238E27FC236}">
                <a16:creationId xmlns:a16="http://schemas.microsoft.com/office/drawing/2014/main" id="{CCA42B73-44DA-DA0A-A7F7-B79B47495C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2250" y="4680929"/>
            <a:ext cx="7067594" cy="140980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3E0707A-7C7D-9943-2527-03C484A5986B}"/>
              </a:ext>
            </a:extLst>
          </p:cNvPr>
          <p:cNvSpPr txBox="1"/>
          <p:nvPr/>
        </p:nvSpPr>
        <p:spPr>
          <a:xfrm>
            <a:off x="2214262" y="6027003"/>
            <a:ext cx="50271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“Today is not Friday” is false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∴ Today is Friday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047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6581-86C7-9762-3CBA-B91844C7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Contradiction Rule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CD6288A-2BC8-D170-BE39-9C99B065C34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289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510" algn="just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contradiction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contradiction.</a:t>
            </a: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puzzles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eliminating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contradictory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answers: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i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</a:t>
            </a:r>
            <a:r>
              <a:rPr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</a:t>
            </a:r>
            <a:r>
              <a:rPr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i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i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contradiction,</a:t>
            </a:r>
            <a:r>
              <a:rPr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i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i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i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false.</a:t>
            </a:r>
          </a:p>
        </p:txBody>
      </p:sp>
    </p:spTree>
    <p:extLst>
      <p:ext uri="{BB962C8B-B14F-4D97-AF65-F5344CB8AC3E}">
        <p14:creationId xmlns:p14="http://schemas.microsoft.com/office/powerpoint/2010/main" val="3054655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521E-C839-651B-4FBE-E6F60E304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04" y="29049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Puzzles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8E5B51B-466D-175B-0329-6FAFA5B64CA0}"/>
              </a:ext>
            </a:extLst>
          </p:cNvPr>
          <p:cNvSpPr txBox="1"/>
          <p:nvPr/>
        </p:nvSpPr>
        <p:spPr>
          <a:xfrm>
            <a:off x="556099" y="2001301"/>
            <a:ext cx="6273573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latin typeface="LM Sans 12"/>
                <a:cs typeface="LM Sans 12"/>
              </a:rPr>
              <a:t>The Island of Knights and Knaves, created </a:t>
            </a:r>
            <a:r>
              <a:rPr sz="2800" spc="-25" dirty="0">
                <a:latin typeface="LM Sans 12"/>
                <a:cs typeface="LM Sans 12"/>
              </a:rPr>
              <a:t>by</a:t>
            </a:r>
            <a:r>
              <a:rPr sz="2800" spc="35" dirty="0">
                <a:latin typeface="LM Sans 12"/>
                <a:cs typeface="LM Sans 12"/>
              </a:rPr>
              <a:t> </a:t>
            </a:r>
            <a:r>
              <a:rPr sz="2800" spc="-10" dirty="0">
                <a:latin typeface="LM Sans 12"/>
                <a:cs typeface="LM Sans 12"/>
              </a:rPr>
              <a:t>Smullyan.</a:t>
            </a:r>
            <a:endParaRPr sz="2800" dirty="0">
              <a:latin typeface="LM Sans 12"/>
              <a:cs typeface="LM Sans 1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B51F5D3-CF3F-DCC2-C899-8CC146C52BA0}"/>
              </a:ext>
            </a:extLst>
          </p:cNvPr>
          <p:cNvSpPr txBox="1"/>
          <p:nvPr/>
        </p:nvSpPr>
        <p:spPr>
          <a:xfrm>
            <a:off x="1831064" y="3246615"/>
            <a:ext cx="4455257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i="1" spc="70" dirty="0">
                <a:latin typeface="Georgia"/>
                <a:cs typeface="Georgia"/>
              </a:rPr>
              <a:t>A </a:t>
            </a:r>
            <a:r>
              <a:rPr sz="2800" spc="-10" dirty="0">
                <a:latin typeface="LM Sans 12"/>
                <a:cs typeface="LM Sans 12"/>
              </a:rPr>
              <a:t>says: </a:t>
            </a:r>
            <a:r>
              <a:rPr sz="2800" i="1" spc="100" dirty="0">
                <a:latin typeface="Georgia"/>
                <a:cs typeface="Georgia"/>
              </a:rPr>
              <a:t>B </a:t>
            </a:r>
            <a:r>
              <a:rPr sz="2800" spc="-5" dirty="0">
                <a:latin typeface="LM Sans 12"/>
                <a:cs typeface="LM Sans 12"/>
              </a:rPr>
              <a:t>is a</a:t>
            </a:r>
            <a:r>
              <a:rPr sz="2800" spc="200" dirty="0">
                <a:latin typeface="LM Sans 12"/>
                <a:cs typeface="LM Sans 12"/>
              </a:rPr>
              <a:t> </a:t>
            </a:r>
            <a:r>
              <a:rPr sz="2800" spc="-5" dirty="0">
                <a:latin typeface="LM Sans 12"/>
                <a:cs typeface="LM Sans 12"/>
              </a:rPr>
              <a:t>knight.</a:t>
            </a:r>
            <a:endParaRPr sz="2800" dirty="0">
              <a:latin typeface="LM Sans 12"/>
              <a:cs typeface="LM Sans 12"/>
            </a:endParaRPr>
          </a:p>
          <a:p>
            <a:pPr marL="12700" marR="5080">
              <a:spcBef>
                <a:spcPts val="5"/>
              </a:spcBef>
            </a:pPr>
            <a:r>
              <a:rPr sz="2800" i="1" spc="100" dirty="0">
                <a:latin typeface="Georgia"/>
                <a:cs typeface="Georgia"/>
              </a:rPr>
              <a:t>B </a:t>
            </a:r>
            <a:r>
              <a:rPr sz="2800" spc="-10" dirty="0">
                <a:latin typeface="LM Sans 12"/>
                <a:cs typeface="LM Sans 12"/>
              </a:rPr>
              <a:t>says: </a:t>
            </a:r>
            <a:r>
              <a:rPr sz="2800" i="1" spc="70" dirty="0">
                <a:latin typeface="Georgia"/>
                <a:cs typeface="Georgia"/>
              </a:rPr>
              <a:t>A </a:t>
            </a:r>
            <a:r>
              <a:rPr sz="2800" spc="-5" dirty="0">
                <a:latin typeface="LM Sans 12"/>
                <a:cs typeface="LM Sans 12"/>
              </a:rPr>
              <a:t>and I </a:t>
            </a:r>
            <a:r>
              <a:rPr sz="2800" spc="-15" dirty="0">
                <a:latin typeface="LM Sans 12"/>
                <a:cs typeface="LM Sans 12"/>
              </a:rPr>
              <a:t>are </a:t>
            </a:r>
            <a:r>
              <a:rPr sz="2800" spc="-10" dirty="0">
                <a:latin typeface="LM Sans 12"/>
                <a:cs typeface="LM Sans 12"/>
              </a:rPr>
              <a:t>different.  </a:t>
            </a:r>
            <a:r>
              <a:rPr sz="2800" spc="-5" dirty="0">
                <a:latin typeface="LM Sans 12"/>
                <a:cs typeface="LM Sans 12"/>
              </a:rPr>
              <a:t>What </a:t>
            </a:r>
            <a:r>
              <a:rPr sz="2800" spc="-15" dirty="0">
                <a:latin typeface="LM Sans 12"/>
                <a:cs typeface="LM Sans 12"/>
              </a:rPr>
              <a:t>are </a:t>
            </a:r>
            <a:r>
              <a:rPr sz="2800" i="1" spc="70" dirty="0">
                <a:latin typeface="Georgia"/>
                <a:cs typeface="Georgia"/>
              </a:rPr>
              <a:t>A </a:t>
            </a:r>
            <a:r>
              <a:rPr sz="2800" spc="-5" dirty="0">
                <a:latin typeface="LM Sans 12"/>
                <a:cs typeface="LM Sans 12"/>
              </a:rPr>
              <a:t>and</a:t>
            </a:r>
            <a:r>
              <a:rPr sz="2800" spc="15" dirty="0">
                <a:latin typeface="LM Sans 12"/>
                <a:cs typeface="LM Sans 12"/>
              </a:rPr>
              <a:t> </a:t>
            </a:r>
            <a:r>
              <a:rPr sz="2800" i="1" spc="80" dirty="0">
                <a:latin typeface="Georgia"/>
                <a:cs typeface="Georgia"/>
              </a:rPr>
              <a:t>B</a:t>
            </a:r>
            <a:r>
              <a:rPr sz="2800" spc="80" dirty="0">
                <a:latin typeface="LM Sans 12"/>
                <a:cs typeface="LM Sans 12"/>
              </a:rPr>
              <a:t>?</a:t>
            </a:r>
            <a:endParaRPr sz="2800" dirty="0">
              <a:latin typeface="LM Sans 12"/>
              <a:cs typeface="LM Sans 1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86FB1DB-F8FF-E81B-302C-0FC6AB54CAE4}"/>
              </a:ext>
            </a:extLst>
          </p:cNvPr>
          <p:cNvSpPr/>
          <p:nvPr/>
        </p:nvSpPr>
        <p:spPr>
          <a:xfrm>
            <a:off x="7275871" y="1354817"/>
            <a:ext cx="1861820" cy="3405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 dirty="0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43F5EF1-32EB-221E-46CF-6BEFBC7A1EB2}"/>
              </a:ext>
            </a:extLst>
          </p:cNvPr>
          <p:cNvSpPr txBox="1"/>
          <p:nvPr/>
        </p:nvSpPr>
        <p:spPr>
          <a:xfrm>
            <a:off x="7801912" y="4970164"/>
            <a:ext cx="1220369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" dirty="0">
                <a:latin typeface="LM Sans 12"/>
                <a:cs typeface="LM Sans 12"/>
              </a:rPr>
              <a:t>Knights never</a:t>
            </a:r>
            <a:r>
              <a:rPr sz="2800" spc="-50" dirty="0">
                <a:latin typeface="LM Sans 12"/>
                <a:cs typeface="LM Sans 12"/>
              </a:rPr>
              <a:t> </a:t>
            </a:r>
            <a:r>
              <a:rPr sz="2800" spc="-5" dirty="0">
                <a:latin typeface="LM Sans 12"/>
                <a:cs typeface="LM Sans 12"/>
              </a:rPr>
              <a:t>lie.</a:t>
            </a:r>
            <a:endParaRPr sz="2800" dirty="0">
              <a:latin typeface="LM Sans 12"/>
              <a:cs typeface="LM Sans 12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AB87BEF3-85B5-2C9F-2717-EBB261C87CE2}"/>
              </a:ext>
            </a:extLst>
          </p:cNvPr>
          <p:cNvSpPr/>
          <p:nvPr/>
        </p:nvSpPr>
        <p:spPr>
          <a:xfrm>
            <a:off x="9505404" y="1354817"/>
            <a:ext cx="2130497" cy="32593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70497F14-8C3F-2C99-4EB8-E3207C531F93}"/>
              </a:ext>
            </a:extLst>
          </p:cNvPr>
          <p:cNvSpPr txBox="1"/>
          <p:nvPr/>
        </p:nvSpPr>
        <p:spPr>
          <a:xfrm>
            <a:off x="10127240" y="4760812"/>
            <a:ext cx="1161841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2800" spc="-5" dirty="0">
                <a:latin typeface="LM Sans 12"/>
                <a:cs typeface="LM Sans 12"/>
              </a:rPr>
              <a:t>Knaves</a:t>
            </a:r>
            <a:r>
              <a:rPr sz="2800" spc="-85" dirty="0">
                <a:latin typeface="LM Sans 12"/>
                <a:cs typeface="LM Sans 12"/>
              </a:rPr>
              <a:t> </a:t>
            </a:r>
            <a:r>
              <a:rPr sz="2800" spc="-15" dirty="0">
                <a:latin typeface="LM Sans 12"/>
                <a:cs typeface="LM Sans 12"/>
              </a:rPr>
              <a:t>always  </a:t>
            </a:r>
            <a:r>
              <a:rPr sz="2800" spc="-5" dirty="0">
                <a:latin typeface="LM Sans 12"/>
                <a:cs typeface="LM Sans 12"/>
              </a:rPr>
              <a:t>lie.</a:t>
            </a:r>
            <a:endParaRPr sz="2800" dirty="0">
              <a:latin typeface="LM Sans 12"/>
              <a:cs typeface="LM Sans 12"/>
            </a:endParaRPr>
          </a:p>
        </p:txBody>
      </p:sp>
    </p:spTree>
    <p:extLst>
      <p:ext uri="{BB962C8B-B14F-4D97-AF65-F5344CB8AC3E}">
        <p14:creationId xmlns:p14="http://schemas.microsoft.com/office/powerpoint/2010/main" val="25899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3FF949D-F69E-8537-E55A-47D7E066A77B}"/>
              </a:ext>
            </a:extLst>
          </p:cNvPr>
          <p:cNvSpPr txBox="1">
            <a:spLocks/>
          </p:cNvSpPr>
          <p:nvPr/>
        </p:nvSpPr>
        <p:spPr>
          <a:xfrm>
            <a:off x="398206" y="1216435"/>
            <a:ext cx="11956026" cy="270843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A and B are both knaves. To see this, reason as follows:</a:t>
            </a:r>
          </a:p>
          <a:p>
            <a:r>
              <a:rPr lang="en-US" sz="6400" dirty="0"/>
              <a:t>Suppose A is a knight.</a:t>
            </a:r>
          </a:p>
          <a:p>
            <a:r>
              <a:rPr lang="en-US" sz="6400" dirty="0"/>
              <a:t>∴ What A says is true. 			</a:t>
            </a:r>
            <a:r>
              <a:rPr lang="en-US" sz="6400" dirty="0">
                <a:solidFill>
                  <a:schemeClr val="accent1"/>
                </a:solidFill>
              </a:rPr>
              <a:t>by definition of knight</a:t>
            </a:r>
          </a:p>
          <a:p>
            <a:r>
              <a:rPr lang="en-US" sz="6400" dirty="0"/>
              <a:t>∴ B is also a knight. 			</a:t>
            </a:r>
            <a:r>
              <a:rPr lang="en-US" sz="6400" dirty="0">
                <a:solidFill>
                  <a:schemeClr val="accent1"/>
                </a:solidFill>
              </a:rPr>
              <a:t>That’s what A said</a:t>
            </a:r>
            <a:r>
              <a:rPr lang="en-US" sz="6400" dirty="0"/>
              <a:t>.</a:t>
            </a:r>
          </a:p>
          <a:p>
            <a:r>
              <a:rPr lang="en-US" sz="6400" dirty="0"/>
              <a:t>∴ What B says is true.			</a:t>
            </a:r>
            <a:r>
              <a:rPr lang="en-US" sz="6400" dirty="0">
                <a:solidFill>
                  <a:schemeClr val="accent1"/>
                </a:solidFill>
              </a:rPr>
              <a:t> by definition of knight</a:t>
            </a:r>
          </a:p>
          <a:p>
            <a:r>
              <a:rPr lang="en-US" sz="6400" dirty="0"/>
              <a:t>∴ A and B are of opposite types. 		</a:t>
            </a:r>
            <a:r>
              <a:rPr lang="en-US" sz="6400" dirty="0">
                <a:solidFill>
                  <a:schemeClr val="accent1"/>
                </a:solidFill>
              </a:rPr>
              <a:t>That’s what B said.</a:t>
            </a:r>
          </a:p>
          <a:p>
            <a:r>
              <a:rPr lang="en-US" sz="6400" dirty="0"/>
              <a:t>∴ We have arrived at the following contradiction: A and B</a:t>
            </a:r>
          </a:p>
          <a:p>
            <a:r>
              <a:rPr lang="en-US" sz="6400" dirty="0"/>
              <a:t>are both knights and A and B are of opposite type.</a:t>
            </a:r>
          </a:p>
          <a:p>
            <a:r>
              <a:rPr lang="en-US" sz="6400" dirty="0"/>
              <a:t>∴ The supposition is false		. </a:t>
            </a:r>
            <a:r>
              <a:rPr lang="en-US" sz="6400" dirty="0">
                <a:solidFill>
                  <a:schemeClr val="accent1"/>
                </a:solidFill>
              </a:rPr>
              <a:t>by the contradiction rule</a:t>
            </a:r>
          </a:p>
          <a:p>
            <a:r>
              <a:rPr lang="en-US" sz="6400" dirty="0"/>
              <a:t>∴ A is not a knight.			</a:t>
            </a:r>
            <a:r>
              <a:rPr lang="en-US" sz="6400" dirty="0">
                <a:solidFill>
                  <a:schemeClr val="accent1"/>
                </a:solidFill>
              </a:rPr>
              <a:t> negation of supposition</a:t>
            </a:r>
          </a:p>
          <a:p>
            <a:r>
              <a:rPr lang="en-US" sz="6400" dirty="0"/>
              <a:t>∴ A is a knave.			 </a:t>
            </a:r>
            <a:r>
              <a:rPr lang="en-US" sz="6400" dirty="0">
                <a:solidFill>
                  <a:schemeClr val="accent1"/>
                </a:solidFill>
              </a:rPr>
              <a:t>by </a:t>
            </a:r>
            <a:r>
              <a:rPr lang="en-US" sz="6400" dirty="0" err="1">
                <a:solidFill>
                  <a:schemeClr val="accent1"/>
                </a:solidFill>
              </a:rPr>
              <a:t>elimination:It’s</a:t>
            </a:r>
            <a:r>
              <a:rPr lang="en-US" sz="6400" dirty="0">
                <a:solidFill>
                  <a:schemeClr val="accent1"/>
                </a:solidFill>
              </a:rPr>
              <a:t> given that all inhabitants are knights or knaves, so since A is not a</a:t>
            </a:r>
          </a:p>
          <a:p>
            <a:r>
              <a:rPr lang="en-US" sz="6400" dirty="0">
                <a:solidFill>
                  <a:schemeClr val="accent1"/>
                </a:solidFill>
              </a:rPr>
              <a:t>                                                                                     knight, A is a knave.</a:t>
            </a:r>
          </a:p>
          <a:p>
            <a:r>
              <a:rPr lang="en-US" sz="6400" dirty="0"/>
              <a:t>∴ What A says is false.</a:t>
            </a:r>
          </a:p>
          <a:p>
            <a:r>
              <a:rPr lang="en-US" sz="6400" dirty="0"/>
              <a:t>∴ B is not a knight.</a:t>
            </a:r>
            <a:endParaRPr lang="en-US" sz="6400" dirty="0">
              <a:solidFill>
                <a:schemeClr val="accent1"/>
              </a:solidFill>
            </a:endParaRPr>
          </a:p>
          <a:p>
            <a:r>
              <a:rPr lang="en-US" sz="6400" dirty="0"/>
              <a:t>∴ B is also a knave.</a:t>
            </a:r>
            <a:r>
              <a:rPr lang="en-US" sz="6400" dirty="0">
                <a:solidFill>
                  <a:schemeClr val="accent1"/>
                </a:solidFill>
              </a:rPr>
              <a:t>			 by elimination</a:t>
            </a:r>
          </a:p>
          <a:p>
            <a:pPr marL="0" indent="0">
              <a:buNone/>
            </a:pPr>
            <a:r>
              <a:rPr lang="en-US" sz="6400" dirty="0"/>
              <a:t>This reasoning shows that if the problem has a solution at all, then A and B must both</a:t>
            </a:r>
          </a:p>
          <a:p>
            <a:r>
              <a:rPr lang="en-US" sz="6400" dirty="0"/>
              <a:t>be knaves. It is conceivable, however, that the problem has no solution. The problem</a:t>
            </a:r>
          </a:p>
          <a:p>
            <a:r>
              <a:rPr lang="en-US" sz="6400" dirty="0"/>
              <a:t>statement could be inherently contradictory. If you look back at the solution, though, you</a:t>
            </a:r>
          </a:p>
          <a:p>
            <a:r>
              <a:rPr lang="en-US" sz="6400" dirty="0"/>
              <a:t>can see that it does work out for both A and B to be knaves</a:t>
            </a:r>
            <a:r>
              <a:rPr lang="en-US" sz="8000" dirty="0"/>
              <a:t>.</a:t>
            </a:r>
            <a:endParaRPr lang="en-PK" sz="8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A282BD-3B5D-8502-ACE1-4BFE90416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Puzzles</a:t>
            </a:r>
          </a:p>
        </p:txBody>
      </p:sp>
    </p:spTree>
    <p:extLst>
      <p:ext uri="{BB962C8B-B14F-4D97-AF65-F5344CB8AC3E}">
        <p14:creationId xmlns:p14="http://schemas.microsoft.com/office/powerpoint/2010/main" val="6338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4" name="Google Shape;92;p14">
            <a:extLst>
              <a:ext uri="{FF2B5EF4-FFF2-40B4-BE49-F238E27FC236}">
                <a16:creationId xmlns:a16="http://schemas.microsoft.com/office/drawing/2014/main" id="{45ACDA80-B4D5-8222-9D5B-D93D39EFF3F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690" y="1462515"/>
            <a:ext cx="10515600" cy="5030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4931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3" name="Google Shape;99;p15">
            <a:extLst>
              <a:ext uri="{FF2B5EF4-FFF2-40B4-BE49-F238E27FC236}">
                <a16:creationId xmlns:a16="http://schemas.microsoft.com/office/drawing/2014/main" id="{B54A8FB7-51AF-C9BD-A4B9-DD7A98B1221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5144" y="2116341"/>
            <a:ext cx="8801711" cy="3405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9863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4" name="Google Shape;113;p17">
            <a:extLst>
              <a:ext uri="{FF2B5EF4-FFF2-40B4-BE49-F238E27FC236}">
                <a16:creationId xmlns:a16="http://schemas.microsoft.com/office/drawing/2014/main" id="{6769D65F-B08F-926E-B297-AC0872E3C1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3898" y="1460089"/>
            <a:ext cx="9099754" cy="53979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483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3" name="Google Shape;120;p18">
            <a:extLst>
              <a:ext uri="{FF2B5EF4-FFF2-40B4-BE49-F238E27FC236}">
                <a16:creationId xmlns:a16="http://schemas.microsoft.com/office/drawing/2014/main" id="{46772301-E2C7-FBC4-DF31-4CA414DAC0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8141" y="2352368"/>
            <a:ext cx="9881419" cy="39599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154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4" name="Google Shape;127;p19">
            <a:extLst>
              <a:ext uri="{FF2B5EF4-FFF2-40B4-BE49-F238E27FC236}">
                <a16:creationId xmlns:a16="http://schemas.microsoft.com/office/drawing/2014/main" id="{D87226B1-F646-A2CA-67BA-FC00B480B2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7135" y="1934113"/>
            <a:ext cx="9837175" cy="4558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6719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1300B4-5E04-1F86-CD03-1F711110A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609" y="1559218"/>
            <a:ext cx="8074561" cy="493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22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4" name="Google Shape;134;p20">
            <a:extLst>
              <a:ext uri="{FF2B5EF4-FFF2-40B4-BE49-F238E27FC236}">
                <a16:creationId xmlns:a16="http://schemas.microsoft.com/office/drawing/2014/main" id="{76B41AD6-5FF8-4724-A165-A628AE79F9C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45116"/>
          <a:stretch/>
        </p:blipFill>
        <p:spPr>
          <a:xfrm>
            <a:off x="1619864" y="1923435"/>
            <a:ext cx="8382000" cy="30111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2880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4" name="Google Shape;134;p20">
            <a:extLst>
              <a:ext uri="{FF2B5EF4-FFF2-40B4-BE49-F238E27FC236}">
                <a16:creationId xmlns:a16="http://schemas.microsoft.com/office/drawing/2014/main" id="{76B41AD6-5FF8-4724-A165-A628AE79F9C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5116" y="1251155"/>
            <a:ext cx="8382000" cy="548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4318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3" name="Google Shape;141;p21">
            <a:extLst>
              <a:ext uri="{FF2B5EF4-FFF2-40B4-BE49-F238E27FC236}">
                <a16:creationId xmlns:a16="http://schemas.microsoft.com/office/drawing/2014/main" id="{B4085466-D9C8-BE86-39A3-8B6EEE1CD0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66900" y="2057400"/>
            <a:ext cx="8458200" cy="274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4820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78715-2ADF-041E-01E9-3992A85CF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481" y="1337828"/>
            <a:ext cx="5863664" cy="2271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33EB0E-A402-8BB0-61CC-7FD65AB17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394" y="3609465"/>
            <a:ext cx="8068966" cy="231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5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</a:p>
        </p:txBody>
      </p:sp>
      <p:pic>
        <p:nvPicPr>
          <p:cNvPr id="3" name="Google Shape;148;p22">
            <a:extLst>
              <a:ext uri="{FF2B5EF4-FFF2-40B4-BE49-F238E27FC236}">
                <a16:creationId xmlns:a16="http://schemas.microsoft.com/office/drawing/2014/main" id="{B624A5DD-572B-E6DE-A73E-FA58C30B16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91929" y="1539875"/>
            <a:ext cx="7625482" cy="495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7927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  <a:br>
              <a:rPr lang="en-US" dirty="0"/>
            </a:br>
            <a:endParaRPr lang="en-US" dirty="0"/>
          </a:p>
        </p:txBody>
      </p:sp>
      <p:sp>
        <p:nvSpPr>
          <p:cNvPr id="4" name="Google Shape;153;p23">
            <a:extLst>
              <a:ext uri="{FF2B5EF4-FFF2-40B4-BE49-F238E27FC236}">
                <a16:creationId xmlns:a16="http://schemas.microsoft.com/office/drawing/2014/main" id="{501D2287-3752-855E-C95B-B0D60513C6B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11135032" cy="10232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endParaRPr lang="en-US" sz="3959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27B1B-D5E9-55F2-B4E8-B51E804FBC53}"/>
              </a:ext>
            </a:extLst>
          </p:cNvPr>
          <p:cNvSpPr txBox="1"/>
          <p:nvPr/>
        </p:nvSpPr>
        <p:spPr>
          <a:xfrm>
            <a:off x="576416" y="1582268"/>
            <a:ext cx="1089659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r>
              <a:rPr lang="en-US" sz="1800" dirty="0"/>
              <a:t>Constructing Circuits form Boolean</a:t>
            </a:r>
          </a:p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r>
              <a:rPr lang="en-US" sz="1800" dirty="0"/>
              <a:t> </a:t>
            </a:r>
            <a:r>
              <a:rPr lang="en-US" sz="1800" dirty="0" err="1"/>
              <a:t>Expresssions</a:t>
            </a:r>
            <a:r>
              <a:rPr lang="en-US" sz="3200" dirty="0"/>
              <a:t>.</a:t>
            </a:r>
          </a:p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endParaRPr lang="en-US" sz="3200" dirty="0"/>
          </a:p>
        </p:txBody>
      </p:sp>
      <p:pic>
        <p:nvPicPr>
          <p:cNvPr id="8" name="Picture 7" descr="A close up of a text&#10;&#10;Description automatically generated">
            <a:extLst>
              <a:ext uri="{FF2B5EF4-FFF2-40B4-BE49-F238E27FC236}">
                <a16:creationId xmlns:a16="http://schemas.microsoft.com/office/drawing/2014/main" id="{179015C1-2B74-8BB5-3AE4-077C31ED8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736" y="2613660"/>
            <a:ext cx="7667161" cy="163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1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  <a:br>
              <a:rPr lang="en-US" dirty="0"/>
            </a:br>
            <a:endParaRPr lang="en-US" dirty="0"/>
          </a:p>
        </p:txBody>
      </p:sp>
      <p:sp>
        <p:nvSpPr>
          <p:cNvPr id="4" name="Google Shape;153;p23">
            <a:extLst>
              <a:ext uri="{FF2B5EF4-FFF2-40B4-BE49-F238E27FC236}">
                <a16:creationId xmlns:a16="http://schemas.microsoft.com/office/drawing/2014/main" id="{501D2287-3752-855E-C95B-B0D60513C6B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11135032" cy="10232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endParaRPr lang="en-US" sz="3959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27B1B-D5E9-55F2-B4E8-B51E804FBC53}"/>
              </a:ext>
            </a:extLst>
          </p:cNvPr>
          <p:cNvSpPr txBox="1"/>
          <p:nvPr/>
        </p:nvSpPr>
        <p:spPr>
          <a:xfrm>
            <a:off x="576416" y="1582268"/>
            <a:ext cx="1089659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r>
              <a:rPr lang="en-US" sz="1800" dirty="0"/>
              <a:t>Constructing Circuits form Boolean</a:t>
            </a:r>
          </a:p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r>
              <a:rPr lang="en-US" sz="1800" dirty="0"/>
              <a:t> </a:t>
            </a:r>
            <a:r>
              <a:rPr lang="en-US" sz="1800" dirty="0" err="1"/>
              <a:t>Expresssions</a:t>
            </a:r>
            <a:r>
              <a:rPr lang="en-US" sz="3200" dirty="0"/>
              <a:t>.</a:t>
            </a:r>
          </a:p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endParaRPr lang="en-US" sz="3200" dirty="0"/>
          </a:p>
        </p:txBody>
      </p:sp>
      <p:pic>
        <p:nvPicPr>
          <p:cNvPr id="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36FF1550-80C3-1FF8-3703-311D7E41F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8" y="2452550"/>
            <a:ext cx="8067367" cy="263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59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AEC7-64AD-75D6-E1D8-EB78269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Digital Logic Circuit</a:t>
            </a:r>
            <a:br>
              <a:rPr lang="en-US" dirty="0"/>
            </a:br>
            <a:endParaRPr lang="en-US" dirty="0"/>
          </a:p>
        </p:txBody>
      </p:sp>
      <p:sp>
        <p:nvSpPr>
          <p:cNvPr id="4" name="Google Shape;153;p23">
            <a:extLst>
              <a:ext uri="{FF2B5EF4-FFF2-40B4-BE49-F238E27FC236}">
                <a16:creationId xmlns:a16="http://schemas.microsoft.com/office/drawing/2014/main" id="{501D2287-3752-855E-C95B-B0D60513C6B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11135032" cy="10232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endParaRPr lang="en-US" sz="3959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27B1B-D5E9-55F2-B4E8-B51E804FBC53}"/>
              </a:ext>
            </a:extLst>
          </p:cNvPr>
          <p:cNvSpPr txBox="1"/>
          <p:nvPr/>
        </p:nvSpPr>
        <p:spPr>
          <a:xfrm>
            <a:off x="576416" y="1582268"/>
            <a:ext cx="1089659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r>
              <a:rPr lang="en-US" sz="1800" dirty="0"/>
              <a:t>Constructing Circuits form Boolean</a:t>
            </a:r>
          </a:p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r>
              <a:rPr lang="en-US" sz="1800" dirty="0"/>
              <a:t> </a:t>
            </a:r>
            <a:r>
              <a:rPr lang="en-US" sz="1800" dirty="0" err="1"/>
              <a:t>Expresssions</a:t>
            </a:r>
            <a:r>
              <a:rPr lang="en-US" sz="3200" dirty="0"/>
              <a:t>.</a:t>
            </a:r>
          </a:p>
          <a:p>
            <a:pPr algn="ctr">
              <a:spcBef>
                <a:spcPts val="0"/>
              </a:spcBef>
              <a:buClr>
                <a:schemeClr val="dk1"/>
              </a:buClr>
              <a:buSzPts val="3959"/>
              <a:buFont typeface="Calibri"/>
              <a:buNone/>
            </a:pP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CE748D-3CBD-A976-6DFB-FB02D77B7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61" y="2481262"/>
            <a:ext cx="9483213" cy="299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2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7D01-5A79-7399-5E92-6859CA10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D3825-1081-E818-F9B5-B5D600F31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Logic is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expressive enough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cannot adequately express the meaning of statements in mathematics and in natural language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lacks the expressiveness to capture the relationships between objects, the properties of objects, or quantify over objects.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logic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overcomes these limitations by introducing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enable more precise representation of mathematical and natural language statements.</a:t>
            </a:r>
          </a:p>
        </p:txBody>
      </p:sp>
    </p:spTree>
    <p:extLst>
      <p:ext uri="{BB962C8B-B14F-4D97-AF65-F5344CB8AC3E}">
        <p14:creationId xmlns:p14="http://schemas.microsoft.com/office/powerpoint/2010/main" val="2817177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7D01-5A79-7399-5E92-6859CA10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D3825-1081-E818-F9B5-B5D600F31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Predicate Logic?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“All humans are mortal.”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logic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represent only atomic facts like: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H: Human exist.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M: Human are mortal.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logic might express this as something like H-&gt;M (If humans exist, then they are mortal). But this doesn't capture the meaning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single human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mortal.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571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7D01-5A79-7399-5E92-6859CA10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D3825-1081-E818-F9B5-B5D600F31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Predicate Logic?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logic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only represent basic true/false propositions and lacks the power to express more complex relationships or quantify over objects.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logic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quantifiers, predicates, and variables, allowing it to express statements about individual objects, relationships between them, and their properties, making it more suitable for both mathematics and natural language</a:t>
            </a:r>
          </a:p>
        </p:txBody>
      </p:sp>
    </p:spTree>
    <p:extLst>
      <p:ext uri="{BB962C8B-B14F-4D97-AF65-F5344CB8AC3E}">
        <p14:creationId xmlns:p14="http://schemas.microsoft.com/office/powerpoint/2010/main" val="954785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8EEE-4A1D-F360-3231-98579D20C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814E1-FC67-5618-5F38-830EB3007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Proposition, YES or NO?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800" dirty="0"/>
              <a:t>3 + 2 = 5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800" i="1" dirty="0"/>
              <a:t>X</a:t>
            </a:r>
            <a:r>
              <a:rPr lang="en-US" sz="2800" dirty="0"/>
              <a:t> + 2 = 5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800" i="1" dirty="0"/>
              <a:t>X</a:t>
            </a:r>
            <a:r>
              <a:rPr lang="en-US" sz="2800" dirty="0"/>
              <a:t> + 2 = 5 for any choice of </a:t>
            </a:r>
            <a:r>
              <a:rPr lang="en-US" sz="2800" i="1" dirty="0"/>
              <a:t>X</a:t>
            </a:r>
            <a:r>
              <a:rPr lang="en-US" sz="2800" dirty="0"/>
              <a:t> in {1, 2, 3}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800" i="1" dirty="0"/>
              <a:t>X</a:t>
            </a:r>
            <a:r>
              <a:rPr lang="en-US" sz="2800" dirty="0"/>
              <a:t> + 4 = 5 for some </a:t>
            </a:r>
            <a:r>
              <a:rPr lang="en-US" sz="2800" i="1" dirty="0"/>
              <a:t>X</a:t>
            </a:r>
            <a:r>
              <a:rPr lang="en-US" sz="2800" dirty="0"/>
              <a:t> in {1, 2, 3}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800" dirty="0"/>
              <a:t>Computer X is under attack by an intruder 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009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AC0A-C4E5-A0F8-9495-F2124E4E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3BE80-F78E-20DC-07B0-9848E6EF5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grammar, the word predicate refers to the part of a sentence that gives information about the subject.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“James is a student at Bedford College”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 is the subject and the phrase is a student at Bedford College is the predicate. The predicate is the part of the sentence from which the subject has been removed.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sentences “x is a student at Bedford College” and “x is a student at y” are symbolized as P(x) and as Q(x, y), respectively, where x and y are predicate variables that take values in appropriate sets.</a:t>
            </a:r>
          </a:p>
        </p:txBody>
      </p:sp>
    </p:spTree>
    <p:extLst>
      <p:ext uri="{BB962C8B-B14F-4D97-AF65-F5344CB8AC3E}">
        <p14:creationId xmlns:p14="http://schemas.microsoft.com/office/powerpoint/2010/main" val="3337220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A303-62E8-5103-72E8-102D8857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8F105E0-793D-5219-6C34-9F3026A8EC4A}"/>
              </a:ext>
            </a:extLst>
          </p:cNvPr>
          <p:cNvSpPr/>
          <p:nvPr/>
        </p:nvSpPr>
        <p:spPr>
          <a:xfrm>
            <a:off x="1987160" y="1967449"/>
            <a:ext cx="8217680" cy="1704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3E3E2E2B-31AB-F0D6-49BC-705F869D3BC7}"/>
              </a:ext>
            </a:extLst>
          </p:cNvPr>
          <p:cNvSpPr txBox="1"/>
          <p:nvPr/>
        </p:nvSpPr>
        <p:spPr>
          <a:xfrm>
            <a:off x="1238865" y="4303859"/>
            <a:ext cx="991091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simplicity, we define a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 predicate  symbol together with suitable predicate variables.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 other treatments of logic, such objects are referred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functions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sz="24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316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F335-8289-3C59-CA1E-04E9541D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F74DC-BABB-BE93-18C3-F2391A3E8829}"/>
              </a:ext>
            </a:extLst>
          </p:cNvPr>
          <p:cNvSpPr txBox="1"/>
          <p:nvPr/>
        </p:nvSpPr>
        <p:spPr>
          <a:xfrm>
            <a:off x="1050823" y="1951672"/>
            <a:ext cx="100903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lvl="1">
              <a:defRPr/>
            </a:pPr>
            <a:r>
              <a:rPr lang="en-US" sz="2400" b="1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Propositional Functions</a:t>
            </a:r>
          </a:p>
          <a:p>
            <a:pPr marL="182880" lvl="1">
              <a:defRPr/>
            </a:pPr>
            <a:endParaRPr lang="en-US" sz="2400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marL="182880" lvl="1">
              <a:defRPr/>
            </a:pPr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“x is greater than 3” or (x &gt; 3)</a:t>
            </a:r>
          </a:p>
          <a:p>
            <a:pPr lvl="1">
              <a:defRPr/>
            </a:pPr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  <a:sym typeface="Symbol" pitchFamily="18" charset="2"/>
              </a:rPr>
              <a:t>The variable x: subject of the statement</a:t>
            </a:r>
          </a:p>
          <a:p>
            <a:pPr lvl="1">
              <a:defRPr/>
            </a:pPr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  <a:sym typeface="Symbol" pitchFamily="18" charset="2"/>
              </a:rPr>
              <a:t>“is greater than 3”: predicate</a:t>
            </a:r>
          </a:p>
          <a:p>
            <a:pPr lvl="1">
              <a:defRPr/>
            </a:pPr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  <a:sym typeface="Symbol" pitchFamily="18" charset="2"/>
              </a:rPr>
              <a:t>P(x): propositional function P at x</a:t>
            </a:r>
          </a:p>
          <a:p>
            <a:pPr marL="0" indent="0">
              <a:buNone/>
              <a:defRPr/>
            </a:pPr>
            <a:endParaRPr lang="en-US" sz="2400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Let P(x) = x &gt; 3</a:t>
            </a:r>
          </a:p>
          <a:p>
            <a:pPr lvl="1">
              <a:defRPr/>
            </a:pPr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P(x) has no truth values (x is not given a value)</a:t>
            </a:r>
          </a:p>
          <a:p>
            <a:pPr lvl="1">
              <a:defRPr/>
            </a:pPr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P(10) is true: The proposition 10 &gt; 3 is true.</a:t>
            </a:r>
          </a:p>
          <a:p>
            <a:pPr lvl="1">
              <a:defRPr/>
            </a:pPr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P(1) is false: The proposition 1 &gt; 3 is false.</a:t>
            </a:r>
          </a:p>
          <a:p>
            <a:pPr lvl="1">
              <a:defRPr/>
            </a:pPr>
            <a:r>
              <a:rPr lang="en-US"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create a proposition when given a value</a:t>
            </a:r>
          </a:p>
        </p:txBody>
      </p:sp>
    </p:spTree>
    <p:extLst>
      <p:ext uri="{BB962C8B-B14F-4D97-AF65-F5344CB8AC3E}">
        <p14:creationId xmlns:p14="http://schemas.microsoft.com/office/powerpoint/2010/main" val="975757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AC0A-C4E5-A0F8-9495-F2124E4E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BA5E2BA-ABD8-B93D-B472-B2CF21F6CD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19877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When an element in the domain of the variable of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one-variable predicate is substituted for the variable, the  resulting statement is either true or false. The set of all  such elements that make the predicate true is called the  </a:t>
            </a:r>
            <a:r>
              <a:rPr sz="2400" i="1" spc="-5" dirty="0">
                <a:latin typeface="Arial"/>
                <a:cs typeface="Arial"/>
              </a:rPr>
              <a:t>truth set </a:t>
            </a:r>
            <a:r>
              <a:rPr sz="2400" spc="-5" dirty="0">
                <a:latin typeface="Arial"/>
                <a:cs typeface="Arial"/>
              </a:rPr>
              <a:t>of 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predicate.</a:t>
            </a:r>
            <a:endParaRPr lang="en-US" sz="2400" spc="-5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54EB779-EFF7-6DE7-A5B7-923051A9B438}"/>
              </a:ext>
            </a:extLst>
          </p:cNvPr>
          <p:cNvSpPr/>
          <p:nvPr/>
        </p:nvSpPr>
        <p:spPr>
          <a:xfrm>
            <a:off x="1623354" y="3941589"/>
            <a:ext cx="8248716" cy="19295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15799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AC0A-C4E5-A0F8-9495-F2124E4E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9C20388-208D-7AB7-C661-FF77F00CEA6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18097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Let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 be the predicate “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is a factor of 8.” Find the truth  set of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if</a:t>
            </a:r>
            <a:endParaRPr sz="2400" dirty="0">
              <a:latin typeface="Arial"/>
              <a:cs typeface="Arial"/>
            </a:endParaRPr>
          </a:p>
          <a:p>
            <a:pPr marL="401320" indent="-338455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401955" algn="l"/>
              </a:tabLst>
            </a:pPr>
            <a:r>
              <a:rPr sz="2400" spc="-5" dirty="0">
                <a:latin typeface="Arial"/>
                <a:cs typeface="Arial"/>
              </a:rPr>
              <a:t>the domain of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is the set </a:t>
            </a:r>
            <a:r>
              <a:rPr sz="2400" b="1" spc="-5" dirty="0">
                <a:latin typeface="Arial"/>
                <a:cs typeface="Arial"/>
              </a:rPr>
              <a:t>Z</a:t>
            </a:r>
            <a:r>
              <a:rPr sz="2400" spc="-7" baseline="24305" dirty="0">
                <a:latin typeface="Arial"/>
                <a:cs typeface="Arial"/>
              </a:rPr>
              <a:t>+ </a:t>
            </a:r>
            <a:r>
              <a:rPr sz="2400" spc="-5" dirty="0">
                <a:latin typeface="Arial"/>
                <a:cs typeface="Arial"/>
              </a:rPr>
              <a:t>of all positive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integers</a:t>
            </a:r>
            <a:endParaRPr sz="2400" dirty="0">
              <a:latin typeface="Arial"/>
              <a:cs typeface="Arial"/>
            </a:endParaRPr>
          </a:p>
          <a:p>
            <a:pPr marL="416559" indent="-353695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417195" algn="l"/>
              </a:tabLst>
            </a:pPr>
            <a:r>
              <a:rPr sz="2400" spc="-5" dirty="0">
                <a:latin typeface="Arial"/>
                <a:cs typeface="Arial"/>
              </a:rPr>
              <a:t>the domain of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is the set </a:t>
            </a:r>
            <a:r>
              <a:rPr sz="2400" b="1" dirty="0">
                <a:latin typeface="Arial"/>
                <a:cs typeface="Arial"/>
              </a:rPr>
              <a:t>Z </a:t>
            </a:r>
            <a:r>
              <a:rPr sz="2400" spc="-5" dirty="0">
                <a:latin typeface="Arial"/>
                <a:cs typeface="Arial"/>
              </a:rPr>
              <a:t>of all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integers.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00ADEE"/>
                </a:solidFill>
                <a:latin typeface="Arial"/>
                <a:cs typeface="Arial"/>
              </a:rPr>
              <a:t>Solution:</a:t>
            </a:r>
            <a:endParaRPr sz="2400" dirty="0">
              <a:latin typeface="Arial"/>
              <a:cs typeface="Arial"/>
            </a:endParaRPr>
          </a:p>
          <a:p>
            <a:pPr marL="63500" marR="30480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401955" algn="l"/>
              </a:tabLst>
            </a:pPr>
            <a:r>
              <a:rPr sz="2400" spc="-5" dirty="0">
                <a:latin typeface="Arial"/>
                <a:cs typeface="Arial"/>
              </a:rPr>
              <a:t>The truth set is {1, 2, 4, 8} because these are exactly the  positive integers that divide 8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evenly.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"/>
              <a:cs typeface="Arial"/>
            </a:endParaRPr>
          </a:p>
          <a:p>
            <a:pPr marL="63500" marR="676275">
              <a:lnSpc>
                <a:spcPct val="100000"/>
              </a:lnSpc>
              <a:buFont typeface="Arial"/>
              <a:buAutoNum type="alphaLcPeriod"/>
              <a:tabLst>
                <a:tab pos="417195" algn="l"/>
              </a:tabLst>
            </a:pPr>
            <a:r>
              <a:rPr sz="2400" spc="-5" dirty="0">
                <a:latin typeface="Arial"/>
                <a:cs typeface="Arial"/>
              </a:rPr>
              <a:t>The truth set is {1, 2, 4, 8,−1,−2,−4,−8} because the  negative integers −1,−2,−4, and −8 also divide into 8  without leaving a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remainder.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7325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AC0A-C4E5-A0F8-9495-F2124E4E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3BE80-F78E-20DC-07B0-9848E6EF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1" y="1253331"/>
            <a:ext cx="11329219" cy="5412940"/>
          </a:xfrm>
        </p:spPr>
        <p:txBody>
          <a:bodyPr>
            <a:normAutofit fontScale="92500" lnSpcReduction="20000"/>
          </a:bodyPr>
          <a:lstStyle/>
          <a:p>
            <a:pPr marL="468313" lvl="1" indent="-457200" algn="just">
              <a:lnSpc>
                <a:spcPct val="134000"/>
              </a:lnSpc>
              <a:spcBef>
                <a:spcPts val="600"/>
              </a:spcBef>
              <a:defRPr/>
            </a:pPr>
            <a:r>
              <a:rPr lang="en-US" sz="30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 predicate is a declarative statement with at least one variable (i.e. unknown value).</a:t>
            </a:r>
          </a:p>
          <a:p>
            <a:pPr marL="468313" lvl="1" indent="-457200" algn="just">
              <a:lnSpc>
                <a:spcPct val="134000"/>
              </a:lnSpc>
              <a:spcBef>
                <a:spcPts val="600"/>
              </a:spcBef>
              <a:defRPr/>
            </a:pPr>
            <a:r>
              <a:rPr lang="en-US" sz="30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 predicate, or propositional function, is a function that takes some variable(s) as arguments and returns True or False.</a:t>
            </a:r>
          </a:p>
          <a:p>
            <a:pPr marL="468313" lvl="1" indent="-457200" algn="just">
              <a:lnSpc>
                <a:spcPct val="134000"/>
              </a:lnSpc>
              <a:spcBef>
                <a:spcPts val="600"/>
              </a:spcBef>
              <a:defRPr/>
            </a:pP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sure way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predicates into statements is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specific values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their</a:t>
            </a:r>
            <a:r>
              <a:rPr lang="en-US" sz="3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</a:t>
            </a:r>
          </a:p>
          <a:p>
            <a:pPr marL="0" marR="5080" indent="0" algn="just">
              <a:lnSpc>
                <a:spcPct val="100000"/>
              </a:lnSpc>
              <a:buNone/>
            </a:pP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number 35, the sentence 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(evenly) divisible by 5” is a true statement</a:t>
            </a:r>
            <a:r>
              <a:rPr lang="en-US" sz="3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35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30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Another way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 statements from  predicates is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3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5"/>
              </a:spcBef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477520" algn="just">
              <a:lnSpc>
                <a:spcPct val="100000"/>
              </a:lnSpc>
              <a:spcBef>
                <a:spcPts val="5"/>
              </a:spcBef>
            </a:pP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 are words that refer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quantities such as  “some” or “all” and tell for how many elements a given  predicate is</a:t>
            </a:r>
            <a:r>
              <a:rPr lang="en-US" sz="3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3" lvl="1" indent="-457200">
              <a:lnSpc>
                <a:spcPct val="134000"/>
              </a:lnSpc>
              <a:spcBef>
                <a:spcPts val="600"/>
              </a:spcBef>
              <a:defRPr/>
            </a:pPr>
            <a:endParaRPr lang="en-US" sz="2800" dirty="0">
              <a:latin typeface="Arial"/>
              <a:cs typeface="Arial"/>
            </a:endParaRPr>
          </a:p>
          <a:p>
            <a:pPr marL="468313" lvl="1" indent="-457200">
              <a:lnSpc>
                <a:spcPct val="134000"/>
              </a:lnSpc>
              <a:spcBef>
                <a:spcPts val="600"/>
              </a:spcBef>
              <a:defRPr/>
            </a:pPr>
            <a:endParaRPr lang="en-US" sz="2800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685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80BE5-D35E-FF49-A28E-B70B9DA9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Quantifier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57E4343-844E-0437-E433-B822B310F92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25263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0014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symbol </a:t>
            </a:r>
            <a:r>
              <a:rPr sz="2400" spc="-8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denotes “for all” and is called the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 quantifier.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domain of the predicate variable is generally indicated  between the </a:t>
            </a:r>
            <a:r>
              <a:rPr sz="2400" spc="-8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and the variable name or  immediately following the variable name. Some other  expressions that can be used instead of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are for  every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arbitrary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sz="2400" i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2512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80BE5-D35E-FF49-A28E-B70B9DA9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Quantifier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86CA455A-29A0-D561-2E43-0EA36A8CD1A0}"/>
              </a:ext>
            </a:extLst>
          </p:cNvPr>
          <p:cNvSpPr txBox="1"/>
          <p:nvPr/>
        </p:nvSpPr>
        <p:spPr>
          <a:xfrm>
            <a:off x="994663" y="1944117"/>
            <a:ext cx="940294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Sentences that are quantified universally are defined as  statements by giving them the truth values specified in the  following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definition: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48F732F-578E-D0E1-612D-B20E3B889CC1}"/>
              </a:ext>
            </a:extLst>
          </p:cNvPr>
          <p:cNvSpPr/>
          <p:nvPr/>
        </p:nvSpPr>
        <p:spPr>
          <a:xfrm>
            <a:off x="1971642" y="3791204"/>
            <a:ext cx="8248716" cy="1996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27101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BC6DE-3286-9741-10F9-3F6CD355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Quantifier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F92E099-7756-A909-2D21-42726575873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362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5" dirty="0">
                <a:latin typeface="Arial"/>
                <a:cs typeface="Arial"/>
              </a:rPr>
              <a:t>Let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{1, 2, 3, 4, 5}, and consider the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statement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Show that this statement is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true.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spcBef>
                <a:spcPts val="5"/>
              </a:spcBef>
              <a:buFont typeface="Arial"/>
              <a:buAutoNum type="alphaLcPeriod" startAt="2"/>
              <a:tabLst>
                <a:tab pos="366395" algn="l"/>
              </a:tabLst>
            </a:pPr>
            <a:r>
              <a:rPr sz="2400" spc="-5" dirty="0">
                <a:latin typeface="Arial"/>
                <a:cs typeface="Arial"/>
              </a:rPr>
              <a:t>Consider the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statement</a:t>
            </a:r>
            <a:r>
              <a:rPr lang="en-US" sz="2400" spc="-5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807720" marR="5080" indent="-4572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Find a counterexample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show that this statement is  false.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3D738AC-193E-986A-8F00-B3EE702FB77D}"/>
              </a:ext>
            </a:extLst>
          </p:cNvPr>
          <p:cNvSpPr/>
          <p:nvPr/>
        </p:nvSpPr>
        <p:spPr>
          <a:xfrm>
            <a:off x="3562838" y="2405669"/>
            <a:ext cx="1942310" cy="3037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334B166-318D-40C3-998D-0C9E80417A84}"/>
              </a:ext>
            </a:extLst>
          </p:cNvPr>
          <p:cNvSpPr/>
          <p:nvPr/>
        </p:nvSpPr>
        <p:spPr>
          <a:xfrm>
            <a:off x="4064544" y="4172684"/>
            <a:ext cx="1904364" cy="308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6040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CB42-C6A3-0741-25EB-7F64AB3D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Quantifier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7596DAE-8F1B-ADEF-7BEB-6E1D859BDAB7}"/>
              </a:ext>
            </a:extLst>
          </p:cNvPr>
          <p:cNvSpPr txBox="1"/>
          <p:nvPr/>
        </p:nvSpPr>
        <p:spPr>
          <a:xfrm>
            <a:off x="969264" y="1944117"/>
            <a:ext cx="7317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a. </a:t>
            </a:r>
            <a:r>
              <a:rPr sz="2400" spc="-5" dirty="0">
                <a:latin typeface="Arial"/>
                <a:cs typeface="Arial"/>
              </a:rPr>
              <a:t>Check that “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2 </a:t>
            </a:r>
            <a:r>
              <a:rPr sz="2400" dirty="0">
                <a:latin typeface="Arial"/>
                <a:cs typeface="Arial"/>
              </a:rPr>
              <a:t>≥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” </a:t>
            </a:r>
            <a:r>
              <a:rPr sz="2400" spc="-5" dirty="0">
                <a:latin typeface="Arial"/>
                <a:cs typeface="Arial"/>
              </a:rPr>
              <a:t>is true for each individual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in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11FD022D-9077-F2EB-0E63-DB8AE73CF1DE}"/>
              </a:ext>
            </a:extLst>
          </p:cNvPr>
          <p:cNvSpPr txBox="1"/>
          <p:nvPr/>
        </p:nvSpPr>
        <p:spPr>
          <a:xfrm>
            <a:off x="969264" y="3260854"/>
            <a:ext cx="4090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Hence </a:t>
            </a:r>
            <a:r>
              <a:rPr sz="2400" spc="-300" dirty="0">
                <a:latin typeface="Arial"/>
                <a:cs typeface="Arial"/>
              </a:rPr>
              <a:t>“</a:t>
            </a:r>
            <a:r>
              <a:rPr sz="2400" spc="-300" dirty="0">
                <a:latin typeface="WenQuanYi Micro Hei"/>
                <a:cs typeface="WenQuanYi Micro Hei"/>
              </a:rPr>
              <a:t>∀</a:t>
            </a:r>
            <a:r>
              <a:rPr sz="2400" i="1" spc="-300" dirty="0">
                <a:latin typeface="Arial"/>
                <a:cs typeface="Arial"/>
              </a:rPr>
              <a:t>x </a:t>
            </a:r>
            <a:r>
              <a:rPr sz="2400" spc="-905" dirty="0">
                <a:latin typeface="WenQuanYi Micro Hei"/>
                <a:cs typeface="WenQuanYi Micro Hei"/>
              </a:rPr>
              <a:t>∈</a:t>
            </a:r>
            <a:r>
              <a:rPr sz="2400" spc="40" dirty="0">
                <a:latin typeface="WenQuanYi Micro Hei"/>
                <a:cs typeface="WenQuanYi Micro Hei"/>
              </a:rPr>
              <a:t> </a:t>
            </a:r>
            <a:r>
              <a:rPr lang="en-US" sz="2400" spc="40" dirty="0">
                <a:latin typeface="WenQuanYi Micro Hei"/>
                <a:cs typeface="WenQuanYi Micro Hei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2 </a:t>
            </a:r>
            <a:r>
              <a:rPr sz="2400" dirty="0">
                <a:latin typeface="Arial"/>
                <a:cs typeface="Arial"/>
              </a:rPr>
              <a:t>≥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” </a:t>
            </a:r>
            <a:r>
              <a:rPr sz="2400" spc="-5" dirty="0">
                <a:latin typeface="Arial"/>
                <a:cs typeface="Arial"/>
              </a:rPr>
              <a:t>is</a:t>
            </a:r>
            <a:r>
              <a:rPr sz="2400" spc="-3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true.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32E86C7B-EA4C-1F32-0244-8C566A187326}"/>
              </a:ext>
            </a:extLst>
          </p:cNvPr>
          <p:cNvSpPr txBox="1"/>
          <p:nvPr/>
        </p:nvSpPr>
        <p:spPr>
          <a:xfrm>
            <a:off x="994664" y="4138679"/>
            <a:ext cx="39649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b. </a:t>
            </a:r>
            <a:r>
              <a:rPr sz="2400" i="1" spc="-5" dirty="0">
                <a:latin typeface="Arial"/>
                <a:cs typeface="Arial"/>
              </a:rPr>
              <a:t>Counterexample: </a:t>
            </a:r>
            <a:r>
              <a:rPr sz="2400" spc="-5" dirty="0">
                <a:latin typeface="Arial"/>
                <a:cs typeface="Arial"/>
              </a:rPr>
              <a:t>Take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=  </a:t>
            </a:r>
            <a:r>
              <a:rPr sz="2400" spc="-5" dirty="0">
                <a:latin typeface="Arial"/>
                <a:cs typeface="Arial"/>
              </a:rPr>
              <a:t>a real number)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D5E4165-2046-B41F-6C93-6056C30762D3}"/>
              </a:ext>
            </a:extLst>
          </p:cNvPr>
          <p:cNvSpPr txBox="1"/>
          <p:nvPr/>
        </p:nvSpPr>
        <p:spPr>
          <a:xfrm>
            <a:off x="5185668" y="4138679"/>
            <a:ext cx="3512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9775" algn="l"/>
              </a:tabLst>
            </a:pPr>
            <a:r>
              <a:rPr sz="2400" dirty="0">
                <a:latin typeface="Arial"/>
                <a:cs typeface="Arial"/>
              </a:rPr>
              <a:t>.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10" dirty="0">
                <a:latin typeface="Arial"/>
                <a:cs typeface="Arial"/>
              </a:rPr>
              <a:t>he</a:t>
            </a:r>
            <a:r>
              <a:rPr sz="2400" spc="-5" dirty="0">
                <a:latin typeface="Arial"/>
                <a:cs typeface="Arial"/>
              </a:rPr>
              <a:t>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spc="-5" dirty="0">
                <a:latin typeface="Arial"/>
                <a:cs typeface="Arial"/>
              </a:rPr>
              <a:t>s</a:t>
            </a:r>
            <a:r>
              <a:rPr sz="2400" spc="-10" dirty="0">
                <a:latin typeface="Arial"/>
                <a:cs typeface="Arial"/>
              </a:rPr>
              <a:t>in</a:t>
            </a:r>
            <a:r>
              <a:rPr sz="2400" spc="-5" dirty="0">
                <a:latin typeface="Arial"/>
                <a:cs typeface="Arial"/>
              </a:rPr>
              <a:t>ce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19F50807-02F1-00CE-B56B-5AD4DE7F2E7A}"/>
              </a:ext>
            </a:extLst>
          </p:cNvPr>
          <p:cNvSpPr txBox="1"/>
          <p:nvPr/>
        </p:nvSpPr>
        <p:spPr>
          <a:xfrm>
            <a:off x="969264" y="6260089"/>
            <a:ext cx="4207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Hence </a:t>
            </a:r>
            <a:r>
              <a:rPr sz="2400" spc="-300" dirty="0">
                <a:latin typeface="Arial"/>
                <a:cs typeface="Arial"/>
              </a:rPr>
              <a:t>“</a:t>
            </a:r>
            <a:r>
              <a:rPr sz="2400" spc="-300" dirty="0">
                <a:latin typeface="WenQuanYi Micro Hei"/>
                <a:cs typeface="WenQuanYi Micro Hei"/>
              </a:rPr>
              <a:t>∀</a:t>
            </a:r>
            <a:r>
              <a:rPr sz="2400" i="1" spc="-300" dirty="0">
                <a:latin typeface="Arial"/>
                <a:cs typeface="Arial"/>
              </a:rPr>
              <a:t>x </a:t>
            </a:r>
            <a:r>
              <a:rPr sz="2400" spc="-905" dirty="0">
                <a:latin typeface="WenQuanYi Micro Hei"/>
                <a:cs typeface="WenQuanYi Micro Hei"/>
              </a:rPr>
              <a:t>∈</a:t>
            </a:r>
            <a:r>
              <a:rPr sz="2400" spc="40" dirty="0">
                <a:latin typeface="WenQuanYi Micro Hei"/>
                <a:cs typeface="WenQuanYi Micro Hei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2 </a:t>
            </a:r>
            <a:r>
              <a:rPr sz="2400" dirty="0">
                <a:latin typeface="Arial"/>
                <a:cs typeface="Arial"/>
              </a:rPr>
              <a:t>≥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” </a:t>
            </a:r>
            <a:r>
              <a:rPr sz="2400" spc="-5" dirty="0">
                <a:latin typeface="Arial"/>
                <a:cs typeface="Arial"/>
              </a:rPr>
              <a:t>is</a:t>
            </a:r>
            <a:r>
              <a:rPr sz="2400" spc="-3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false.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E745EF4-9049-F971-FA30-DF43AB40E930}"/>
              </a:ext>
            </a:extLst>
          </p:cNvPr>
          <p:cNvSpPr/>
          <p:nvPr/>
        </p:nvSpPr>
        <p:spPr>
          <a:xfrm>
            <a:off x="1624065" y="2664043"/>
            <a:ext cx="6864319" cy="3038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3397C0DD-5118-3A40-E42F-782D1ABBAF5A}"/>
              </a:ext>
            </a:extLst>
          </p:cNvPr>
          <p:cNvSpPr/>
          <p:nvPr/>
        </p:nvSpPr>
        <p:spPr>
          <a:xfrm>
            <a:off x="5025096" y="4167666"/>
            <a:ext cx="112365" cy="363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27C94513-069B-E524-ECE0-C6D83F085907}"/>
              </a:ext>
            </a:extLst>
          </p:cNvPr>
          <p:cNvSpPr/>
          <p:nvPr/>
        </p:nvSpPr>
        <p:spPr>
          <a:xfrm>
            <a:off x="4052204" y="5153370"/>
            <a:ext cx="1945675" cy="7610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5200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2807-8EB4-A903-5721-86A4B689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Quantifier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B8E4D4B-E75D-3C1F-99B1-B689BA64BA5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858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 technique used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show the truth of the universal  statement in </a:t>
            </a:r>
            <a:r>
              <a:rPr sz="2400" spc="-10" dirty="0">
                <a:latin typeface="Arial"/>
                <a:cs typeface="Arial"/>
              </a:rPr>
              <a:t>Example </a:t>
            </a:r>
            <a:r>
              <a:rPr sz="2400" spc="-5" dirty="0">
                <a:latin typeface="Arial"/>
                <a:cs typeface="Arial"/>
              </a:rPr>
              <a:t>3(a) is called the </a:t>
            </a:r>
            <a:r>
              <a:rPr sz="2400" b="1" spc="-5" dirty="0">
                <a:latin typeface="Arial"/>
                <a:cs typeface="Arial"/>
              </a:rPr>
              <a:t>method of  exhaustion.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7683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consists of showing the truth of the predicate separately  for each individual element of the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domain.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This method can, in theory, be used whenever the domain  of the predicate variable is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finite.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43508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2807-8EB4-A903-5721-86A4B689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Existential Quantifier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60198C1F-E57A-95DE-D8D2-088E913233F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275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 symbol </a:t>
            </a: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 </a:t>
            </a:r>
            <a:r>
              <a:rPr lang="en-US" sz="2400" spc="-5" dirty="0">
                <a:latin typeface="Arial"/>
                <a:cs typeface="Arial"/>
              </a:rPr>
              <a:t>denotes</a:t>
            </a:r>
            <a:r>
              <a:rPr sz="2400" spc="-5" dirty="0">
                <a:latin typeface="Arial"/>
                <a:cs typeface="Arial"/>
              </a:rPr>
              <a:t> “there exists” and is called the  </a:t>
            </a:r>
            <a:r>
              <a:rPr sz="2400" b="1" spc="-5" dirty="0">
                <a:latin typeface="Arial"/>
                <a:cs typeface="Arial"/>
              </a:rPr>
              <a:t>existential quantifier. </a:t>
            </a:r>
            <a:r>
              <a:rPr sz="2400" spc="-5" dirty="0">
                <a:latin typeface="Arial"/>
                <a:cs typeface="Arial"/>
              </a:rPr>
              <a:t>For </a:t>
            </a:r>
            <a:r>
              <a:rPr sz="2400" spc="-10" dirty="0">
                <a:latin typeface="Arial"/>
                <a:cs typeface="Arial"/>
              </a:rPr>
              <a:t>example, </a:t>
            </a:r>
            <a:r>
              <a:rPr sz="2400" spc="-5" dirty="0">
                <a:latin typeface="Arial"/>
                <a:cs typeface="Arial"/>
              </a:rPr>
              <a:t>the sentence “There is  a student in Math 140” can be written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</a:t>
            </a:r>
            <a:endParaRPr sz="2400" dirty="0">
              <a:latin typeface="Arial"/>
              <a:cs typeface="Arial"/>
            </a:endParaRPr>
          </a:p>
          <a:p>
            <a:pPr marL="12700" marR="668020" indent="679450">
              <a:lnSpc>
                <a:spcPct val="180000"/>
              </a:lnSpc>
            </a:pP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40" dirty="0">
                <a:latin typeface="WenQuanYi Micro Hei"/>
                <a:cs typeface="WenQuanYi Micro Hei"/>
              </a:rPr>
              <a:t> </a:t>
            </a:r>
            <a:r>
              <a:rPr lang="en-US" sz="2400" spc="40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a person </a:t>
            </a:r>
            <a:r>
              <a:rPr sz="2400" i="1" spc="-5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such that </a:t>
            </a:r>
            <a:r>
              <a:rPr sz="2400" i="1" spc="-5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is a student in Math 140,  or, more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formally,</a:t>
            </a:r>
            <a:endParaRPr sz="2400" dirty="0">
              <a:latin typeface="Arial"/>
              <a:cs typeface="Arial"/>
            </a:endParaRPr>
          </a:p>
          <a:p>
            <a:pPr marL="12700" marR="1252855" indent="673100">
              <a:lnSpc>
                <a:spcPct val="180000"/>
              </a:lnSpc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                    </a:t>
            </a:r>
            <a:r>
              <a:rPr sz="2400" i="1" spc="-500" dirty="0">
                <a:latin typeface="Arial"/>
                <a:cs typeface="Arial"/>
              </a:rPr>
              <a:t>p </a:t>
            </a:r>
            <a:r>
              <a:rPr lang="en-US" sz="2400" i="1" spc="-500" dirty="0">
                <a:latin typeface="Arial"/>
                <a:cs typeface="Arial"/>
              </a:rPr>
              <a:t>   </a:t>
            </a:r>
            <a:r>
              <a:rPr sz="2400" spc="-905" dirty="0">
                <a:latin typeface="WenQuanYi Micro Hei"/>
                <a:cs typeface="WenQuanYi Micro Hei"/>
              </a:rPr>
              <a:t>∈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</a:t>
            </a:r>
            <a:r>
              <a:rPr sz="2400" i="1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such that </a:t>
            </a:r>
            <a:r>
              <a:rPr sz="2400" i="1" spc="-5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is a student in Math 140,  where </a:t>
            </a:r>
            <a:r>
              <a:rPr sz="2400" i="1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is the set of all people. 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4403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1CA35-651D-267A-F464-49BD83DE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Existential Quantifier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C034227-5920-EDF5-7656-C60AEA9646C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15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 words </a:t>
            </a:r>
            <a:r>
              <a:rPr sz="2400" i="1" spc="-5" dirty="0">
                <a:latin typeface="Arial"/>
                <a:cs typeface="Arial"/>
              </a:rPr>
              <a:t>such that </a:t>
            </a:r>
            <a:r>
              <a:rPr sz="2400" spc="-5" dirty="0">
                <a:latin typeface="Arial"/>
                <a:cs typeface="Arial"/>
              </a:rPr>
              <a:t>are inserted just before the predicate.  Some other expressions that can be used in place of </a:t>
            </a:r>
            <a:r>
              <a:rPr sz="2400" i="1" spc="-5" dirty="0">
                <a:latin typeface="Arial"/>
                <a:cs typeface="Arial"/>
              </a:rPr>
              <a:t>there  exists </a:t>
            </a:r>
            <a:r>
              <a:rPr sz="2400" spc="-5" dirty="0">
                <a:latin typeface="Arial"/>
                <a:cs typeface="Arial"/>
              </a:rPr>
              <a:t>are </a:t>
            </a:r>
            <a:r>
              <a:rPr sz="2400" i="1" spc="-5" dirty="0">
                <a:latin typeface="Arial"/>
                <a:cs typeface="Arial"/>
              </a:rPr>
              <a:t>there is a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-5" dirty="0">
                <a:latin typeface="Arial"/>
                <a:cs typeface="Arial"/>
              </a:rPr>
              <a:t>we can find a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-5" dirty="0">
                <a:latin typeface="Arial"/>
                <a:cs typeface="Arial"/>
              </a:rPr>
              <a:t>there is at least one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-5" dirty="0">
                <a:latin typeface="Arial"/>
                <a:cs typeface="Arial"/>
              </a:rPr>
              <a:t>for  </a:t>
            </a:r>
            <a:r>
              <a:rPr sz="2400" i="1" spc="-10" dirty="0">
                <a:latin typeface="Arial"/>
                <a:cs typeface="Arial"/>
              </a:rPr>
              <a:t>some</a:t>
            </a:r>
            <a:r>
              <a:rPr sz="2400" spc="-1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i="1" spc="-5" dirty="0">
                <a:latin typeface="Arial"/>
                <a:cs typeface="Arial"/>
              </a:rPr>
              <a:t>for at least</a:t>
            </a:r>
            <a:r>
              <a:rPr sz="2400" i="1" spc="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one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a sentence such as </a:t>
            </a:r>
            <a:r>
              <a:rPr sz="2400" spc="-500" dirty="0">
                <a:latin typeface="Arial"/>
                <a:cs typeface="Arial"/>
              </a:rPr>
              <a:t>“</a:t>
            </a: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         </a:t>
            </a:r>
            <a:r>
              <a:rPr sz="2400" spc="-500" dirty="0">
                <a:latin typeface="WenQuanYi Micro Hei"/>
                <a:cs typeface="WenQuanYi Micro Hei"/>
              </a:rPr>
              <a:t> </a:t>
            </a:r>
            <a:r>
              <a:rPr sz="2400" spc="-5" dirty="0">
                <a:latin typeface="Arial"/>
                <a:cs typeface="Arial"/>
              </a:rPr>
              <a:t>integers </a:t>
            </a:r>
            <a:r>
              <a:rPr sz="2400" i="1" dirty="0">
                <a:latin typeface="Arial"/>
                <a:cs typeface="Arial"/>
              </a:rPr>
              <a:t>m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such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that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m </a:t>
            </a:r>
            <a:r>
              <a:rPr sz="2400" dirty="0">
                <a:latin typeface="Arial"/>
                <a:cs typeface="Arial"/>
              </a:rPr>
              <a:t>+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i="1" dirty="0">
                <a:latin typeface="Arial"/>
                <a:cs typeface="Arial"/>
              </a:rPr>
              <a:t>m </a:t>
            </a:r>
            <a:r>
              <a:rPr sz="2000" b="1" spc="20" dirty="0">
                <a:latin typeface="Arial"/>
                <a:cs typeface="Arial"/>
              </a:rPr>
              <a:t>•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,” the </a:t>
            </a: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</a:t>
            </a:r>
            <a:r>
              <a:rPr sz="2400" spc="-5" dirty="0">
                <a:latin typeface="Arial"/>
                <a:cs typeface="Arial"/>
              </a:rPr>
              <a:t>symbol is understood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refer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both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m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11311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1CA35-651D-267A-F464-49BD83DE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Existential Quantifier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0267F5B-8D35-C1A1-38F8-240DEB5306CF}"/>
              </a:ext>
            </a:extLst>
          </p:cNvPr>
          <p:cNvSpPr/>
          <p:nvPr/>
        </p:nvSpPr>
        <p:spPr>
          <a:xfrm>
            <a:off x="1622047" y="2366444"/>
            <a:ext cx="8217680" cy="1700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88128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1B12-1A4E-583C-49E9-61E7E8CA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Existential Quantifier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B5C34F5-D8B9-EB86-1F6A-F769119EC635}"/>
              </a:ext>
            </a:extLst>
          </p:cNvPr>
          <p:cNvSpPr txBox="1">
            <a:spLocks/>
          </p:cNvSpPr>
          <p:nvPr/>
        </p:nvSpPr>
        <p:spPr>
          <a:xfrm>
            <a:off x="953729" y="1690688"/>
            <a:ext cx="9067800" cy="221599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Translating from Informal to Formal Language</a:t>
            </a:r>
          </a:p>
          <a:p>
            <a:r>
              <a:rPr lang="en-US" dirty="0"/>
              <a:t>Rewrite each of the following statements formally. Use quantifiers and variables.</a:t>
            </a:r>
          </a:p>
          <a:p>
            <a:r>
              <a:rPr lang="en-US" dirty="0"/>
              <a:t>1. All triangles have three sides.</a:t>
            </a:r>
          </a:p>
          <a:p>
            <a:r>
              <a:rPr lang="en-US" dirty="0"/>
              <a:t>2. No dogs have wings.</a:t>
            </a:r>
          </a:p>
          <a:p>
            <a:r>
              <a:rPr lang="en-US" dirty="0"/>
              <a:t>3. Some programs are structured.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0F253-7366-9D0A-C78B-2760ABD61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71" y="4273494"/>
            <a:ext cx="90678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4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1B12-1A4E-583C-49E9-61E7E8CA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Existential Quantifier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B5D0D87-F529-EB3A-84DC-BE163922047A}"/>
              </a:ext>
            </a:extLst>
          </p:cNvPr>
          <p:cNvSpPr txBox="1"/>
          <p:nvPr/>
        </p:nvSpPr>
        <p:spPr>
          <a:xfrm>
            <a:off x="1024162" y="1506574"/>
            <a:ext cx="9933890" cy="3013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Rewrite the following formal statements in a variety of  equivalent but more informal ways. Do not use the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symbol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spc="-894" dirty="0">
                <a:latin typeface="WenQuanYi Micro Hei"/>
                <a:cs typeface="WenQuanYi Micro Hei"/>
              </a:rPr>
              <a:t>∀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</a:t>
            </a:r>
            <a:r>
              <a:rPr sz="2400" spc="-5" dirty="0">
                <a:latin typeface="Arial"/>
                <a:cs typeface="Arial"/>
              </a:rPr>
              <a:t>or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sz="2400" spc="-500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Arial"/>
                <a:cs typeface="Arial"/>
              </a:rPr>
              <a:t>a.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b.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46DEAD2-B8AA-BF6A-544A-5411E37D63AE}"/>
              </a:ext>
            </a:extLst>
          </p:cNvPr>
          <p:cNvSpPr/>
          <p:nvPr/>
        </p:nvSpPr>
        <p:spPr>
          <a:xfrm>
            <a:off x="1591501" y="2819969"/>
            <a:ext cx="1888535" cy="2915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B1A567C-424F-3D46-99A7-8DD03592554C}"/>
              </a:ext>
            </a:extLst>
          </p:cNvPr>
          <p:cNvSpPr/>
          <p:nvPr/>
        </p:nvSpPr>
        <p:spPr>
          <a:xfrm>
            <a:off x="1498730" y="3625777"/>
            <a:ext cx="2132479" cy="3082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C31179FD-588F-71FB-AA2D-3D19E1FB963E}"/>
              </a:ext>
            </a:extLst>
          </p:cNvPr>
          <p:cNvSpPr txBox="1"/>
          <p:nvPr/>
        </p:nvSpPr>
        <p:spPr>
          <a:xfrm>
            <a:off x="5074361" y="2207087"/>
            <a:ext cx="6972863" cy="462626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675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5" dirty="0">
                <a:latin typeface="Arial"/>
                <a:cs typeface="Arial"/>
              </a:rPr>
              <a:t>All real numbers have nonnegative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squares.</a:t>
            </a:r>
            <a:endParaRPr sz="2400" dirty="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Or: </a:t>
            </a:r>
            <a:r>
              <a:rPr sz="2400" spc="-5" dirty="0">
                <a:latin typeface="Arial"/>
                <a:cs typeface="Arial"/>
              </a:rPr>
              <a:t>Every real number has a nonnegative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square.</a:t>
            </a:r>
            <a:endParaRPr sz="2400" dirty="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Or: </a:t>
            </a:r>
            <a:r>
              <a:rPr sz="2400" spc="-5" dirty="0">
                <a:latin typeface="Arial"/>
                <a:cs typeface="Arial"/>
              </a:rPr>
              <a:t>Any real number has a nonnegative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square.</a:t>
            </a:r>
            <a:endParaRPr sz="2400" dirty="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80"/>
              </a:spcBef>
            </a:pPr>
            <a:r>
              <a:rPr sz="2400" i="1" dirty="0">
                <a:latin typeface="Arial"/>
                <a:cs typeface="Arial"/>
              </a:rPr>
              <a:t>Or: </a:t>
            </a:r>
            <a:r>
              <a:rPr sz="2400" spc="-5" dirty="0">
                <a:latin typeface="Arial"/>
                <a:cs typeface="Arial"/>
              </a:rPr>
              <a:t>The square of each real number is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nonnegative.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 startAt="2"/>
              <a:tabLst>
                <a:tab pos="366395" algn="l"/>
              </a:tabLst>
            </a:pPr>
            <a:r>
              <a:rPr sz="2400" spc="-5" dirty="0">
                <a:latin typeface="Arial"/>
                <a:cs typeface="Arial"/>
              </a:rPr>
              <a:t>All real numbers have squares that are not equal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−1.</a:t>
            </a:r>
            <a:endParaRPr sz="2400" dirty="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Or: </a:t>
            </a:r>
            <a:r>
              <a:rPr sz="2400" spc="-5" dirty="0">
                <a:latin typeface="Arial"/>
                <a:cs typeface="Arial"/>
              </a:rPr>
              <a:t>No real numbers have squares equal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−1.</a:t>
            </a:r>
            <a:endParaRPr sz="2400" dirty="0">
              <a:latin typeface="Arial"/>
              <a:cs typeface="Arial"/>
            </a:endParaRPr>
          </a:p>
          <a:p>
            <a:pPr marL="469900" marR="508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(The words </a:t>
            </a:r>
            <a:r>
              <a:rPr sz="2400" i="1" spc="-5" dirty="0">
                <a:latin typeface="Arial"/>
                <a:cs typeface="Arial"/>
              </a:rPr>
              <a:t>none are </a:t>
            </a:r>
            <a:r>
              <a:rPr sz="2400" spc="-5" dirty="0">
                <a:latin typeface="Arial"/>
                <a:cs typeface="Arial"/>
              </a:rPr>
              <a:t>or </a:t>
            </a:r>
            <a:r>
              <a:rPr sz="2400" i="1" spc="-5" dirty="0">
                <a:latin typeface="Arial"/>
                <a:cs typeface="Arial"/>
              </a:rPr>
              <a:t>no </a:t>
            </a:r>
            <a:r>
              <a:rPr sz="2400" i="1" dirty="0">
                <a:latin typeface="Arial"/>
                <a:cs typeface="Arial"/>
              </a:rPr>
              <a:t>. . . </a:t>
            </a:r>
            <a:r>
              <a:rPr sz="2400" i="1" spc="-5" dirty="0">
                <a:latin typeface="Arial"/>
                <a:cs typeface="Arial"/>
              </a:rPr>
              <a:t>are </a:t>
            </a:r>
            <a:r>
              <a:rPr sz="2400" spc="-5" dirty="0">
                <a:latin typeface="Arial"/>
                <a:cs typeface="Arial"/>
              </a:rPr>
              <a:t>are equivalent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  words </a:t>
            </a:r>
            <a:r>
              <a:rPr sz="2400" i="1" spc="-5" dirty="0">
                <a:latin typeface="Arial"/>
                <a:cs typeface="Arial"/>
              </a:rPr>
              <a:t>all are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not</a:t>
            </a:r>
            <a:r>
              <a:rPr sz="2400" spc="-5" dirty="0">
                <a:latin typeface="Arial"/>
                <a:cs typeface="Arial"/>
              </a:rPr>
              <a:t>.)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52149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Conditional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EE9A8A4-22EE-B35C-D5C3-49140E0E06C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283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reasonable argument can be made that the most  important form of statement in mathematics is the  </a:t>
            </a:r>
            <a:r>
              <a:rPr sz="2400" b="1" spc="-5" dirty="0">
                <a:latin typeface="Arial"/>
                <a:cs typeface="Arial"/>
              </a:rPr>
              <a:t>universal conditional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statement: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454659" algn="ctr">
              <a:lnSpc>
                <a:spcPct val="100000"/>
              </a:lnSpc>
              <a:spcBef>
                <a:spcPts val="5"/>
              </a:spcBef>
            </a:pPr>
            <a:r>
              <a:rPr sz="2400" spc="-300" dirty="0">
                <a:latin typeface="WenQuanYi Micro Hei"/>
                <a:cs typeface="WenQuanYi Micro Hei"/>
              </a:rPr>
              <a:t>∀</a:t>
            </a:r>
            <a:r>
              <a:rPr sz="2400" i="1" spc="-300" dirty="0">
                <a:latin typeface="Arial"/>
                <a:cs typeface="Arial"/>
              </a:rPr>
              <a:t>x</a:t>
            </a:r>
            <a:r>
              <a:rPr sz="2400" spc="-3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if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 then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).</a:t>
            </a:r>
          </a:p>
          <a:p>
            <a:pPr marL="12700" marR="5080">
              <a:lnSpc>
                <a:spcPct val="100000"/>
              </a:lnSpc>
              <a:spcBef>
                <a:spcPts val="2300"/>
              </a:spcBef>
            </a:pPr>
            <a:r>
              <a:rPr sz="2400" spc="-5" dirty="0">
                <a:latin typeface="Arial"/>
                <a:cs typeface="Arial"/>
              </a:rPr>
              <a:t>Familiarity with statements of this form is essential if you  are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learn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speak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mathematics.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4681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Conditional Statements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A7CB8AA1-D161-4F2B-BBD0-2F5C33C68C1D}"/>
              </a:ext>
            </a:extLst>
          </p:cNvPr>
          <p:cNvSpPr txBox="1"/>
          <p:nvPr/>
        </p:nvSpPr>
        <p:spPr>
          <a:xfrm>
            <a:off x="955040" y="1944117"/>
            <a:ext cx="10398760" cy="328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20205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Rewrite the following statement informally, without  quantifiers or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variables.</a:t>
            </a:r>
            <a:endParaRPr sz="2400" dirty="0">
              <a:latin typeface="Arial"/>
              <a:cs typeface="Arial"/>
            </a:endParaRPr>
          </a:p>
          <a:p>
            <a:pPr marL="121920" algn="ctr">
              <a:lnSpc>
                <a:spcPct val="100000"/>
              </a:lnSpc>
              <a:spcBef>
                <a:spcPts val="1725"/>
              </a:spcBef>
            </a:pPr>
            <a:r>
              <a:rPr sz="2400" spc="-450" dirty="0">
                <a:latin typeface="WenQuanYi Micro Hei"/>
                <a:cs typeface="WenQuanYi Micro Hei"/>
              </a:rPr>
              <a:t>∀</a:t>
            </a:r>
            <a:r>
              <a:rPr lang="en-US" sz="2400" spc="-450" dirty="0">
                <a:latin typeface="WenQuanYi Micro Hei"/>
                <a:cs typeface="WenQuanYi Micro Hei"/>
              </a:rPr>
              <a:t>            </a:t>
            </a:r>
            <a:r>
              <a:rPr sz="2400" i="1" spc="-450" dirty="0">
                <a:latin typeface="Arial"/>
                <a:cs typeface="Arial"/>
              </a:rPr>
              <a:t>x </a:t>
            </a:r>
            <a:r>
              <a:rPr lang="en-US" sz="2400" i="1" spc="-450" dirty="0">
                <a:latin typeface="Arial"/>
                <a:cs typeface="Arial"/>
              </a:rPr>
              <a:t>    </a:t>
            </a:r>
            <a:r>
              <a:rPr sz="2400" spc="-905" dirty="0">
                <a:latin typeface="WenQuanYi Micro Hei"/>
                <a:cs typeface="WenQuanYi Micro Hei"/>
              </a:rPr>
              <a:t>∈</a:t>
            </a:r>
            <a:r>
              <a:rPr lang="en-US" sz="2400" spc="-905" dirty="0">
                <a:latin typeface="WenQuanYi Micro Hei"/>
                <a:cs typeface="WenQuanYi Micro Hei"/>
              </a:rPr>
              <a:t> 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, if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&gt; </a:t>
            </a:r>
            <a:r>
              <a:rPr sz="2400" spc="-5" dirty="0">
                <a:latin typeface="Arial"/>
                <a:cs typeface="Arial"/>
              </a:rPr>
              <a:t>2 then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2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2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4.</a:t>
            </a:r>
            <a:endParaRPr sz="24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730"/>
              </a:spcBef>
            </a:pPr>
            <a:r>
              <a:rPr sz="2400" spc="-5" dirty="0">
                <a:solidFill>
                  <a:srgbClr val="00ADEE"/>
                </a:solidFill>
                <a:latin typeface="Arial"/>
                <a:cs typeface="Arial"/>
              </a:rPr>
              <a:t>Solution:</a:t>
            </a:r>
            <a:endParaRPr sz="2400" dirty="0">
              <a:latin typeface="Arial"/>
              <a:cs typeface="Arial"/>
            </a:endParaRPr>
          </a:p>
          <a:p>
            <a:pPr marL="50800" marR="1016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If </a:t>
            </a:r>
            <a:r>
              <a:rPr sz="2400" spc="-5" dirty="0">
                <a:latin typeface="Arial"/>
                <a:cs typeface="Arial"/>
              </a:rPr>
              <a:t>a real number is greater than 2 then its square is greater  than 4.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556260" marR="17780" indent="-506095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latin typeface="Arial"/>
                <a:cs typeface="Arial"/>
              </a:rPr>
              <a:t>Or: </a:t>
            </a:r>
            <a:r>
              <a:rPr sz="2400" spc="-5" dirty="0">
                <a:latin typeface="Arial"/>
                <a:cs typeface="Arial"/>
              </a:rPr>
              <a:t>Whenever a real number is greater than 2, its square is  greater than 4.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78418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79DC85D-7604-68DA-D4CC-F9A225FC7139}"/>
              </a:ext>
            </a:extLst>
          </p:cNvPr>
          <p:cNvSpPr txBox="1"/>
          <p:nvPr/>
        </p:nvSpPr>
        <p:spPr>
          <a:xfrm>
            <a:off x="994664" y="1944117"/>
            <a:ext cx="10745052" cy="472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02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Observe that the two statements </a:t>
            </a:r>
            <a:r>
              <a:rPr sz="2400" spc="-450" dirty="0">
                <a:latin typeface="Arial"/>
                <a:cs typeface="Arial"/>
              </a:rPr>
              <a:t>“</a:t>
            </a:r>
            <a:r>
              <a:rPr sz="2400" spc="-450" dirty="0">
                <a:latin typeface="WenQuanYi Micro Hei"/>
                <a:cs typeface="WenQuanYi Micro Hei"/>
              </a:rPr>
              <a:t>∀ </a:t>
            </a:r>
            <a:r>
              <a:rPr lang="en-US" sz="2400" spc="-450" dirty="0">
                <a:latin typeface="WenQuanYi Micro Hei"/>
                <a:cs typeface="WenQuanYi Micro Hei"/>
              </a:rPr>
              <a:t>     </a:t>
            </a:r>
            <a:r>
              <a:rPr sz="2400" spc="-5" dirty="0">
                <a:latin typeface="Arial"/>
                <a:cs typeface="Arial"/>
              </a:rPr>
              <a:t>real numbers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if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is  an integer then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is rational” and </a:t>
            </a:r>
            <a:r>
              <a:rPr sz="2400" spc="-450" dirty="0">
                <a:latin typeface="Arial"/>
                <a:cs typeface="Arial"/>
              </a:rPr>
              <a:t>“</a:t>
            </a:r>
            <a:r>
              <a:rPr sz="2400" spc="-450" dirty="0">
                <a:latin typeface="WenQuanYi Micro Hei"/>
                <a:cs typeface="WenQuanYi Micro Hei"/>
              </a:rPr>
              <a:t>∀ </a:t>
            </a:r>
            <a:r>
              <a:rPr lang="en-US" sz="2400" spc="-450" dirty="0">
                <a:latin typeface="WenQuanYi Micro Hei"/>
                <a:cs typeface="WenQuanYi Micro Hei"/>
              </a:rPr>
              <a:t>       </a:t>
            </a:r>
            <a:r>
              <a:rPr sz="2400" spc="-5" dirty="0">
                <a:latin typeface="Arial"/>
                <a:cs typeface="Arial"/>
              </a:rPr>
              <a:t>integers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is rational”  mean the same thing.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Both have informal translations “All integers are rational.” </a:t>
            </a:r>
            <a:r>
              <a:rPr sz="2400" dirty="0">
                <a:latin typeface="Arial"/>
                <a:cs typeface="Arial"/>
              </a:rPr>
              <a:t>In  </a:t>
            </a:r>
            <a:r>
              <a:rPr sz="2400" spc="-5" dirty="0">
                <a:latin typeface="Arial"/>
                <a:cs typeface="Arial"/>
              </a:rPr>
              <a:t>fact, a statement of 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</a:t>
            </a:r>
            <a:r>
              <a:rPr lang="en-US" sz="2400" spc="-5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can always be rewritten in the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 dirty="0">
              <a:latin typeface="Arial"/>
              <a:cs typeface="Arial"/>
            </a:endParaRPr>
          </a:p>
          <a:p>
            <a:pPr marL="12700" marR="17716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by narrowing </a:t>
            </a:r>
            <a:r>
              <a:rPr sz="2400" i="1" spc="-5" dirty="0">
                <a:latin typeface="Arial"/>
                <a:cs typeface="Arial"/>
              </a:rPr>
              <a:t>U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be the domain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-5" dirty="0">
                <a:latin typeface="Arial"/>
                <a:cs typeface="Arial"/>
              </a:rPr>
              <a:t>consisting of all values  of the variable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that make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true.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F71B2A0-5163-C5BA-9A5B-690F7DE605D6}"/>
              </a:ext>
            </a:extLst>
          </p:cNvPr>
          <p:cNvSpPr/>
          <p:nvPr/>
        </p:nvSpPr>
        <p:spPr>
          <a:xfrm>
            <a:off x="3875078" y="4050338"/>
            <a:ext cx="3138309" cy="2585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B890864-3DA6-A532-0580-43E217C1E174}"/>
              </a:ext>
            </a:extLst>
          </p:cNvPr>
          <p:cNvSpPr/>
          <p:nvPr/>
        </p:nvSpPr>
        <p:spPr>
          <a:xfrm>
            <a:off x="4812041" y="5362230"/>
            <a:ext cx="1668269" cy="2580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10505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6E9523C-9F99-D80C-EA91-5EC7B7BC2B16}"/>
              </a:ext>
            </a:extLst>
          </p:cNvPr>
          <p:cNvSpPr txBox="1"/>
          <p:nvPr/>
        </p:nvSpPr>
        <p:spPr>
          <a:xfrm>
            <a:off x="2351516" y="2445562"/>
            <a:ext cx="4854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Conversely, a statement of the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5DC1579-D923-E090-0CC2-49A99517AD0C}"/>
              </a:ext>
            </a:extLst>
          </p:cNvPr>
          <p:cNvSpPr txBox="1"/>
          <p:nvPr/>
        </p:nvSpPr>
        <p:spPr>
          <a:xfrm>
            <a:off x="2351516" y="3762299"/>
            <a:ext cx="2600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can be rewritten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DBD65B12-FEAF-FC50-0C29-600600EE17E8}"/>
              </a:ext>
            </a:extLst>
          </p:cNvPr>
          <p:cNvSpPr/>
          <p:nvPr/>
        </p:nvSpPr>
        <p:spPr>
          <a:xfrm>
            <a:off x="5541439" y="3198654"/>
            <a:ext cx="1664261" cy="254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7AEA6C9-E832-FD4B-6864-4828E09B39F8}"/>
              </a:ext>
            </a:extLst>
          </p:cNvPr>
          <p:cNvSpPr/>
          <p:nvPr/>
        </p:nvSpPr>
        <p:spPr>
          <a:xfrm>
            <a:off x="4822633" y="4549503"/>
            <a:ext cx="3126837" cy="2995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58324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CAB15-D01C-B125-B844-84428F8F6F38}"/>
              </a:ext>
            </a:extLst>
          </p:cNvPr>
          <p:cNvSpPr txBox="1"/>
          <p:nvPr/>
        </p:nvSpPr>
        <p:spPr>
          <a:xfrm>
            <a:off x="1253614" y="1905451"/>
            <a:ext cx="952745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3044825" algn="l"/>
                <a:tab pos="5221605" algn="l"/>
                <a:tab pos="6730365" algn="l"/>
              </a:tabLst>
            </a:pP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Rewrite the following statement in the two forms </a:t>
            </a:r>
            <a:r>
              <a:rPr lang="en-US" sz="28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“∀ </a:t>
            </a:r>
            <a:r>
              <a:rPr lang="en-US" sz="2800" i="1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u="heavy" spc="-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800" u="heavy" spc="-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“∀</a:t>
            </a:r>
            <a:r>
              <a:rPr lang="en-US" sz="2800" u="heavy" spc="-45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u="heavy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”: 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squares are</a:t>
            </a:r>
            <a:r>
              <a:rPr lang="en-US"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3044825" algn="l"/>
                <a:tab pos="5221605" algn="l"/>
                <a:tab pos="6730365" algn="l"/>
              </a:tabLst>
            </a:pP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3044825" algn="l"/>
                <a:tab pos="5221605" algn="l"/>
                <a:tab pos="6730365" algn="l"/>
              </a:tabLst>
            </a:pP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3044825" algn="l"/>
                <a:tab pos="5221605" algn="l"/>
                <a:tab pos="6730365" algn="l"/>
              </a:tabLst>
            </a:pP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1384300">
              <a:lnSpc>
                <a:spcPct val="100000"/>
              </a:lnSpc>
              <a:spcBef>
                <a:spcPts val="830"/>
              </a:spcBef>
            </a:pPr>
            <a:r>
              <a:rPr lang="en-US" sz="2800" spc="-300" dirty="0">
                <a:latin typeface="WenQuanYi Micro Hei"/>
                <a:cs typeface="WenQuanYi Micro Hei"/>
              </a:rPr>
              <a:t>∀</a:t>
            </a:r>
            <a:r>
              <a:rPr lang="en-US" sz="2800" i="1" spc="-300" dirty="0">
                <a:latin typeface="Arial"/>
                <a:cs typeface="Arial"/>
              </a:rPr>
              <a:t>x</a:t>
            </a:r>
            <a:r>
              <a:rPr lang="en-US" sz="2800" spc="-300" dirty="0">
                <a:latin typeface="Arial"/>
                <a:cs typeface="Arial"/>
              </a:rPr>
              <a:t>, </a:t>
            </a:r>
            <a:r>
              <a:rPr lang="en-US" sz="2800" spc="-5" dirty="0">
                <a:latin typeface="Arial"/>
                <a:cs typeface="Arial"/>
              </a:rPr>
              <a:t>if </a:t>
            </a:r>
            <a:r>
              <a:rPr lang="en-US" sz="2800" i="1" dirty="0">
                <a:latin typeface="Arial"/>
                <a:cs typeface="Arial"/>
              </a:rPr>
              <a:t>x </a:t>
            </a:r>
            <a:r>
              <a:rPr lang="en-US" sz="2800" spc="-5" dirty="0">
                <a:latin typeface="Arial"/>
                <a:cs typeface="Arial"/>
              </a:rPr>
              <a:t>is a square then </a:t>
            </a:r>
            <a:r>
              <a:rPr lang="en-US" sz="2800" i="1" dirty="0">
                <a:latin typeface="Arial"/>
                <a:cs typeface="Arial"/>
              </a:rPr>
              <a:t>x </a:t>
            </a:r>
            <a:r>
              <a:rPr lang="en-US" sz="2800" spc="-5" dirty="0">
                <a:latin typeface="Arial"/>
                <a:cs typeface="Arial"/>
              </a:rPr>
              <a:t>is a</a:t>
            </a:r>
            <a:r>
              <a:rPr lang="en-US" sz="2800" spc="-75" dirty="0">
                <a:latin typeface="Arial"/>
                <a:cs typeface="Arial"/>
              </a:rPr>
              <a:t> </a:t>
            </a:r>
            <a:r>
              <a:rPr lang="en-US" sz="2800" spc="-5" dirty="0">
                <a:latin typeface="Arial"/>
                <a:cs typeface="Arial"/>
              </a:rPr>
              <a:t>rectangle.</a:t>
            </a:r>
            <a:endParaRPr lang="en-US" sz="2800" dirty="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1150"/>
              </a:spcBef>
            </a:pPr>
            <a:r>
              <a:rPr lang="en-US" sz="2800" spc="-894" dirty="0">
                <a:latin typeface="WenQuanYi Micro Hei"/>
                <a:cs typeface="WenQuanYi Micro Hei"/>
              </a:rPr>
              <a:t>∀</a:t>
            </a:r>
            <a:r>
              <a:rPr lang="en-US" sz="2800" spc="35" dirty="0">
                <a:latin typeface="WenQuanYi Micro Hei"/>
                <a:cs typeface="WenQuanYi Micro Hei"/>
              </a:rPr>
              <a:t> </a:t>
            </a:r>
            <a:r>
              <a:rPr lang="en-US" sz="2800" spc="-5" dirty="0">
                <a:latin typeface="Arial"/>
                <a:cs typeface="Arial"/>
              </a:rPr>
              <a:t>squares </a:t>
            </a:r>
            <a:r>
              <a:rPr lang="en-US" sz="2800" i="1" dirty="0">
                <a:latin typeface="Arial"/>
                <a:cs typeface="Arial"/>
              </a:rPr>
              <a:t>x</a:t>
            </a:r>
            <a:r>
              <a:rPr lang="en-US" sz="2800" dirty="0">
                <a:latin typeface="Arial"/>
                <a:cs typeface="Arial"/>
              </a:rPr>
              <a:t>, </a:t>
            </a:r>
            <a:r>
              <a:rPr lang="en-US" sz="2800" i="1" dirty="0">
                <a:latin typeface="Arial"/>
                <a:cs typeface="Arial"/>
              </a:rPr>
              <a:t>x </a:t>
            </a:r>
            <a:r>
              <a:rPr lang="en-US" sz="2800" spc="-5" dirty="0">
                <a:latin typeface="Arial"/>
                <a:cs typeface="Arial"/>
              </a:rPr>
              <a:t>is a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spc="-5" dirty="0">
                <a:latin typeface="Arial"/>
                <a:cs typeface="Arial"/>
              </a:rPr>
              <a:t>rectangle.</a:t>
            </a:r>
            <a:endParaRPr lang="en-US" sz="2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44930" algn="l"/>
                <a:tab pos="3044825" algn="l"/>
                <a:tab pos="5221605" algn="l"/>
                <a:tab pos="6730365" algn="l"/>
              </a:tabLs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87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CA06D2A-907C-F988-F679-2BC32BD2D274}"/>
              </a:ext>
            </a:extLst>
          </p:cNvPr>
          <p:cNvSpPr txBox="1"/>
          <p:nvPr/>
        </p:nvSpPr>
        <p:spPr>
          <a:xfrm>
            <a:off x="993140" y="1944117"/>
            <a:ext cx="10053402" cy="39708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Similarly, a statement of the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</a:t>
            </a:r>
            <a:endParaRPr sz="2400" dirty="0">
              <a:latin typeface="Arial"/>
              <a:cs typeface="Arial"/>
            </a:endParaRPr>
          </a:p>
          <a:p>
            <a:pPr marL="12700" marR="791210" indent="1828800">
              <a:lnSpc>
                <a:spcPct val="240000"/>
              </a:lnSpc>
            </a:pPr>
            <a:r>
              <a:rPr sz="2400" spc="-335" dirty="0">
                <a:latin typeface="Arial"/>
                <a:cs typeface="Arial"/>
              </a:rPr>
              <a:t>“</a:t>
            </a:r>
            <a:r>
              <a:rPr sz="2400" spc="-335" dirty="0">
                <a:latin typeface="WenQuanYi Micro Hei"/>
                <a:cs typeface="WenQuanYi Micro Hei"/>
              </a:rPr>
              <a:t>∃</a:t>
            </a:r>
            <a:r>
              <a:rPr lang="en-US" sz="2400" spc="-335" dirty="0">
                <a:latin typeface="WenQuanYi Micro Hei"/>
                <a:cs typeface="WenQuanYi Micro Hei"/>
              </a:rPr>
              <a:t>  </a:t>
            </a:r>
            <a:r>
              <a:rPr sz="2400" i="1" spc="-335" dirty="0">
                <a:latin typeface="Arial"/>
                <a:cs typeface="Arial"/>
              </a:rPr>
              <a:t>x </a:t>
            </a:r>
            <a:r>
              <a:rPr lang="en-US" sz="2400" i="1" spc="-335" dirty="0">
                <a:latin typeface="Arial"/>
                <a:cs typeface="Arial"/>
              </a:rPr>
              <a:t>  </a:t>
            </a:r>
            <a:r>
              <a:rPr sz="2400" spc="-5" dirty="0">
                <a:latin typeface="Arial"/>
                <a:cs typeface="Arial"/>
              </a:rPr>
              <a:t>such that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 and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)”  </a:t>
            </a:r>
            <a:endParaRPr lang="en-US" sz="2400" dirty="0">
              <a:latin typeface="Arial"/>
              <a:cs typeface="Arial"/>
            </a:endParaRPr>
          </a:p>
          <a:p>
            <a:pPr marL="12700" marR="791210" indent="1828800">
              <a:lnSpc>
                <a:spcPct val="240000"/>
              </a:lnSpc>
            </a:pPr>
            <a:r>
              <a:rPr sz="2400" spc="-5" dirty="0">
                <a:latin typeface="Arial"/>
                <a:cs typeface="Arial"/>
              </a:rPr>
              <a:t>can be rewritten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362585" algn="ctr">
              <a:lnSpc>
                <a:spcPct val="100000"/>
              </a:lnSpc>
            </a:pPr>
            <a:r>
              <a:rPr sz="2400" spc="-335" dirty="0">
                <a:latin typeface="Arial"/>
                <a:cs typeface="Arial"/>
              </a:rPr>
              <a:t>“</a:t>
            </a:r>
            <a:r>
              <a:rPr sz="2400" spc="-335" dirty="0">
                <a:latin typeface="WenQuanYi Micro Hei"/>
                <a:cs typeface="WenQuanYi Micro Hei"/>
              </a:rPr>
              <a:t>∃</a:t>
            </a:r>
            <a:r>
              <a:rPr lang="en-US" sz="2400" spc="-335" dirty="0">
                <a:latin typeface="WenQuanYi Micro Hei"/>
                <a:cs typeface="WenQuanYi Micro Hei"/>
              </a:rPr>
              <a:t>      </a:t>
            </a:r>
            <a:r>
              <a:rPr sz="2400" i="1" spc="-335" dirty="0">
                <a:latin typeface="Arial"/>
                <a:cs typeface="Arial"/>
              </a:rPr>
              <a:t>x </a:t>
            </a:r>
            <a:r>
              <a:rPr sz="2400" i="1" spc="-5" dirty="0">
                <a:latin typeface="Arial"/>
                <a:cs typeface="Arial"/>
              </a:rPr>
              <a:t>εD </a:t>
            </a:r>
            <a:r>
              <a:rPr sz="2400" spc="-5" dirty="0">
                <a:latin typeface="Arial"/>
                <a:cs typeface="Arial"/>
              </a:rPr>
              <a:t>such that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),”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where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-5" dirty="0">
                <a:latin typeface="Arial"/>
                <a:cs typeface="Arial"/>
              </a:rPr>
              <a:t>is the set of all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for which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 is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true.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7219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C7D806B-CAAC-0520-687A-D5430FD69AC1}"/>
              </a:ext>
            </a:extLst>
          </p:cNvPr>
          <p:cNvSpPr txBox="1"/>
          <p:nvPr/>
        </p:nvSpPr>
        <p:spPr>
          <a:xfrm>
            <a:off x="993140" y="1944117"/>
            <a:ext cx="9891170" cy="45833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b="1" spc="-5" dirty="0">
                <a:latin typeface="Arial"/>
                <a:cs typeface="Arial"/>
              </a:rPr>
              <a:t>prime number </a:t>
            </a:r>
            <a:r>
              <a:rPr sz="2400" spc="-5" dirty="0">
                <a:latin typeface="Arial"/>
                <a:cs typeface="Arial"/>
              </a:rPr>
              <a:t>is an integer greater than 1 whose only  positive integer factors are itself and 1. Consider the  statement “There is an integer that is both prime and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even.”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5461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Let Prime(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 be “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is prime” and Even(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 be “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is even.”  Use the notation Prime(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 and Even(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rewrite this  statement in the following two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forms: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350520" indent="-338455"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  <a:tabLst>
                <a:tab pos="351155" algn="l"/>
                <a:tab pos="3201035" algn="l"/>
                <a:tab pos="4559935" algn="l"/>
              </a:tabLst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          </a:t>
            </a:r>
            <a:r>
              <a:rPr sz="2400" i="1" spc="-500" dirty="0">
                <a:latin typeface="Arial"/>
                <a:cs typeface="Arial"/>
              </a:rPr>
              <a:t>n   </a:t>
            </a:r>
            <a:r>
              <a:rPr sz="2400" i="1" spc="-4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such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that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2400" spc="-985" dirty="0">
                <a:latin typeface="WenQuanYi Micro Hei"/>
                <a:cs typeface="WenQuanYi Micro Hei"/>
              </a:rPr>
              <a:t>∧</a:t>
            </a:r>
            <a:r>
              <a:rPr sz="2400" u="heavy" spc="-985" dirty="0">
                <a:uFill>
                  <a:solidFill>
                    <a:srgbClr val="000000"/>
                  </a:solidFill>
                </a:uFill>
                <a:latin typeface="WenQuanYi Micro Hei"/>
                <a:cs typeface="WenQuanYi Micro Hei"/>
              </a:rPr>
              <a:t> 	</a:t>
            </a:r>
            <a:r>
              <a:rPr sz="240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/>
              <a:tabLst>
                <a:tab pos="366395" algn="l"/>
                <a:tab pos="1717675" algn="l"/>
                <a:tab pos="4323715" algn="l"/>
              </a:tabLst>
            </a:pP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u="heavy" spc="-994" dirty="0">
                <a:uFill>
                  <a:solidFill>
                    <a:srgbClr val="000000"/>
                  </a:solidFill>
                </a:uFill>
                <a:latin typeface="WenQuanYi Micro Hei"/>
                <a:cs typeface="WenQuanYi Micro Hei"/>
              </a:rPr>
              <a:t> 	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such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that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240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91605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64-86F1-B993-4FB5-DD626D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Forms of Universal and Existential Statements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59E8B15-1985-9838-079A-4A50E033D5C7}"/>
              </a:ext>
            </a:extLst>
          </p:cNvPr>
          <p:cNvSpPr txBox="1"/>
          <p:nvPr/>
        </p:nvSpPr>
        <p:spPr>
          <a:xfrm>
            <a:off x="993140" y="1944117"/>
            <a:ext cx="7677150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  </a:t>
            </a:r>
            <a:r>
              <a:rPr sz="2400" i="1" spc="-500" dirty="0">
                <a:latin typeface="Arial"/>
                <a:cs typeface="Arial"/>
              </a:rPr>
              <a:t>n </a:t>
            </a:r>
            <a:r>
              <a:rPr lang="en-US" sz="2400" i="1" spc="-500" dirty="0">
                <a:latin typeface="Arial"/>
                <a:cs typeface="Arial"/>
              </a:rPr>
              <a:t>       </a:t>
            </a:r>
            <a:r>
              <a:rPr sz="2400" spc="-5" dirty="0">
                <a:latin typeface="Arial"/>
                <a:cs typeface="Arial"/>
              </a:rPr>
              <a:t>such that Prime(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985" dirty="0">
                <a:latin typeface="WenQuanYi Micro Hei"/>
                <a:cs typeface="WenQuanYi Micro Hei"/>
              </a:rPr>
              <a:t>∧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  </a:t>
            </a:r>
            <a:r>
              <a:rPr sz="2400" spc="-5" dirty="0">
                <a:latin typeface="Arial"/>
                <a:cs typeface="Arial"/>
              </a:rPr>
              <a:t>Even(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/>
              <a:tabLst>
                <a:tab pos="366395" algn="l"/>
              </a:tabLst>
            </a:pPr>
            <a:r>
              <a:rPr sz="2400" spc="-5" dirty="0">
                <a:latin typeface="Arial"/>
                <a:cs typeface="Arial"/>
              </a:rPr>
              <a:t>Two answers: </a:t>
            </a: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40" dirty="0">
                <a:latin typeface="WenQuanYi Micro Hei"/>
                <a:cs typeface="WenQuanYi Micro Hei"/>
              </a:rPr>
              <a:t> </a:t>
            </a:r>
            <a:r>
              <a:rPr lang="en-US" sz="2400" spc="40" dirty="0">
                <a:latin typeface="WenQuanYi Micro Hei"/>
                <a:cs typeface="WenQuanYi Micro Hei"/>
              </a:rPr>
              <a:t>   </a:t>
            </a:r>
            <a:r>
              <a:rPr sz="2400" spc="-5" dirty="0">
                <a:latin typeface="Arial"/>
                <a:cs typeface="Arial"/>
              </a:rPr>
              <a:t>a prime number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such that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Even(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  <a:p>
            <a:pPr marL="2283460">
              <a:lnSpc>
                <a:spcPct val="100000"/>
              </a:lnSpc>
              <a:spcBef>
                <a:spcPts val="575"/>
              </a:spcBef>
            </a:pP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25" dirty="0">
                <a:latin typeface="WenQuanYi Micro Hei"/>
                <a:cs typeface="WenQuanYi Micro Hei"/>
              </a:rPr>
              <a:t> </a:t>
            </a:r>
            <a:r>
              <a:rPr lang="en-US" sz="2400" spc="25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an even number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such that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Prime(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3260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EA67-0138-C52B-DEDF-E42FC1F8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Quantification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3BD4441-E06E-EEB2-4317-86A0B90F64D4}"/>
              </a:ext>
            </a:extLst>
          </p:cNvPr>
          <p:cNvSpPr txBox="1"/>
          <p:nvPr/>
        </p:nvSpPr>
        <p:spPr>
          <a:xfrm>
            <a:off x="955040" y="1944117"/>
            <a:ext cx="10515600" cy="45679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Mathematical writing contains many </a:t>
            </a:r>
            <a:r>
              <a:rPr sz="2400" spc="-10" dirty="0">
                <a:latin typeface="Arial"/>
                <a:cs typeface="Arial"/>
              </a:rPr>
              <a:t>examples </a:t>
            </a:r>
            <a:r>
              <a:rPr sz="2400" spc="-5" dirty="0">
                <a:latin typeface="Arial"/>
                <a:cs typeface="Arial"/>
              </a:rPr>
              <a:t>of implicitly  quantified statements. Some occur, through the presence  of the word </a:t>
            </a:r>
            <a:r>
              <a:rPr sz="2400" i="1" spc="-5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or </a:t>
            </a:r>
            <a:r>
              <a:rPr sz="2400" i="1" spc="-5" dirty="0">
                <a:latin typeface="Arial"/>
                <a:cs typeface="Arial"/>
              </a:rPr>
              <a:t>an</a:t>
            </a:r>
            <a:r>
              <a:rPr sz="2400" spc="-5" dirty="0">
                <a:latin typeface="Arial"/>
                <a:cs typeface="Arial"/>
              </a:rPr>
              <a:t>. Others occur in cases where the  general context of a sentence supplies part of its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meaning.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50800" marR="29527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For </a:t>
            </a:r>
            <a:r>
              <a:rPr sz="2400" spc="-10" dirty="0">
                <a:latin typeface="Arial"/>
                <a:cs typeface="Arial"/>
              </a:rPr>
              <a:t>example, </a:t>
            </a:r>
            <a:r>
              <a:rPr sz="2400" spc="-5" dirty="0">
                <a:latin typeface="Arial"/>
                <a:cs typeface="Arial"/>
              </a:rPr>
              <a:t>in an algebra course in which the letter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is  always used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indicate a real number, the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predicate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165100" algn="ctr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If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&gt; </a:t>
            </a:r>
            <a:r>
              <a:rPr sz="2400" spc="-5" dirty="0">
                <a:latin typeface="Arial"/>
                <a:cs typeface="Arial"/>
              </a:rPr>
              <a:t>2 then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2 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4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is interpreted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mean the same as the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statement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"/>
              <a:cs typeface="Arial"/>
            </a:endParaRPr>
          </a:p>
          <a:p>
            <a:pPr marL="165735" algn="ctr">
              <a:lnSpc>
                <a:spcPct val="100000"/>
              </a:lnSpc>
            </a:pPr>
            <a:r>
              <a:rPr sz="2400" spc="-894" dirty="0">
                <a:latin typeface="WenQuanYi Micro Hei"/>
                <a:cs typeface="WenQuanYi Micro Hei"/>
              </a:rPr>
              <a:t>∀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real numbers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if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&gt; </a:t>
            </a:r>
            <a:r>
              <a:rPr sz="2400" spc="-5" dirty="0">
                <a:latin typeface="Arial"/>
                <a:cs typeface="Arial"/>
              </a:rPr>
              <a:t>2 then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2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4.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85525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EA67-0138-C52B-DEDF-E42FC1F8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Quantification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5974846-6277-913A-3065-3AF7D48719EE}"/>
              </a:ext>
            </a:extLst>
          </p:cNvPr>
          <p:cNvSpPr txBox="1"/>
          <p:nvPr/>
        </p:nvSpPr>
        <p:spPr>
          <a:xfrm>
            <a:off x="981963" y="1944117"/>
            <a:ext cx="8884707" cy="23365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62547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Mathematicians often use a double arrow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indicate  implicit quantification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symbolically.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For instance, they might express the above statement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"/>
              <a:cs typeface="Arial"/>
            </a:endParaRPr>
          </a:p>
          <a:p>
            <a:pPr marL="384810" algn="ctr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&gt; </a:t>
            </a:r>
            <a:r>
              <a:rPr sz="2400" spc="-5" dirty="0">
                <a:latin typeface="Arial"/>
                <a:cs typeface="Arial"/>
              </a:rPr>
              <a:t>2 </a:t>
            </a:r>
            <a:r>
              <a:rPr sz="2400" spc="-325" dirty="0">
                <a:latin typeface="WenQuanYi Micro Hei"/>
                <a:cs typeface="WenQuanYi Micro Hei"/>
              </a:rPr>
              <a:t>⇒ 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2 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4.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6C79412-B641-70A4-B301-B48967431311}"/>
              </a:ext>
            </a:extLst>
          </p:cNvPr>
          <p:cNvSpPr/>
          <p:nvPr/>
        </p:nvSpPr>
        <p:spPr>
          <a:xfrm>
            <a:off x="859536" y="4413503"/>
            <a:ext cx="9611292" cy="24704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57642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Tarski’s World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945022B-AB18-A2B7-5FEF-A64A9D2457D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Tarski’s World is a computer program developed by  information scientists Jon Barwise and John Etchemendy 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help teach the principles of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logic.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is described in their book </a:t>
            </a:r>
            <a:r>
              <a:rPr sz="2400" i="1" spc="-5" dirty="0">
                <a:latin typeface="Arial"/>
                <a:cs typeface="Arial"/>
              </a:rPr>
              <a:t>The Language of First-Order  Logic</a:t>
            </a:r>
            <a:r>
              <a:rPr sz="2400" spc="-5" dirty="0">
                <a:latin typeface="Arial"/>
                <a:cs typeface="Arial"/>
              </a:rPr>
              <a:t>, which is accompanied by a CD-Rom containing the  program Tarski’s World, named after the great logician  Alfred Tarski.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88756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Tarski’s World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4B70823-22FB-E20C-0EB7-64CA043D67A4}"/>
              </a:ext>
            </a:extLst>
          </p:cNvPr>
          <p:cNvSpPr txBox="1"/>
          <p:nvPr/>
        </p:nvSpPr>
        <p:spPr>
          <a:xfrm>
            <a:off x="1009411" y="1501665"/>
            <a:ext cx="1064181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 program for Tarski’s World provides pictures of blocks  of various sizes, shapes, and colors, which are located on  a grid. Shown in Figure is a picture of an arrangement  of objects in a two-dimensional Tarski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world.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17AB742-4E78-BC60-A929-6773F4A7A6CA}"/>
              </a:ext>
            </a:extLst>
          </p:cNvPr>
          <p:cNvSpPr/>
          <p:nvPr/>
        </p:nvSpPr>
        <p:spPr>
          <a:xfrm>
            <a:off x="3480753" y="3211004"/>
            <a:ext cx="4162766" cy="3143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6167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Tarski’s World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AEA056-F003-887C-EDC9-CA4A2EDBE82B}"/>
              </a:ext>
            </a:extLst>
          </p:cNvPr>
          <p:cNvSpPr txBox="1">
            <a:spLocks/>
          </p:cNvSpPr>
          <p:nvPr/>
        </p:nvSpPr>
        <p:spPr>
          <a:xfrm>
            <a:off x="978391" y="1690688"/>
            <a:ext cx="1051560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pc="-5"/>
              <a:t>The configuration can be described using logical operators  and—for the two-dimensional version—notation such as  Triangle(</a:t>
            </a:r>
            <a:r>
              <a:rPr lang="en-US" i="1" spc="-5">
                <a:latin typeface="Arial"/>
                <a:cs typeface="Arial"/>
              </a:rPr>
              <a:t>x</a:t>
            </a:r>
            <a:r>
              <a:rPr lang="en-US" spc="-5"/>
              <a:t>), meaning </a:t>
            </a:r>
            <a:r>
              <a:rPr lang="en-US"/>
              <a:t>“</a:t>
            </a:r>
            <a:r>
              <a:rPr lang="en-US" i="1">
                <a:latin typeface="Arial"/>
                <a:cs typeface="Arial"/>
              </a:rPr>
              <a:t>x </a:t>
            </a:r>
            <a:r>
              <a:rPr lang="en-US" spc="-5"/>
              <a:t>is a triangle,” Blue(</a:t>
            </a:r>
            <a:r>
              <a:rPr lang="en-US" i="1" spc="-5">
                <a:latin typeface="Arial"/>
                <a:cs typeface="Arial"/>
              </a:rPr>
              <a:t>y</a:t>
            </a:r>
            <a:r>
              <a:rPr lang="en-US" spc="-5"/>
              <a:t>), meaning </a:t>
            </a:r>
            <a:r>
              <a:rPr lang="en-US"/>
              <a:t>“</a:t>
            </a:r>
            <a:r>
              <a:rPr lang="en-US" i="1">
                <a:latin typeface="Arial"/>
                <a:cs typeface="Arial"/>
              </a:rPr>
              <a:t>y </a:t>
            </a:r>
            <a:r>
              <a:rPr lang="en-US" spc="-5"/>
              <a:t>is  blue,” and RightOf(</a:t>
            </a:r>
            <a:r>
              <a:rPr lang="en-US" i="1" spc="-5">
                <a:latin typeface="Arial"/>
                <a:cs typeface="Arial"/>
              </a:rPr>
              <a:t>x</a:t>
            </a:r>
            <a:r>
              <a:rPr lang="en-US" spc="-5"/>
              <a:t>, </a:t>
            </a:r>
            <a:r>
              <a:rPr lang="en-US" i="1">
                <a:latin typeface="Arial"/>
                <a:cs typeface="Arial"/>
              </a:rPr>
              <a:t>y</a:t>
            </a:r>
            <a:r>
              <a:rPr lang="en-US"/>
              <a:t>), </a:t>
            </a:r>
            <a:r>
              <a:rPr lang="en-US" spc="-5"/>
              <a:t>meaning </a:t>
            </a:r>
            <a:r>
              <a:rPr lang="en-US"/>
              <a:t>“</a:t>
            </a:r>
            <a:r>
              <a:rPr lang="en-US" i="1">
                <a:latin typeface="Arial"/>
                <a:cs typeface="Arial"/>
              </a:rPr>
              <a:t>x </a:t>
            </a:r>
            <a:r>
              <a:rPr lang="en-US" spc="-5"/>
              <a:t>is </a:t>
            </a:r>
            <a:r>
              <a:rPr lang="en-US"/>
              <a:t>to </a:t>
            </a:r>
            <a:r>
              <a:rPr lang="en-US" spc="-5"/>
              <a:t>the right of </a:t>
            </a:r>
            <a:r>
              <a:rPr lang="en-US" i="1">
                <a:latin typeface="Arial"/>
                <a:cs typeface="Arial"/>
              </a:rPr>
              <a:t>y </a:t>
            </a:r>
            <a:r>
              <a:rPr lang="en-US" spc="-5"/>
              <a:t>(but  possibly in a different row).” Individual objects can be given  names such as </a:t>
            </a:r>
            <a:r>
              <a:rPr lang="en-US" i="1" spc="-5">
                <a:latin typeface="Arial"/>
                <a:cs typeface="Arial"/>
              </a:rPr>
              <a:t>a</a:t>
            </a:r>
            <a:r>
              <a:rPr lang="en-US" spc="-5"/>
              <a:t>, </a:t>
            </a:r>
            <a:r>
              <a:rPr lang="en-US" i="1" spc="-5">
                <a:latin typeface="Arial"/>
                <a:cs typeface="Arial"/>
              </a:rPr>
              <a:t>b</a:t>
            </a:r>
            <a:r>
              <a:rPr lang="en-US" spc="-5"/>
              <a:t>, or</a:t>
            </a:r>
            <a:r>
              <a:rPr lang="en-US" spc="10"/>
              <a:t> </a:t>
            </a:r>
            <a:r>
              <a:rPr lang="en-US" i="1">
                <a:latin typeface="Arial"/>
                <a:cs typeface="Arial"/>
              </a:rPr>
              <a:t>c</a:t>
            </a:r>
            <a:r>
              <a:rPr lang="en-US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2487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Tarski’s World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1D3035B-A843-0182-6031-C333346CFCB8}"/>
              </a:ext>
            </a:extLst>
          </p:cNvPr>
          <p:cNvSpPr txBox="1"/>
          <p:nvPr/>
        </p:nvSpPr>
        <p:spPr>
          <a:xfrm>
            <a:off x="993140" y="1944117"/>
            <a:ext cx="10515600" cy="2998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Determine the truth or falsity of each of the following  statements. The domain for all variables is the set of  objects in the Tarski world shown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above.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350520" indent="-338455">
              <a:lnSpc>
                <a:spcPct val="100000"/>
              </a:lnSpc>
              <a:buFont typeface="Arial"/>
              <a:buAutoNum type="alphaLcPeriod"/>
              <a:tabLst>
                <a:tab pos="351155" algn="l"/>
              </a:tabLst>
            </a:pPr>
            <a:r>
              <a:rPr sz="2400" spc="-300" dirty="0">
                <a:latin typeface="WenQuanYi Micro Hei"/>
                <a:cs typeface="WenQuanYi Micro Hei"/>
              </a:rPr>
              <a:t>∀</a:t>
            </a:r>
            <a:r>
              <a:rPr lang="en-US" sz="2400" spc="-300" dirty="0">
                <a:latin typeface="WenQuanYi Micro Hei"/>
                <a:cs typeface="WenQuanYi Micro Hei"/>
              </a:rPr>
              <a:t>   </a:t>
            </a:r>
            <a:r>
              <a:rPr sz="2400" i="1" spc="-300" dirty="0">
                <a:latin typeface="Arial"/>
                <a:cs typeface="Arial"/>
              </a:rPr>
              <a:t>t</a:t>
            </a:r>
            <a:r>
              <a:rPr sz="2400" spc="-300" dirty="0">
                <a:latin typeface="Arial"/>
                <a:cs typeface="Arial"/>
              </a:rPr>
              <a:t>, </a:t>
            </a:r>
            <a:r>
              <a:rPr lang="en-US" sz="2400" spc="-3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Triangle(</a:t>
            </a:r>
            <a:r>
              <a:rPr sz="2400" i="1" spc="-5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→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Blue(</a:t>
            </a:r>
            <a:r>
              <a:rPr sz="2400" i="1" spc="-5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366395" algn="l"/>
              </a:tabLst>
            </a:pPr>
            <a:r>
              <a:rPr sz="2400" spc="-300" dirty="0">
                <a:latin typeface="WenQuanYi Micro Hei"/>
                <a:cs typeface="WenQuanYi Micro Hei"/>
              </a:rPr>
              <a:t>∀</a:t>
            </a:r>
            <a:r>
              <a:rPr lang="en-US" sz="2400" spc="-300" dirty="0">
                <a:latin typeface="WenQuanYi Micro Hei"/>
                <a:cs typeface="WenQuanYi Micro Hei"/>
              </a:rPr>
              <a:t>  </a:t>
            </a:r>
            <a:r>
              <a:rPr sz="2400" i="1" spc="-300" dirty="0">
                <a:latin typeface="Arial"/>
                <a:cs typeface="Arial"/>
              </a:rPr>
              <a:t>x</a:t>
            </a:r>
            <a:r>
              <a:rPr sz="2400" spc="-300" dirty="0">
                <a:latin typeface="Arial"/>
                <a:cs typeface="Arial"/>
              </a:rPr>
              <a:t>,</a:t>
            </a:r>
            <a:r>
              <a:rPr lang="en-US" sz="2400" spc="-300" dirty="0">
                <a:latin typeface="Arial"/>
                <a:cs typeface="Arial"/>
              </a:rPr>
              <a:t> </a:t>
            </a:r>
            <a:r>
              <a:rPr sz="2400" spc="-3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Blue(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→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Triangle(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  <a:p>
            <a:pPr marL="350520" indent="-338455">
              <a:lnSpc>
                <a:spcPct val="100000"/>
              </a:lnSpc>
              <a:spcBef>
                <a:spcPts val="580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</a:t>
            </a:r>
            <a:r>
              <a:rPr sz="2400" i="1" spc="-500" dirty="0">
                <a:latin typeface="Arial"/>
                <a:cs typeface="Arial"/>
              </a:rPr>
              <a:t>y</a:t>
            </a:r>
            <a:r>
              <a:rPr lang="en-US" sz="2400" i="1" spc="-500" dirty="0">
                <a:latin typeface="Arial"/>
                <a:cs typeface="Arial"/>
              </a:rPr>
              <a:t>     </a:t>
            </a:r>
            <a:r>
              <a:rPr sz="2400" i="1" spc="-5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such that Square(</a:t>
            </a:r>
            <a:r>
              <a:rPr sz="2400" i="1" spc="-5" dirty="0">
                <a:latin typeface="Arial"/>
                <a:cs typeface="Arial"/>
              </a:rPr>
              <a:t>y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spc="-985" dirty="0">
                <a:latin typeface="WenQuanYi Micro Hei"/>
                <a:cs typeface="WenQuanYi Micro Hei"/>
              </a:rPr>
              <a:t>∧</a:t>
            </a:r>
            <a:r>
              <a:rPr sz="2400" spc="30" dirty="0">
                <a:latin typeface="WenQuanYi Micro Hei"/>
                <a:cs typeface="WenQuanYi Micro Hei"/>
              </a:rPr>
              <a:t> </a:t>
            </a:r>
            <a:r>
              <a:rPr lang="en-US" sz="2400" spc="30" dirty="0">
                <a:latin typeface="WenQuanYi Micro Hei"/>
                <a:cs typeface="WenQuanYi Micro Hei"/>
              </a:rPr>
              <a:t>  </a:t>
            </a:r>
            <a:r>
              <a:rPr sz="2400" spc="-5" dirty="0" err="1">
                <a:latin typeface="Arial"/>
                <a:cs typeface="Arial"/>
              </a:rPr>
              <a:t>RightOf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).</a:t>
            </a:r>
          </a:p>
          <a:p>
            <a:pPr marL="365760" indent="-353695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366395" algn="l"/>
              </a:tabLst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      </a:t>
            </a:r>
            <a:r>
              <a:rPr sz="2400" i="1" spc="-500" dirty="0">
                <a:latin typeface="Arial"/>
                <a:cs typeface="Arial"/>
              </a:rPr>
              <a:t>z </a:t>
            </a:r>
            <a:r>
              <a:rPr lang="en-US" sz="2400" i="1" spc="-500" dirty="0">
                <a:latin typeface="Arial"/>
                <a:cs typeface="Arial"/>
              </a:rPr>
              <a:t>           </a:t>
            </a:r>
            <a:r>
              <a:rPr sz="2400" spc="-5" dirty="0">
                <a:latin typeface="Arial"/>
                <a:cs typeface="Arial"/>
              </a:rPr>
              <a:t>such that Square(</a:t>
            </a:r>
            <a:r>
              <a:rPr sz="2400" i="1" spc="-5" dirty="0">
                <a:latin typeface="Arial"/>
                <a:cs typeface="Arial"/>
              </a:rPr>
              <a:t>z</a:t>
            </a:r>
            <a:r>
              <a:rPr sz="2400" spc="-5" dirty="0">
                <a:latin typeface="Arial"/>
                <a:cs typeface="Arial"/>
              </a:rPr>
              <a:t>)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985" dirty="0">
                <a:latin typeface="WenQuanYi Micro Hei"/>
                <a:cs typeface="WenQuanYi Micro Hei"/>
              </a:rPr>
              <a:t>∧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</a:t>
            </a:r>
            <a:r>
              <a:rPr sz="2400" spc="-5" dirty="0">
                <a:latin typeface="Arial"/>
                <a:cs typeface="Arial"/>
              </a:rPr>
              <a:t>Gray(</a:t>
            </a:r>
            <a:r>
              <a:rPr sz="2400" i="1" spc="-5" dirty="0">
                <a:latin typeface="Arial"/>
                <a:cs typeface="Arial"/>
              </a:rPr>
              <a:t>z</a:t>
            </a:r>
            <a:r>
              <a:rPr sz="2400" spc="-5" dirty="0">
                <a:latin typeface="Arial"/>
                <a:cs typeface="Arial"/>
              </a:rPr>
              <a:t>).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E920144-140C-33E6-2E4B-27C44D5DD66C}"/>
              </a:ext>
            </a:extLst>
          </p:cNvPr>
          <p:cNvSpPr/>
          <p:nvPr/>
        </p:nvSpPr>
        <p:spPr>
          <a:xfrm>
            <a:off x="6887631" y="2886539"/>
            <a:ext cx="4162766" cy="3143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38496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Tarski’s World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619DF05-174C-3733-704B-DFC2C488DD4B}"/>
              </a:ext>
            </a:extLst>
          </p:cNvPr>
          <p:cNvSpPr txBox="1"/>
          <p:nvPr/>
        </p:nvSpPr>
        <p:spPr>
          <a:xfrm>
            <a:off x="993140" y="1944117"/>
            <a:ext cx="9979660" cy="3844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5" dirty="0">
                <a:latin typeface="Arial"/>
                <a:cs typeface="Arial"/>
              </a:rPr>
              <a:t>This statement is true: All the triangles are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blue.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5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/>
              <a:tabLst>
                <a:tab pos="366395" algn="l"/>
              </a:tabLst>
            </a:pPr>
            <a:r>
              <a:rPr sz="2400" spc="-5" dirty="0">
                <a:latin typeface="Arial"/>
                <a:cs typeface="Arial"/>
              </a:rPr>
              <a:t>This statement is false. As a counterexample, note that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e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is blue and it is not a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triangle.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351155" marR="220979" indent="-351155">
              <a:lnSpc>
                <a:spcPct val="100000"/>
              </a:lnSpc>
              <a:spcBef>
                <a:spcPts val="5"/>
              </a:spcBef>
              <a:buFont typeface="Arial"/>
              <a:buAutoNum type="alphaLcPeriod" startAt="3"/>
              <a:tabLst>
                <a:tab pos="351155" algn="l"/>
              </a:tabLst>
            </a:pPr>
            <a:r>
              <a:rPr sz="2400" spc="-5" dirty="0">
                <a:latin typeface="Arial"/>
                <a:cs typeface="Arial"/>
              </a:rPr>
              <a:t>This statement is true because </a:t>
            </a:r>
            <a:r>
              <a:rPr sz="2400" i="1" spc="-5" dirty="0">
                <a:latin typeface="Arial"/>
                <a:cs typeface="Arial"/>
              </a:rPr>
              <a:t>e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i="1" spc="-5" dirty="0">
                <a:latin typeface="Arial"/>
                <a:cs typeface="Arial"/>
              </a:rPr>
              <a:t>h </a:t>
            </a:r>
            <a:r>
              <a:rPr sz="2400" spc="-5" dirty="0">
                <a:latin typeface="Arial"/>
                <a:cs typeface="Arial"/>
              </a:rPr>
              <a:t>are both square  and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their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right.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 startAt="3"/>
            </a:pPr>
            <a:endParaRPr sz="3500" dirty="0">
              <a:latin typeface="Arial"/>
              <a:cs typeface="Arial"/>
            </a:endParaRPr>
          </a:p>
          <a:p>
            <a:pPr marL="366395" marR="69850" indent="-366395">
              <a:lnSpc>
                <a:spcPct val="100000"/>
              </a:lnSpc>
              <a:buFont typeface="Arial"/>
              <a:buAutoNum type="alphaLcPeriod" startAt="3"/>
              <a:tabLst>
                <a:tab pos="366395" algn="l"/>
              </a:tabLst>
            </a:pPr>
            <a:r>
              <a:rPr sz="2400" spc="-5" dirty="0">
                <a:latin typeface="Arial"/>
                <a:cs typeface="Arial"/>
              </a:rPr>
              <a:t>This statement is false: All the squares are either blue or  black.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15213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Quantified Statements 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FB8ACAD6-7E77-DDE3-F92A-E1A0288C26C9}"/>
              </a:ext>
            </a:extLst>
          </p:cNvPr>
          <p:cNvSpPr txBox="1"/>
          <p:nvPr/>
        </p:nvSpPr>
        <p:spPr>
          <a:xfrm>
            <a:off x="838200" y="1690688"/>
            <a:ext cx="10643337" cy="3136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3600" dirty="0"/>
              <a:t>“All mathematicians wear glasses”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3600" dirty="0"/>
              <a:t>No mathematicians wear glasses?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US" sz="3600" dirty="0"/>
              <a:t>“There is at least one mathematician who does not wear glasses.”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8405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Quantified Statements 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7A11173-E59F-8668-DF60-FDB8A5FEC2C1}"/>
              </a:ext>
            </a:extLst>
          </p:cNvPr>
          <p:cNvSpPr/>
          <p:nvPr/>
        </p:nvSpPr>
        <p:spPr>
          <a:xfrm>
            <a:off x="424861" y="1903762"/>
            <a:ext cx="11056676" cy="26243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FB8ACAD6-7E77-DDE3-F92A-E1A0288C26C9}"/>
              </a:ext>
            </a:extLst>
          </p:cNvPr>
          <p:cNvSpPr txBox="1"/>
          <p:nvPr/>
        </p:nvSpPr>
        <p:spPr>
          <a:xfrm>
            <a:off x="710463" y="4528089"/>
            <a:ext cx="10643337" cy="2567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150495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The negation of a universal statement (“all are”) </a:t>
            </a:r>
            <a:r>
              <a:rPr sz="2400" b="1" dirty="0">
                <a:latin typeface="Arial"/>
                <a:cs typeface="Arial"/>
              </a:rPr>
              <a:t>is  </a:t>
            </a:r>
            <a:r>
              <a:rPr sz="2400" b="1" spc="-5" dirty="0">
                <a:latin typeface="Arial"/>
                <a:cs typeface="Arial"/>
              </a:rPr>
              <a:t>logically equivalent </a:t>
            </a:r>
            <a:r>
              <a:rPr sz="2400" b="1" dirty="0">
                <a:latin typeface="Arial"/>
                <a:cs typeface="Arial"/>
              </a:rPr>
              <a:t>to </a:t>
            </a:r>
            <a:r>
              <a:rPr sz="2400" b="1" spc="-5" dirty="0">
                <a:latin typeface="Arial"/>
                <a:cs typeface="Arial"/>
              </a:rPr>
              <a:t>an existential statement (“some  are not” or “there </a:t>
            </a:r>
            <a:r>
              <a:rPr sz="2400" b="1" dirty="0">
                <a:latin typeface="Arial"/>
                <a:cs typeface="Arial"/>
              </a:rPr>
              <a:t>is </a:t>
            </a:r>
            <a:r>
              <a:rPr sz="2400" b="1" spc="-5" dirty="0">
                <a:latin typeface="Arial"/>
                <a:cs typeface="Arial"/>
              </a:rPr>
              <a:t>at least one that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not”).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14073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Quantified Statements 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BE7D030-5391-D754-307A-13B339B34C85}"/>
              </a:ext>
            </a:extLst>
          </p:cNvPr>
          <p:cNvSpPr/>
          <p:nvPr/>
        </p:nvSpPr>
        <p:spPr>
          <a:xfrm>
            <a:off x="1943100" y="1690688"/>
            <a:ext cx="8305800" cy="19226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6853F5D-6C5B-5298-9AE5-1F4F71DA05D4}"/>
              </a:ext>
            </a:extLst>
          </p:cNvPr>
          <p:cNvSpPr txBox="1"/>
          <p:nvPr/>
        </p:nvSpPr>
        <p:spPr>
          <a:xfrm>
            <a:off x="1002890" y="4491990"/>
            <a:ext cx="10191136" cy="1659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Thus</a:t>
            </a:r>
            <a:r>
              <a:rPr lang="en-US" sz="2400" spc="-5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The negation of an existential statement (“some are”)  </a:t>
            </a:r>
            <a:r>
              <a:rPr sz="2400" b="1" dirty="0">
                <a:latin typeface="Arial"/>
                <a:cs typeface="Arial"/>
              </a:rPr>
              <a:t>is </a:t>
            </a:r>
            <a:r>
              <a:rPr sz="2400" b="1" spc="-5" dirty="0">
                <a:latin typeface="Arial"/>
                <a:cs typeface="Arial"/>
              </a:rPr>
              <a:t>logically equivalent </a:t>
            </a:r>
            <a:r>
              <a:rPr sz="2400" b="1" dirty="0">
                <a:latin typeface="Arial"/>
                <a:cs typeface="Arial"/>
              </a:rPr>
              <a:t>to </a:t>
            </a:r>
            <a:r>
              <a:rPr sz="2400" b="1" spc="-5" dirty="0">
                <a:latin typeface="Arial"/>
                <a:cs typeface="Arial"/>
              </a:rPr>
              <a:t>a universal statement (“none  are” or “all are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not”).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EAAA9A-2D40-22F6-2ADE-DA8FADBB4D6D}"/>
              </a:ext>
            </a:extLst>
          </p:cNvPr>
          <p:cNvSpPr txBox="1"/>
          <p:nvPr/>
        </p:nvSpPr>
        <p:spPr>
          <a:xfrm>
            <a:off x="3244644" y="3671651"/>
            <a:ext cx="10191136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“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snowflakes are the same.”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 snowflakes are the same,”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“All snowflakes are different.”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00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Quantified Statements 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D30774E-8DA1-DD5E-386B-867FC8C7DD7E}"/>
              </a:ext>
            </a:extLst>
          </p:cNvPr>
          <p:cNvSpPr txBox="1"/>
          <p:nvPr/>
        </p:nvSpPr>
        <p:spPr>
          <a:xfrm>
            <a:off x="948895" y="1690688"/>
            <a:ext cx="10879312" cy="468936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Arial"/>
                <a:cs typeface="Arial"/>
              </a:rPr>
              <a:t>Write formal negations for the following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statements:</a:t>
            </a:r>
            <a:endParaRPr sz="2400" dirty="0">
              <a:latin typeface="Arial"/>
              <a:cs typeface="Arial"/>
            </a:endParaRPr>
          </a:p>
          <a:p>
            <a:pPr marL="350520" indent="-338455">
              <a:lnSpc>
                <a:spcPct val="100000"/>
              </a:lnSpc>
              <a:spcBef>
                <a:spcPts val="575"/>
              </a:spcBef>
              <a:buFont typeface="Arial"/>
              <a:buAutoNum type="alphaLcPeriod"/>
              <a:tabLst>
                <a:tab pos="351155" algn="l"/>
              </a:tabLst>
            </a:pPr>
            <a:r>
              <a:rPr sz="2400" spc="-894" dirty="0">
                <a:latin typeface="WenQuanYi Micro Hei"/>
                <a:cs typeface="WenQuanYi Micro Hei"/>
              </a:rPr>
              <a:t>∀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primes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-5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is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odd.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</a:pPr>
            <a:endParaRPr sz="3000" dirty="0">
              <a:latin typeface="Arial"/>
              <a:cs typeface="Arial"/>
            </a:endParaRPr>
          </a:p>
          <a:p>
            <a:pPr marL="365760" indent="-353695">
              <a:lnSpc>
                <a:spcPct val="100000"/>
              </a:lnSpc>
              <a:buFont typeface="Arial"/>
              <a:buAutoNum type="alphaLcPeriod"/>
              <a:tabLst>
                <a:tab pos="366395" algn="l"/>
              </a:tabLst>
            </a:pP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lang="en-US" sz="2400" spc="35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a triangle </a:t>
            </a:r>
            <a:r>
              <a:rPr sz="2400" i="1" dirty="0">
                <a:latin typeface="Arial"/>
                <a:cs typeface="Arial"/>
              </a:rPr>
              <a:t>T </a:t>
            </a:r>
            <a:r>
              <a:rPr sz="2400" spc="-5" dirty="0">
                <a:latin typeface="Arial"/>
                <a:cs typeface="Arial"/>
              </a:rPr>
              <a:t>such that the sum of the angles of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</a:t>
            </a:r>
            <a:endParaRPr sz="2400" dirty="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equals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200</a:t>
            </a:r>
            <a:r>
              <a:rPr sz="2400" spc="-5" dirty="0">
                <a:latin typeface="Symbol"/>
                <a:cs typeface="Symbol"/>
              </a:rPr>
              <a:t>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ADEE"/>
                </a:solidFill>
                <a:latin typeface="Arial"/>
                <a:cs typeface="Arial"/>
              </a:rPr>
              <a:t>Solution:</a:t>
            </a:r>
            <a:endParaRPr sz="2400" dirty="0">
              <a:latin typeface="Arial"/>
              <a:cs typeface="Arial"/>
            </a:endParaRPr>
          </a:p>
          <a:p>
            <a:pPr marL="350520" marR="5080" indent="-338455">
              <a:lnSpc>
                <a:spcPct val="120000"/>
              </a:lnSpc>
              <a:spcBef>
                <a:spcPts val="250"/>
              </a:spcBef>
            </a:pPr>
            <a:r>
              <a:rPr sz="2400" b="1" spc="-5" dirty="0">
                <a:latin typeface="Arial"/>
                <a:cs typeface="Arial"/>
              </a:rPr>
              <a:t>a. </a:t>
            </a:r>
            <a:r>
              <a:rPr sz="2400" spc="-5" dirty="0">
                <a:latin typeface="Arial"/>
                <a:cs typeface="Arial"/>
              </a:rPr>
              <a:t>By applying the rule for the negation of a </a:t>
            </a:r>
            <a:r>
              <a:rPr sz="2400" spc="-894" dirty="0">
                <a:latin typeface="WenQuanYi Micro Hei"/>
                <a:cs typeface="WenQuanYi Micro Hei"/>
              </a:rPr>
              <a:t>∀</a:t>
            </a:r>
            <a:r>
              <a:rPr sz="2400" spc="40" dirty="0">
                <a:latin typeface="WenQuanYi Micro Hei"/>
                <a:cs typeface="WenQuanYi Micro Hei"/>
              </a:rPr>
              <a:t> </a:t>
            </a:r>
            <a:r>
              <a:rPr sz="2400" spc="-5" dirty="0">
                <a:latin typeface="Arial"/>
                <a:cs typeface="Arial"/>
              </a:rPr>
              <a:t>statement,  you can see that the answer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R="332105" algn="ctr">
              <a:lnSpc>
                <a:spcPct val="100000"/>
              </a:lnSpc>
            </a:pPr>
            <a:r>
              <a:rPr sz="2400" spc="-500" dirty="0">
                <a:latin typeface="WenQuanYi Micro Hei"/>
                <a:cs typeface="WenQuanYi Micro Hei"/>
              </a:rPr>
              <a:t>∃</a:t>
            </a:r>
            <a:r>
              <a:rPr lang="en-US" sz="2400" spc="-500" dirty="0">
                <a:latin typeface="WenQuanYi Micro Hei"/>
                <a:cs typeface="WenQuanYi Micro Hei"/>
              </a:rPr>
              <a:t>                       </a:t>
            </a:r>
            <a:r>
              <a:rPr sz="2400" spc="-500" dirty="0">
                <a:latin typeface="Arial"/>
                <a:cs typeface="Arial"/>
              </a:rPr>
              <a:t>a </a:t>
            </a:r>
            <a:r>
              <a:rPr lang="en-US" sz="2400" spc="-500" dirty="0">
                <a:latin typeface="Arial"/>
                <a:cs typeface="Arial"/>
              </a:rPr>
              <a:t>         </a:t>
            </a:r>
            <a:r>
              <a:rPr sz="2400" spc="-5" dirty="0">
                <a:latin typeface="Arial"/>
                <a:cs typeface="Arial"/>
              </a:rPr>
              <a:t>prime </a:t>
            </a:r>
            <a:r>
              <a:rPr sz="2400" i="1" spc="-5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such that </a:t>
            </a:r>
            <a:r>
              <a:rPr sz="2400" i="1" spc="-5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is not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odd</a:t>
            </a:r>
            <a:r>
              <a:rPr sz="2400" i="1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96536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245C-2FE7-0380-683E-12EC74D6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Quantified Statements 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CDDBED1-FBC2-B86A-B89D-D6C57422A950}"/>
              </a:ext>
            </a:extLst>
          </p:cNvPr>
          <p:cNvSpPr txBox="1"/>
          <p:nvPr/>
        </p:nvSpPr>
        <p:spPr>
          <a:xfrm>
            <a:off x="993140" y="1944117"/>
            <a:ext cx="9964912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163195" indent="-33845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b. </a:t>
            </a:r>
            <a:r>
              <a:rPr sz="2400" spc="-5" dirty="0">
                <a:latin typeface="Arial"/>
                <a:cs typeface="Arial"/>
              </a:rPr>
              <a:t>By applying the rule for the negation of a </a:t>
            </a:r>
            <a:r>
              <a:rPr sz="2400" spc="-994" dirty="0">
                <a:latin typeface="WenQuanYi Micro Hei"/>
                <a:cs typeface="WenQuanYi Micro Hei"/>
              </a:rPr>
              <a:t>∃</a:t>
            </a:r>
            <a:r>
              <a:rPr sz="2400" spc="40" dirty="0">
                <a:latin typeface="WenQuanYi Micro Hei"/>
                <a:cs typeface="WenQuanYi Micro Hei"/>
              </a:rPr>
              <a:t> </a:t>
            </a:r>
            <a:r>
              <a:rPr lang="en-US" sz="2400" spc="40" dirty="0">
                <a:latin typeface="WenQuanYi Micro Hei"/>
                <a:cs typeface="WenQuanYi Micro Hei"/>
              </a:rPr>
              <a:t>  </a:t>
            </a:r>
            <a:r>
              <a:rPr sz="2400" spc="-5" dirty="0">
                <a:latin typeface="Arial"/>
                <a:cs typeface="Arial"/>
              </a:rPr>
              <a:t>statement,  you can see that the answer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3677920" marR="5080" indent="-3380740">
              <a:lnSpc>
                <a:spcPct val="100000"/>
              </a:lnSpc>
              <a:spcBef>
                <a:spcPts val="5"/>
              </a:spcBef>
            </a:pPr>
            <a:r>
              <a:rPr sz="2400" spc="-894" dirty="0">
                <a:latin typeface="WenQuanYi Micro Hei"/>
                <a:cs typeface="WenQuanYi Micro Hei"/>
              </a:rPr>
              <a:t>∀</a:t>
            </a:r>
            <a:r>
              <a:rPr sz="2400" spc="35" dirty="0">
                <a:latin typeface="WenQuanYi Micro Hei"/>
                <a:cs typeface="WenQuanYi Micro Hei"/>
              </a:rPr>
              <a:t> </a:t>
            </a:r>
            <a:r>
              <a:rPr sz="2400" spc="-5" dirty="0">
                <a:latin typeface="Arial"/>
                <a:cs typeface="Arial"/>
              </a:rPr>
              <a:t>triangles </a:t>
            </a:r>
            <a:r>
              <a:rPr sz="2400" i="1" spc="-5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, the sum of the angles of </a:t>
            </a:r>
            <a:r>
              <a:rPr sz="2400" i="1" dirty="0">
                <a:latin typeface="Arial"/>
                <a:cs typeface="Arial"/>
              </a:rPr>
              <a:t>T </a:t>
            </a:r>
            <a:r>
              <a:rPr sz="2400" spc="-5" dirty="0">
                <a:latin typeface="Arial"/>
                <a:cs typeface="Arial"/>
              </a:rPr>
              <a:t>does not equal  200</a:t>
            </a:r>
            <a:r>
              <a:rPr sz="2400" spc="-5" dirty="0">
                <a:latin typeface="Symbol"/>
                <a:cs typeface="Symbol"/>
              </a:rPr>
              <a:t>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89161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ADDD-468A-47FA-E450-5A4271B7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Quantified Statements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593BE0BD-E8C7-0351-2AD8-A3389958073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for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all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there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exists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there exists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for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all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 marR="445134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These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facts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analogous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De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Morgan’s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laws,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which </a:t>
            </a:r>
            <a:r>
              <a:rPr sz="2400" spc="-5" dirty="0">
                <a:latin typeface="Microsoft Sans Serif"/>
                <a:cs typeface="Microsoft Sans Serif"/>
              </a:rPr>
              <a:t> state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or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or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 marR="50165">
              <a:lnSpc>
                <a:spcPct val="100000"/>
              </a:lnSpc>
            </a:pPr>
            <a:r>
              <a:rPr sz="2400" spc="-10" dirty="0">
                <a:latin typeface="Microsoft Sans Serif"/>
                <a:cs typeface="Microsoft Sans Serif"/>
              </a:rPr>
              <a:t>This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similarity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not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accidental.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sense,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universal </a:t>
            </a:r>
            <a:r>
              <a:rPr sz="2400" spc="-5" dirty="0">
                <a:latin typeface="Microsoft Sans Serif"/>
                <a:cs typeface="Microsoft Sans Serif"/>
              </a:rPr>
              <a:t> statements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generalizations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 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existential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generalizations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or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8734183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ADDD-468A-47FA-E450-5A4271B7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Quantified Statements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A410D28-95BD-B178-6F66-C3DDD6AB8307}"/>
              </a:ext>
            </a:extLst>
          </p:cNvPr>
          <p:cNvSpPr txBox="1"/>
          <p:nvPr/>
        </p:nvSpPr>
        <p:spPr>
          <a:xfrm>
            <a:off x="981964" y="1944117"/>
            <a:ext cx="66744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dirty="0">
                <a:latin typeface="Microsoft Sans Serif"/>
                <a:cs typeface="Microsoft Sans Serif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Microsoft Sans Serif"/>
                <a:cs typeface="Microsoft Sans Serif"/>
              </a:rPr>
              <a:t>)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predicate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domain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{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-20833" dirty="0">
                <a:latin typeface="Microsoft Sans Serif"/>
                <a:cs typeface="Microsoft Sans Serif"/>
              </a:rPr>
              <a:t>2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-7" baseline="-20833" dirty="0">
                <a:latin typeface="Arial"/>
                <a:cs typeface="Arial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},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535C4BB8-9596-96A4-C28F-2717EF038135}"/>
              </a:ext>
            </a:extLst>
          </p:cNvPr>
          <p:cNvSpPr txBox="1"/>
          <p:nvPr/>
        </p:nvSpPr>
        <p:spPr>
          <a:xfrm>
            <a:off x="994664" y="3626614"/>
            <a:ext cx="319532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and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logically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equivalent.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7A6C854A-93E7-6A10-783B-952E9EC303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6223" y="3025793"/>
            <a:ext cx="1789308" cy="278973"/>
          </a:xfrm>
          <a:prstGeom prst="rect">
            <a:avLst/>
          </a:prstGeom>
        </p:spPr>
      </p:pic>
      <p:pic>
        <p:nvPicPr>
          <p:cNvPr id="11" name="object 8">
            <a:extLst>
              <a:ext uri="{FF2B5EF4-FFF2-40B4-BE49-F238E27FC236}">
                <a16:creationId xmlns:a16="http://schemas.microsoft.com/office/drawing/2014/main" id="{4D43B214-2C9C-761D-ECC8-2438AB114B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1623" y="3753291"/>
            <a:ext cx="3754833" cy="3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118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5393-1694-683B-60F5-953AC784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Quantified Statements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1115C12-F7D6-AA54-FC62-D0CF88525734}"/>
              </a:ext>
            </a:extLst>
          </p:cNvPr>
          <p:cNvSpPr txBox="1"/>
          <p:nvPr/>
        </p:nvSpPr>
        <p:spPr>
          <a:xfrm>
            <a:off x="981964" y="1944117"/>
            <a:ext cx="74390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Microsoft Sans Serif"/>
                <a:cs typeface="Microsoft Sans Serif"/>
              </a:rPr>
              <a:t>Similarly,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Q</a:t>
            </a:r>
            <a:r>
              <a:rPr sz="2400" dirty="0">
                <a:latin typeface="Microsoft Sans Serif"/>
                <a:cs typeface="Microsoft Sans Serif"/>
              </a:rPr>
              <a:t>(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Microsoft Sans Serif"/>
                <a:cs typeface="Microsoft Sans Serif"/>
              </a:rPr>
              <a:t>)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predicate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{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-20833" dirty="0">
                <a:latin typeface="Microsoft Sans Serif"/>
                <a:cs typeface="Microsoft Sans Serif"/>
              </a:rPr>
              <a:t>2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-7" baseline="-20833" dirty="0">
                <a:latin typeface="Arial"/>
                <a:cs typeface="Arial"/>
              </a:rPr>
              <a:t>n</a:t>
            </a:r>
            <a:r>
              <a:rPr sz="2400" spc="-5" dirty="0">
                <a:latin typeface="Microsoft Sans Serif"/>
                <a:cs typeface="Microsoft Sans Serif"/>
              </a:rPr>
              <a:t>},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5989BB3-C5EE-CE86-1D6B-664703E825B7}"/>
              </a:ext>
            </a:extLst>
          </p:cNvPr>
          <p:cNvSpPr txBox="1"/>
          <p:nvPr/>
        </p:nvSpPr>
        <p:spPr>
          <a:xfrm>
            <a:off x="994664" y="3626614"/>
            <a:ext cx="3195320" cy="115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and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logically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equivalent.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6" name="object 7">
            <a:extLst>
              <a:ext uri="{FF2B5EF4-FFF2-40B4-BE49-F238E27FC236}">
                <a16:creationId xmlns:a16="http://schemas.microsoft.com/office/drawing/2014/main" id="{AF0733B1-6D0A-B773-482E-6502A29F64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7727" y="3693867"/>
            <a:ext cx="3726308" cy="300366"/>
          </a:xfrm>
          <a:prstGeom prst="rect">
            <a:avLst/>
          </a:prstGeom>
        </p:spPr>
      </p:pic>
      <p:pic>
        <p:nvPicPr>
          <p:cNvPr id="7" name="object 8">
            <a:extLst>
              <a:ext uri="{FF2B5EF4-FFF2-40B4-BE49-F238E27FC236}">
                <a16:creationId xmlns:a16="http://schemas.microsoft.com/office/drawing/2014/main" id="{95FBF717-49C1-FAB0-25BA-01881B6C34B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5722" y="2858716"/>
            <a:ext cx="2861994" cy="30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752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5393-1694-683B-60F5-953AC784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Vacuous Truth of Universal Statements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25763BC-CCDC-3459-0120-B28DB19D4FCF}"/>
              </a:ext>
            </a:extLst>
          </p:cNvPr>
          <p:cNvSpPr txBox="1"/>
          <p:nvPr/>
        </p:nvSpPr>
        <p:spPr>
          <a:xfrm>
            <a:off x="994664" y="1944117"/>
            <a:ext cx="10745052" cy="2257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06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Suppose a </a:t>
            </a:r>
            <a:r>
              <a:rPr sz="2400" spc="-10" dirty="0">
                <a:latin typeface="Microsoft Sans Serif"/>
                <a:cs typeface="Microsoft Sans Serif"/>
              </a:rPr>
              <a:t>bowl </a:t>
            </a:r>
            <a:r>
              <a:rPr sz="2400" spc="-5" dirty="0">
                <a:latin typeface="Microsoft Sans Serif"/>
                <a:cs typeface="Microsoft Sans Serif"/>
              </a:rPr>
              <a:t>sits on a </a:t>
            </a:r>
            <a:r>
              <a:rPr sz="2400" spc="-10" dirty="0">
                <a:latin typeface="Microsoft Sans Serif"/>
                <a:cs typeface="Microsoft Sans Serif"/>
              </a:rPr>
              <a:t>table </a:t>
            </a:r>
            <a:r>
              <a:rPr sz="2400" spc="-5" dirty="0">
                <a:latin typeface="Microsoft Sans Serif"/>
                <a:cs typeface="Microsoft Sans Serif"/>
              </a:rPr>
              <a:t>and </a:t>
            </a:r>
            <a:r>
              <a:rPr sz="2400" spc="-10" dirty="0">
                <a:latin typeface="Microsoft Sans Serif"/>
                <a:cs typeface="Microsoft Sans Serif"/>
              </a:rPr>
              <a:t>next </a:t>
            </a:r>
            <a:r>
              <a:rPr sz="2400" dirty="0">
                <a:latin typeface="Microsoft Sans Serif"/>
                <a:cs typeface="Microsoft Sans Serif"/>
              </a:rPr>
              <a:t>to </a:t>
            </a:r>
            <a:r>
              <a:rPr sz="2400" spc="-5" dirty="0">
                <a:latin typeface="Microsoft Sans Serif"/>
                <a:cs typeface="Microsoft Sans Serif"/>
              </a:rPr>
              <a:t>the </a:t>
            </a:r>
            <a:r>
              <a:rPr sz="2400" spc="-10" dirty="0">
                <a:latin typeface="Microsoft Sans Serif"/>
                <a:cs typeface="Microsoft Sans Serif"/>
              </a:rPr>
              <a:t>bowl is </a:t>
            </a:r>
            <a:r>
              <a:rPr sz="2400" spc="-5" dirty="0">
                <a:latin typeface="Microsoft Sans Serif"/>
                <a:cs typeface="Microsoft Sans Serif"/>
              </a:rPr>
              <a:t>a 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pile </a:t>
            </a:r>
            <a:r>
              <a:rPr sz="2400" spc="-5" dirty="0">
                <a:latin typeface="Microsoft Sans Serif"/>
                <a:cs typeface="Microsoft Sans Serif"/>
              </a:rPr>
              <a:t>of five </a:t>
            </a:r>
            <a:r>
              <a:rPr sz="2400" spc="-10" dirty="0">
                <a:latin typeface="Microsoft Sans Serif"/>
                <a:cs typeface="Microsoft Sans Serif"/>
              </a:rPr>
              <a:t>blue </a:t>
            </a:r>
            <a:r>
              <a:rPr sz="2400" spc="-5" dirty="0">
                <a:latin typeface="Microsoft Sans Serif"/>
                <a:cs typeface="Microsoft Sans Serif"/>
              </a:rPr>
              <a:t>and five gray </a:t>
            </a:r>
            <a:r>
              <a:rPr sz="2400" spc="-10" dirty="0">
                <a:latin typeface="Microsoft Sans Serif"/>
                <a:cs typeface="Microsoft Sans Serif"/>
              </a:rPr>
              <a:t>balls, </a:t>
            </a:r>
            <a:r>
              <a:rPr sz="2400" spc="-5" dirty="0">
                <a:latin typeface="Microsoft Sans Serif"/>
                <a:cs typeface="Microsoft Sans Serif"/>
              </a:rPr>
              <a:t>any of </a:t>
            </a:r>
            <a:r>
              <a:rPr sz="2400" spc="-10" dirty="0">
                <a:latin typeface="Microsoft Sans Serif"/>
                <a:cs typeface="Microsoft Sans Serif"/>
              </a:rPr>
              <a:t>which </a:t>
            </a:r>
            <a:r>
              <a:rPr sz="2400" spc="-5" dirty="0">
                <a:latin typeface="Microsoft Sans Serif"/>
                <a:cs typeface="Microsoft Sans Serif"/>
              </a:rPr>
              <a:t>may be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placed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three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blue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balls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one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gray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ball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placed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bowl,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shown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Figure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“All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balls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 </a:t>
            </a:r>
            <a:r>
              <a:rPr sz="2400" spc="-5" dirty="0">
                <a:latin typeface="Microsoft Sans Serif"/>
                <a:cs typeface="Microsoft Sans Serif"/>
              </a:rPr>
              <a:t> 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blue”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would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false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(since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one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balls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gray).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161A1910-AA79-943D-6E90-826967F324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6668" y="4633955"/>
            <a:ext cx="3492856" cy="150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77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8745-06D1-F98E-9DBB-32B52602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Vacuous Truth of Universal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A4EDE33-D976-1BAE-984D-766C1F2032FE}"/>
              </a:ext>
            </a:extLst>
          </p:cNvPr>
          <p:cNvSpPr txBox="1"/>
          <p:nvPr/>
        </p:nvSpPr>
        <p:spPr>
          <a:xfrm>
            <a:off x="994664" y="1944117"/>
            <a:ext cx="7875905" cy="21133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Now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suppose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no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balls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all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placed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bowl,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as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shown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Figure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Microsoft Sans Serif"/>
                <a:cs typeface="Microsoft Sans Serif"/>
              </a:rPr>
              <a:t>Consider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endParaRPr sz="2400" dirty="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sz="2400" spc="-15" dirty="0">
                <a:latin typeface="Microsoft Sans Serif"/>
                <a:cs typeface="Microsoft Sans Serif"/>
              </a:rPr>
              <a:t>All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balls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are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blue.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5B7CFD8-B86C-A244-1259-95B0ECB8F3D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3749" y="4559287"/>
            <a:ext cx="3658682" cy="149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177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00FE-C7C3-880E-F947-E5042D56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Vacuous Truth of Universal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5E68AE5-8223-CCC5-3069-E092B9B25AF2}"/>
              </a:ext>
            </a:extLst>
          </p:cNvPr>
          <p:cNvSpPr txBox="1"/>
          <p:nvPr/>
        </p:nvSpPr>
        <p:spPr>
          <a:xfrm>
            <a:off x="993139" y="1944117"/>
            <a:ext cx="10515599" cy="46833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23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this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true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false?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false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if,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only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its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true.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its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endParaRPr sz="2400" dirty="0">
              <a:latin typeface="Microsoft Sans Serif"/>
              <a:cs typeface="Microsoft Sans Serif"/>
            </a:endParaRPr>
          </a:p>
          <a:p>
            <a:pPr marL="419100" algn="ctr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Microsoft Sans Serif"/>
                <a:cs typeface="Microsoft Sans Serif"/>
              </a:rPr>
              <a:t>There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exists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ball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not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blue.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 marR="39624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But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only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way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this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true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for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there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actually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nonblue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ball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bowl.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there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not!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Hence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negation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false,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so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true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“by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default.”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41364141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F15F-6423-09B9-BBC7-350C3080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Vacuous Truth of Universal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B2F3688-5B7A-98E8-A79A-A33FCC465B2B}"/>
              </a:ext>
            </a:extLst>
          </p:cNvPr>
          <p:cNvSpPr txBox="1"/>
          <p:nvPr/>
        </p:nvSpPr>
        <p:spPr>
          <a:xfrm>
            <a:off x="2204720" y="2519304"/>
            <a:ext cx="468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general,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form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FF3DBA5-5D82-0B54-49D2-40D135D7A563}"/>
              </a:ext>
            </a:extLst>
          </p:cNvPr>
          <p:cNvSpPr txBox="1"/>
          <p:nvPr/>
        </p:nvSpPr>
        <p:spPr>
          <a:xfrm>
            <a:off x="2204720" y="3836041"/>
            <a:ext cx="77825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called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latin typeface="Arial"/>
                <a:cs typeface="Arial"/>
              </a:rPr>
              <a:t>vacuously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true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latin typeface="Arial"/>
                <a:cs typeface="Arial"/>
              </a:rPr>
              <a:t>true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by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default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only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if,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Microsoft Sans Serif"/>
                <a:cs typeface="Microsoft Sans Serif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Microsoft Sans Serif"/>
                <a:cs typeface="Microsoft Sans Serif"/>
              </a:rPr>
              <a:t>)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false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for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every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999CE66F-263A-10DC-C3DE-044A7104D7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5261" y="3226626"/>
            <a:ext cx="3292934" cy="3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591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C0B9-D113-1259-7C7F-20D7732D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Universal Conditional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4011375-8E7C-BC95-E569-849C3DF866C5}"/>
              </a:ext>
            </a:extLst>
          </p:cNvPr>
          <p:cNvSpPr txBox="1"/>
          <p:nvPr/>
        </p:nvSpPr>
        <p:spPr>
          <a:xfrm>
            <a:off x="1923813" y="1690688"/>
            <a:ext cx="8004175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709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We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have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known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conditional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contrapositive,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converse,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inverse.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definitions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these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terms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can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extended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universal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conditional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statements.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CDB943A0-194C-658E-1761-78ADE7ED38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5449" y="3931474"/>
            <a:ext cx="8305800" cy="239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07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AA0A-DEE2-1A5A-43EE-6A8F2609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Universal Conditional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3093EF1-CB55-042B-6890-0D034034C29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</a:rPr>
              <a:t>Write</a:t>
            </a:r>
            <a:r>
              <a:rPr sz="2400" spc="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</a:t>
            </a:r>
            <a:r>
              <a:rPr sz="2400" spc="3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formal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and</a:t>
            </a:r>
            <a:r>
              <a:rPr sz="2400" spc="4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</a:t>
            </a:r>
            <a:r>
              <a:rPr sz="2400" spc="2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informal</a:t>
            </a:r>
            <a:r>
              <a:rPr sz="2400" spc="2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contrapositive,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converse, </a:t>
            </a:r>
            <a:r>
              <a:rPr sz="2400" spc="-62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and</a:t>
            </a:r>
            <a:r>
              <a:rPr sz="2400" spc="3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inverse</a:t>
            </a:r>
            <a:r>
              <a:rPr sz="2400" spc="4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for</a:t>
            </a:r>
            <a:r>
              <a:rPr sz="2400" spc="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the</a:t>
            </a:r>
            <a:r>
              <a:rPr sz="2400" spc="3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following</a:t>
            </a:r>
            <a:r>
              <a:rPr sz="2400" spc="6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statement:</a:t>
            </a:r>
            <a:endParaRPr sz="2400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26102E9-05C6-8662-8030-C739585C6818}"/>
              </a:ext>
            </a:extLst>
          </p:cNvPr>
          <p:cNvSpPr txBox="1"/>
          <p:nvPr/>
        </p:nvSpPr>
        <p:spPr>
          <a:xfrm>
            <a:off x="955040" y="3114550"/>
            <a:ext cx="9826031" cy="21390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77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real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greater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its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square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greater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 dirty="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sz="2400" spc="-10" dirty="0">
                <a:solidFill>
                  <a:srgbClr val="00ADEE"/>
                </a:solidFill>
                <a:latin typeface="Microsoft Sans Serif"/>
                <a:cs typeface="Microsoft Sans Serif"/>
              </a:rPr>
              <a:t>Solution:</a:t>
            </a:r>
            <a:endParaRPr sz="2400" dirty="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formal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version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this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statement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endParaRPr sz="2400" dirty="0">
              <a:latin typeface="Microsoft Sans Serif"/>
              <a:cs typeface="Microsoft Sans Serif"/>
            </a:endParaRPr>
          </a:p>
          <a:p>
            <a:pPr marL="2260600">
              <a:lnSpc>
                <a:spcPct val="100000"/>
              </a:lnSpc>
              <a:spcBef>
                <a:spcPts val="830"/>
              </a:spcBef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&gt;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Microsoft Sans Serif"/>
                <a:cs typeface="Microsoft Sans Serif"/>
              </a:rPr>
              <a:t>2</a:t>
            </a:r>
            <a:r>
              <a:rPr sz="2400" spc="359" baseline="2430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&gt;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91063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08A0-893F-52FC-DC1E-E75B0550B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Universal Conditional Statements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3611ED9-03B3-EE5E-3358-C282272F578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75"/>
              </a:spcBef>
            </a:pPr>
            <a:r>
              <a:rPr sz="2400" i="1" spc="-5" dirty="0">
                <a:latin typeface="Arial"/>
                <a:cs typeface="Arial"/>
              </a:rPr>
              <a:t>Contrapositive: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Microsoft Sans Serif"/>
                <a:cs typeface="Microsoft Sans Serif"/>
              </a:rPr>
              <a:t>2</a:t>
            </a:r>
            <a:r>
              <a:rPr sz="2400" spc="352" baseline="24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Arial MT"/>
                <a:cs typeface="Arial MT"/>
              </a:rPr>
              <a:t>≤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≤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2.</a:t>
            </a:r>
            <a:endParaRPr sz="2400" dirty="0">
              <a:latin typeface="Microsoft Sans Serif"/>
              <a:cs typeface="Microsoft Sans Serif"/>
            </a:endParaRPr>
          </a:p>
          <a:p>
            <a:pPr marL="63500" marR="222885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Or: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square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real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less </a:t>
            </a:r>
            <a:r>
              <a:rPr sz="2400" spc="-5" dirty="0">
                <a:latin typeface="Microsoft Sans Serif"/>
                <a:cs typeface="Microsoft Sans Serif"/>
              </a:rPr>
              <a:t> 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equal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less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equal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 dirty="0">
              <a:latin typeface="Microsoft Sans Serif"/>
              <a:cs typeface="Microsoft Sans Serif"/>
            </a:endParaRPr>
          </a:p>
          <a:p>
            <a:pPr marL="68961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Converse: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Microsoft Sans Serif"/>
                <a:cs typeface="Microsoft Sans Serif"/>
              </a:rPr>
              <a:t>2</a:t>
            </a:r>
            <a:r>
              <a:rPr sz="2400" spc="352" baseline="24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&gt;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&gt;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2.</a:t>
            </a:r>
            <a:endParaRPr sz="2400" dirty="0">
              <a:latin typeface="Microsoft Sans Serif"/>
              <a:cs typeface="Microsoft Sans Serif"/>
            </a:endParaRPr>
          </a:p>
          <a:p>
            <a:pPr marL="63500" marR="5588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Or: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square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real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greater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greater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2.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3050" dirty="0">
              <a:latin typeface="Microsoft Sans Serif"/>
              <a:cs typeface="Microsoft Sans Serif"/>
            </a:endParaRPr>
          </a:p>
          <a:p>
            <a:pPr marL="63500" marR="137160" indent="96266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Arial"/>
                <a:cs typeface="Arial"/>
              </a:rPr>
              <a:t>Inverse: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spc="-5" dirty="0">
                <a:latin typeface="Microsoft Sans Serif"/>
                <a:cs typeface="Microsoft Sans Serif"/>
              </a:rPr>
              <a:t>,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if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≤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Microsoft Sans Serif"/>
                <a:cs typeface="Microsoft Sans Serif"/>
              </a:rPr>
              <a:t>2</a:t>
            </a:r>
            <a:r>
              <a:rPr sz="2400" spc="345" baseline="24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Arial MT"/>
                <a:cs typeface="Arial MT"/>
              </a:rPr>
              <a:t>≤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4.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i="1" dirty="0">
                <a:latin typeface="Arial"/>
                <a:cs typeface="Arial"/>
              </a:rPr>
              <a:t>Or: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If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real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less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equal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square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of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number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less </a:t>
            </a:r>
            <a:r>
              <a:rPr sz="2400" spc="-5" dirty="0">
                <a:latin typeface="Microsoft Sans Serif"/>
                <a:cs typeface="Microsoft Sans Serif"/>
              </a:rPr>
              <a:t> than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or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equal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4.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403553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4139</Words>
  <Application>Microsoft Office PowerPoint</Application>
  <PresentationFormat>Widescreen</PresentationFormat>
  <Paragraphs>405</Paragraphs>
  <Slides>75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8" baseType="lpstr">
      <vt:lpstr>Aptos</vt:lpstr>
      <vt:lpstr>Aptos Display</vt:lpstr>
      <vt:lpstr>Arial</vt:lpstr>
      <vt:lpstr>Arial MT</vt:lpstr>
      <vt:lpstr>Calibri</vt:lpstr>
      <vt:lpstr>Cambria Math</vt:lpstr>
      <vt:lpstr>Georgia</vt:lpstr>
      <vt:lpstr>LM Sans 12</vt:lpstr>
      <vt:lpstr>Microsoft Sans Serif</vt:lpstr>
      <vt:lpstr>Symbol</vt:lpstr>
      <vt:lpstr>Times New Roman</vt:lpstr>
      <vt:lpstr>WenQuanYi Micro Hei</vt:lpstr>
      <vt:lpstr>Office Theme</vt:lpstr>
      <vt:lpstr>PowerPoint Presentation</vt:lpstr>
      <vt:lpstr>Example – A Valid Argument with a False Premise and a False Conclusion </vt:lpstr>
      <vt:lpstr>Example – An Invalid Argument with True Premises and a True Conclusion</vt:lpstr>
      <vt:lpstr>Sound Arguments</vt:lpstr>
      <vt:lpstr>Sound Arguments</vt:lpstr>
      <vt:lpstr>Sound Arguments</vt:lpstr>
      <vt:lpstr>Contradiction Rule</vt:lpstr>
      <vt:lpstr>Contradiction Rule</vt:lpstr>
      <vt:lpstr>Contradiction Rule</vt:lpstr>
      <vt:lpstr>Logic Puzzles</vt:lpstr>
      <vt:lpstr>Logic Puzzles</vt:lpstr>
      <vt:lpstr>Application: Digital Logic Circuit</vt:lpstr>
      <vt:lpstr>Application: Digital Logic Circuit</vt:lpstr>
      <vt:lpstr>Application: Digital Logic Circuit</vt:lpstr>
      <vt:lpstr>Application: Digital Logic Circuit</vt:lpstr>
      <vt:lpstr>Application: Digital Logic Circuit</vt:lpstr>
      <vt:lpstr>Application: Digital Logic Circuit</vt:lpstr>
      <vt:lpstr>Application: Digital Logic Circuit</vt:lpstr>
      <vt:lpstr>Application: Digital Logic Circuit</vt:lpstr>
      <vt:lpstr>Application: Digital Logic Circuit</vt:lpstr>
      <vt:lpstr>Application: Digital Logic Circuit</vt:lpstr>
      <vt:lpstr>Application: Digital Logic Circuit</vt:lpstr>
      <vt:lpstr>Application: Digital Logic Circuit </vt:lpstr>
      <vt:lpstr>Application: Digital Logic Circuit </vt:lpstr>
      <vt:lpstr>Application: Digital Logic Circuit </vt:lpstr>
      <vt:lpstr>Predicates and Quantifiers</vt:lpstr>
      <vt:lpstr>Predicates and Quantifiers</vt:lpstr>
      <vt:lpstr>Predicates and Quantifiers</vt:lpstr>
      <vt:lpstr>Predicates and Quantifiers</vt:lpstr>
      <vt:lpstr>Predicates and Quantifiers</vt:lpstr>
      <vt:lpstr>Predicates and Quantifiers</vt:lpstr>
      <vt:lpstr>Predicates and Quantifiers</vt:lpstr>
      <vt:lpstr>Predicates and Quantifiers</vt:lpstr>
      <vt:lpstr>Predicates and Quantifiers</vt:lpstr>
      <vt:lpstr>Predicates and Quantifiers</vt:lpstr>
      <vt:lpstr>The Universal Quantifier</vt:lpstr>
      <vt:lpstr>The Universal Quantifier</vt:lpstr>
      <vt:lpstr>The Universal Quantifier</vt:lpstr>
      <vt:lpstr>The Universal Quantifier</vt:lpstr>
      <vt:lpstr>The Universal Quantifier</vt:lpstr>
      <vt:lpstr>The Existential Quantifier</vt:lpstr>
      <vt:lpstr>The Existential Quantifier</vt:lpstr>
      <vt:lpstr>The Existential Quantifier</vt:lpstr>
      <vt:lpstr>The Existential Quantifier</vt:lpstr>
      <vt:lpstr>The Existential Quantifier</vt:lpstr>
      <vt:lpstr>Universal Conditional Statements</vt:lpstr>
      <vt:lpstr>Universal Conditional Statements</vt:lpstr>
      <vt:lpstr>Equivalent Forms of Universal and Existential Statements</vt:lpstr>
      <vt:lpstr>Equivalent Forms of Universal and Existential Statements</vt:lpstr>
      <vt:lpstr>Equivalent Forms of Universal and Existential Statements</vt:lpstr>
      <vt:lpstr>Equivalent Forms of Universal and Existential Statements</vt:lpstr>
      <vt:lpstr>Equivalent Forms of Universal and Existential Statements</vt:lpstr>
      <vt:lpstr>Equivalent Forms of Universal and Existential Statements</vt:lpstr>
      <vt:lpstr>Implicit Quantification</vt:lpstr>
      <vt:lpstr>Implicit Quantification</vt:lpstr>
      <vt:lpstr>Tarski’s World</vt:lpstr>
      <vt:lpstr>Tarski’s World</vt:lpstr>
      <vt:lpstr>Tarski’s World</vt:lpstr>
      <vt:lpstr>Tarski’s World</vt:lpstr>
      <vt:lpstr>Tarski’s World</vt:lpstr>
      <vt:lpstr>Negations of Quantified Statements </vt:lpstr>
      <vt:lpstr>Negations of Quantified Statements </vt:lpstr>
      <vt:lpstr>Negations of Quantified Statements </vt:lpstr>
      <vt:lpstr>Negations of Quantified Statements </vt:lpstr>
      <vt:lpstr>Negations of Quantified Statements </vt:lpstr>
      <vt:lpstr>Quantified Statements</vt:lpstr>
      <vt:lpstr>Quantified Statements</vt:lpstr>
      <vt:lpstr>Quantified Statements</vt:lpstr>
      <vt:lpstr>Vacuous Truth of Universal Statements</vt:lpstr>
      <vt:lpstr>Vacuous Truth of Universal Statements</vt:lpstr>
      <vt:lpstr>Vacuous Truth of Universal Statements</vt:lpstr>
      <vt:lpstr>Vacuous Truth of Universal Statements</vt:lpstr>
      <vt:lpstr>Variants of Universal Conditional Statements</vt:lpstr>
      <vt:lpstr>Variants of Universal Conditional Statements</vt:lpstr>
      <vt:lpstr>Variants of Universal Conditional Statements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Fehmida Usmani</dc:creator>
  <cp:lastModifiedBy>Fehmida Usmani</cp:lastModifiedBy>
  <cp:revision>1</cp:revision>
  <dcterms:created xsi:type="dcterms:W3CDTF">2024-09-09T06:25:39Z</dcterms:created>
  <dcterms:modified xsi:type="dcterms:W3CDTF">2024-09-11T05:35:28Z</dcterms:modified>
</cp:coreProperties>
</file>