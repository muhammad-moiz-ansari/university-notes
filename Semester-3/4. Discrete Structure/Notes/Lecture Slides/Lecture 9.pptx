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422" r:id="rId2"/>
    <p:sldId id="402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3" r:id="rId13"/>
    <p:sldId id="414" r:id="rId14"/>
    <p:sldId id="421" r:id="rId15"/>
    <p:sldId id="415" r:id="rId16"/>
    <p:sldId id="417" r:id="rId17"/>
    <p:sldId id="418" r:id="rId18"/>
    <p:sldId id="419" r:id="rId19"/>
    <p:sldId id="423" r:id="rId20"/>
    <p:sldId id="424" r:id="rId21"/>
    <p:sldId id="425" r:id="rId22"/>
    <p:sldId id="426" r:id="rId23"/>
    <p:sldId id="427" r:id="rId24"/>
    <p:sldId id="428" r:id="rId25"/>
    <p:sldId id="429" r:id="rId26"/>
    <p:sldId id="430" r:id="rId27"/>
    <p:sldId id="431" r:id="rId28"/>
    <p:sldId id="432" r:id="rId29"/>
    <p:sldId id="433" r:id="rId30"/>
    <p:sldId id="434" r:id="rId31"/>
    <p:sldId id="436" r:id="rId32"/>
    <p:sldId id="437" r:id="rId33"/>
    <p:sldId id="438" r:id="rId34"/>
    <p:sldId id="439" r:id="rId35"/>
    <p:sldId id="441" r:id="rId36"/>
    <p:sldId id="442" r:id="rId37"/>
    <p:sldId id="443" r:id="rId38"/>
    <p:sldId id="445" r:id="rId39"/>
    <p:sldId id="446" r:id="rId40"/>
    <p:sldId id="447" r:id="rId41"/>
    <p:sldId id="448" r:id="rId42"/>
    <p:sldId id="449" r:id="rId43"/>
    <p:sldId id="452" r:id="rId44"/>
    <p:sldId id="453" r:id="rId45"/>
    <p:sldId id="454" r:id="rId46"/>
    <p:sldId id="455" r:id="rId47"/>
    <p:sldId id="456" r:id="rId48"/>
    <p:sldId id="457" r:id="rId49"/>
    <p:sldId id="458" r:id="rId50"/>
    <p:sldId id="459" r:id="rId51"/>
    <p:sldId id="460" r:id="rId52"/>
    <p:sldId id="461" r:id="rId53"/>
    <p:sldId id="462" r:id="rId54"/>
    <p:sldId id="463" r:id="rId55"/>
    <p:sldId id="464" r:id="rId56"/>
    <p:sldId id="465" r:id="rId57"/>
    <p:sldId id="466" r:id="rId58"/>
    <p:sldId id="467" r:id="rId59"/>
    <p:sldId id="468" r:id="rId60"/>
    <p:sldId id="469" r:id="rId61"/>
    <p:sldId id="470" r:id="rId62"/>
    <p:sldId id="471" r:id="rId63"/>
    <p:sldId id="472" r:id="rId64"/>
    <p:sldId id="473" r:id="rId65"/>
    <p:sldId id="474" r:id="rId66"/>
    <p:sldId id="475" r:id="rId67"/>
    <p:sldId id="476" r:id="rId68"/>
    <p:sldId id="477" r:id="rId69"/>
    <p:sldId id="478" r:id="rId70"/>
    <p:sldId id="480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00533-8FE7-4094-A970-9FE121CAAA8E}" v="123" dt="2024-09-11T05:35:19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hmida Usmani" userId="1f7d48bb-60b3-4b90-bf30-0f63161838be" providerId="ADAL" clId="{52900533-8FE7-4094-A970-9FE121CAAA8E}"/>
    <pc:docChg chg="undo custSel addSld delSld modSld">
      <pc:chgData name="Fehmida Usmani" userId="1f7d48bb-60b3-4b90-bf30-0f63161838be" providerId="ADAL" clId="{52900533-8FE7-4094-A970-9FE121CAAA8E}" dt="2024-09-11T05:35:19.372" v="1350"/>
      <pc:docMkLst>
        <pc:docMk/>
      </pc:docMkLst>
      <pc:sldChg chg="new del">
        <pc:chgData name="Fehmida Usmani" userId="1f7d48bb-60b3-4b90-bf30-0f63161838be" providerId="ADAL" clId="{52900533-8FE7-4094-A970-9FE121CAAA8E}" dt="2024-09-11T01:26:43.810" v="1072" actId="47"/>
        <pc:sldMkLst>
          <pc:docMk/>
          <pc:sldMk cId="1714115183" sldId="256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3310096705" sldId="357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1949426655" sldId="358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2789811082" sldId="359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956226749" sldId="360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1468138765" sldId="361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2616047848" sldId="362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054655998" sldId="363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25899829" sldId="364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63385404" sldId="365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714931138" sldId="366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2279863051" sldId="367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150483773" sldId="368"/>
        </pc:sldMkLst>
      </pc:sldChg>
      <pc:sldChg chg="modSp add mod">
        <pc:chgData name="Fehmida Usmani" userId="1f7d48bb-60b3-4b90-bf30-0f63161838be" providerId="ADAL" clId="{52900533-8FE7-4094-A970-9FE121CAAA8E}" dt="2024-09-11T01:27:48.386" v="1078" actId="14100"/>
        <pc:sldMkLst>
          <pc:docMk/>
          <pc:sldMk cId="362154533" sldId="369"/>
        </pc:sldMkLst>
        <pc:picChg chg="mod">
          <ac:chgData name="Fehmida Usmani" userId="1f7d48bb-60b3-4b90-bf30-0f63161838be" providerId="ADAL" clId="{52900533-8FE7-4094-A970-9FE121CAAA8E}" dt="2024-09-11T01:27:48.386" v="1078" actId="14100"/>
          <ac:picMkLst>
            <pc:docMk/>
            <pc:sldMk cId="362154533" sldId="369"/>
            <ac:picMk id="3" creationId="{46772301-E2C7-FBC4-DF31-4CA414DAC017}"/>
          </ac:picMkLst>
        </pc:picChg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576719049" sldId="370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1479322277" sldId="371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4174318496" sldId="372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4032880561" sldId="373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644820333" sldId="374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1854453622" sldId="375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207927456" sldId="376"/>
        </pc:sldMkLst>
      </pc:sldChg>
      <pc:sldChg chg="add">
        <pc:chgData name="Fehmida Usmani" userId="1f7d48bb-60b3-4b90-bf30-0f63161838be" providerId="ADAL" clId="{52900533-8FE7-4094-A970-9FE121CAAA8E}" dt="2024-09-09T06:29:08.084" v="3"/>
        <pc:sldMkLst>
          <pc:docMk/>
          <pc:sldMk cId="363621229" sldId="377"/>
        </pc:sldMkLst>
      </pc:sldChg>
      <pc:sldChg chg="add">
        <pc:chgData name="Fehmida Usmani" userId="1f7d48bb-60b3-4b90-bf30-0f63161838be" providerId="ADAL" clId="{52900533-8FE7-4094-A970-9FE121CAAA8E}" dt="2024-09-09T06:29:08.084" v="3"/>
        <pc:sldMkLst>
          <pc:docMk/>
          <pc:sldMk cId="3842159543" sldId="378"/>
        </pc:sldMkLst>
      </pc:sldChg>
      <pc:sldChg chg="add">
        <pc:chgData name="Fehmida Usmani" userId="1f7d48bb-60b3-4b90-bf30-0f63161838be" providerId="ADAL" clId="{52900533-8FE7-4094-A970-9FE121CAAA8E}" dt="2024-09-09T06:29:08.084" v="3"/>
        <pc:sldMkLst>
          <pc:docMk/>
          <pc:sldMk cId="1120702429" sldId="379"/>
        </pc:sldMkLst>
      </pc:sldChg>
      <pc:sldChg chg="modSp new mod">
        <pc:chgData name="Fehmida Usmani" userId="1f7d48bb-60b3-4b90-bf30-0f63161838be" providerId="ADAL" clId="{52900533-8FE7-4094-A970-9FE121CAAA8E}" dt="2024-09-10T10:03:24.767" v="38" actId="255"/>
        <pc:sldMkLst>
          <pc:docMk/>
          <pc:sldMk cId="2817177259" sldId="380"/>
        </pc:sldMkLst>
        <pc:spChg chg="mod">
          <ac:chgData name="Fehmida Usmani" userId="1f7d48bb-60b3-4b90-bf30-0f63161838be" providerId="ADAL" clId="{52900533-8FE7-4094-A970-9FE121CAAA8E}" dt="2024-09-10T09:58:17.604" v="30" actId="20577"/>
          <ac:spMkLst>
            <pc:docMk/>
            <pc:sldMk cId="2817177259" sldId="380"/>
            <ac:spMk id="2" creationId="{FBEE7D01-5A79-7399-5E92-6859CA10DF84}"/>
          </ac:spMkLst>
        </pc:spChg>
        <pc:spChg chg="mod">
          <ac:chgData name="Fehmida Usmani" userId="1f7d48bb-60b3-4b90-bf30-0f63161838be" providerId="ADAL" clId="{52900533-8FE7-4094-A970-9FE121CAAA8E}" dt="2024-09-10T10:03:24.767" v="38" actId="255"/>
          <ac:spMkLst>
            <pc:docMk/>
            <pc:sldMk cId="2817177259" sldId="380"/>
            <ac:spMk id="3" creationId="{F82D3825-1081-E818-F9B5-B5D600F3133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18:39.596" v="152" actId="20577"/>
        <pc:sldMkLst>
          <pc:docMk/>
          <pc:sldMk cId="3339571476" sldId="381"/>
        </pc:sldMkLst>
        <pc:spChg chg="mod">
          <ac:chgData name="Fehmida Usmani" userId="1f7d48bb-60b3-4b90-bf30-0f63161838be" providerId="ADAL" clId="{52900533-8FE7-4094-A970-9FE121CAAA8E}" dt="2024-09-10T10:18:39.596" v="152" actId="20577"/>
          <ac:spMkLst>
            <pc:docMk/>
            <pc:sldMk cId="3339571476" sldId="381"/>
            <ac:spMk id="3" creationId="{F82D3825-1081-E818-F9B5-B5D600F31339}"/>
          </ac:spMkLst>
        </pc:spChg>
        <pc:spChg chg="add mod">
          <ac:chgData name="Fehmida Usmani" userId="1f7d48bb-60b3-4b90-bf30-0f63161838be" providerId="ADAL" clId="{52900533-8FE7-4094-A970-9FE121CAAA8E}" dt="2024-09-10T10:10:04.006" v="72" actId="1076"/>
          <ac:spMkLst>
            <pc:docMk/>
            <pc:sldMk cId="3339571476" sldId="381"/>
            <ac:spMk id="4" creationId="{8E56431F-1F23-6338-EF8E-84D2589E23EF}"/>
          </ac:spMkLst>
        </pc:spChg>
        <pc:spChg chg="add">
          <ac:chgData name="Fehmida Usmani" userId="1f7d48bb-60b3-4b90-bf30-0f63161838be" providerId="ADAL" clId="{52900533-8FE7-4094-A970-9FE121CAAA8E}" dt="2024-09-10T10:10:24.949" v="75"/>
          <ac:spMkLst>
            <pc:docMk/>
            <pc:sldMk cId="3339571476" sldId="381"/>
            <ac:spMk id="5" creationId="{541B7BC7-3FC6-8274-A900-EDCA9E246BF3}"/>
          </ac:spMkLst>
        </pc:spChg>
        <pc:spChg chg="add">
          <ac:chgData name="Fehmida Usmani" userId="1f7d48bb-60b3-4b90-bf30-0f63161838be" providerId="ADAL" clId="{52900533-8FE7-4094-A970-9FE121CAAA8E}" dt="2024-09-10T10:12:29.788" v="132"/>
          <ac:spMkLst>
            <pc:docMk/>
            <pc:sldMk cId="3339571476" sldId="381"/>
            <ac:spMk id="6" creationId="{E5DF2071-27D3-CA8D-BEDC-1C1A46198FB0}"/>
          </ac:spMkLst>
        </pc:spChg>
        <pc:spChg chg="add del mod">
          <ac:chgData name="Fehmida Usmani" userId="1f7d48bb-60b3-4b90-bf30-0f63161838be" providerId="ADAL" clId="{52900533-8FE7-4094-A970-9FE121CAAA8E}" dt="2024-09-10T10:12:49.063" v="135" actId="478"/>
          <ac:spMkLst>
            <pc:docMk/>
            <pc:sldMk cId="3339571476" sldId="381"/>
            <ac:spMk id="7" creationId="{CE78776D-6D6C-24BB-ADF2-7DF6A6BFA605}"/>
          </ac:spMkLst>
        </pc:spChg>
      </pc:sldChg>
      <pc:sldChg chg="addSp modSp add mod">
        <pc:chgData name="Fehmida Usmani" userId="1f7d48bb-60b3-4b90-bf30-0f63161838be" providerId="ADAL" clId="{52900533-8FE7-4094-A970-9FE121CAAA8E}" dt="2024-09-10T10:27:38.033" v="165" actId="33524"/>
        <pc:sldMkLst>
          <pc:docMk/>
          <pc:sldMk cId="954785234" sldId="382"/>
        </pc:sldMkLst>
        <pc:spChg chg="mod">
          <ac:chgData name="Fehmida Usmani" userId="1f7d48bb-60b3-4b90-bf30-0f63161838be" providerId="ADAL" clId="{52900533-8FE7-4094-A970-9FE121CAAA8E}" dt="2024-09-10T10:27:38.033" v="165" actId="33524"/>
          <ac:spMkLst>
            <pc:docMk/>
            <pc:sldMk cId="954785234" sldId="382"/>
            <ac:spMk id="3" creationId="{F82D3825-1081-E818-F9B5-B5D600F31339}"/>
          </ac:spMkLst>
        </pc:spChg>
        <pc:spChg chg="add">
          <ac:chgData name="Fehmida Usmani" userId="1f7d48bb-60b3-4b90-bf30-0f63161838be" providerId="ADAL" clId="{52900533-8FE7-4094-A970-9FE121CAAA8E}" dt="2024-09-10T10:26:43.397" v="155"/>
          <ac:spMkLst>
            <pc:docMk/>
            <pc:sldMk cId="954785234" sldId="382"/>
            <ac:spMk id="4" creationId="{021EF60E-091F-587C-5F81-F4FE1CCF2897}"/>
          </ac:spMkLst>
        </pc:spChg>
      </pc:sldChg>
      <pc:sldChg chg="modSp new mod">
        <pc:chgData name="Fehmida Usmani" userId="1f7d48bb-60b3-4b90-bf30-0f63161838be" providerId="ADAL" clId="{52900533-8FE7-4094-A970-9FE121CAAA8E}" dt="2024-09-10T10:36:23.197" v="196" actId="20577"/>
        <pc:sldMkLst>
          <pc:docMk/>
          <pc:sldMk cId="1776009140" sldId="383"/>
        </pc:sldMkLst>
        <pc:spChg chg="mod">
          <ac:chgData name="Fehmida Usmani" userId="1f7d48bb-60b3-4b90-bf30-0f63161838be" providerId="ADAL" clId="{52900533-8FE7-4094-A970-9FE121CAAA8E}" dt="2024-09-10T10:36:23.197" v="196" actId="20577"/>
          <ac:spMkLst>
            <pc:docMk/>
            <pc:sldMk cId="1776009140" sldId="383"/>
            <ac:spMk id="2" creationId="{E50D8EEE-4A1D-F360-3231-98579D20C2C3}"/>
          </ac:spMkLst>
        </pc:spChg>
        <pc:spChg chg="mod">
          <ac:chgData name="Fehmida Usmani" userId="1f7d48bb-60b3-4b90-bf30-0f63161838be" providerId="ADAL" clId="{52900533-8FE7-4094-A970-9FE121CAAA8E}" dt="2024-09-10T10:30:00.775" v="169"/>
          <ac:spMkLst>
            <pc:docMk/>
            <pc:sldMk cId="1776009140" sldId="383"/>
            <ac:spMk id="3" creationId="{149814E1-FC67-5618-5F38-830EB3007EE6}"/>
          </ac:spMkLst>
        </pc:spChg>
      </pc:sldChg>
      <pc:sldChg chg="modSp new mod">
        <pc:chgData name="Fehmida Usmani" userId="1f7d48bb-60b3-4b90-bf30-0f63161838be" providerId="ADAL" clId="{52900533-8FE7-4094-A970-9FE121CAAA8E}" dt="2024-09-10T10:39:50.325" v="225" actId="2711"/>
        <pc:sldMkLst>
          <pc:docMk/>
          <pc:sldMk cId="3337220716" sldId="384"/>
        </pc:sldMkLst>
        <pc:spChg chg="mod">
          <ac:chgData name="Fehmida Usmani" userId="1f7d48bb-60b3-4b90-bf30-0f63161838be" providerId="ADAL" clId="{52900533-8FE7-4094-A970-9FE121CAAA8E}" dt="2024-09-10T10:36:33.575" v="197"/>
          <ac:spMkLst>
            <pc:docMk/>
            <pc:sldMk cId="3337220716" sldId="384"/>
            <ac:spMk id="2" creationId="{B79AAC0A-C4E5-A0F8-9495-F2124E4E60AA}"/>
          </ac:spMkLst>
        </pc:spChg>
        <pc:spChg chg="mod">
          <ac:chgData name="Fehmida Usmani" userId="1f7d48bb-60b3-4b90-bf30-0f63161838be" providerId="ADAL" clId="{52900533-8FE7-4094-A970-9FE121CAAA8E}" dt="2024-09-10T10:39:50.325" v="225" actId="2711"/>
          <ac:spMkLst>
            <pc:docMk/>
            <pc:sldMk cId="3337220716" sldId="384"/>
            <ac:spMk id="3" creationId="{1D23BE80-F78E-20DC-07B0-9848E6EF508E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0:44:29.948" v="253" actId="2711"/>
        <pc:sldMkLst>
          <pc:docMk/>
          <pc:sldMk cId="3283316769" sldId="385"/>
        </pc:sldMkLst>
        <pc:spChg chg="mod">
          <ac:chgData name="Fehmida Usmani" userId="1f7d48bb-60b3-4b90-bf30-0f63161838be" providerId="ADAL" clId="{52900533-8FE7-4094-A970-9FE121CAAA8E}" dt="2024-09-10T10:40:05.469" v="227"/>
          <ac:spMkLst>
            <pc:docMk/>
            <pc:sldMk cId="3283316769" sldId="385"/>
            <ac:spMk id="2" creationId="{457CA303-62E8-5103-72E8-102D8857382C}"/>
          </ac:spMkLst>
        </pc:spChg>
        <pc:spChg chg="del">
          <ac:chgData name="Fehmida Usmani" userId="1f7d48bb-60b3-4b90-bf30-0f63161838be" providerId="ADAL" clId="{52900533-8FE7-4094-A970-9FE121CAAA8E}" dt="2024-09-10T10:40:32.255" v="228"/>
          <ac:spMkLst>
            <pc:docMk/>
            <pc:sldMk cId="3283316769" sldId="385"/>
            <ac:spMk id="3" creationId="{C67E0209-ED53-62D3-2713-7E3587AC4B2E}"/>
          </ac:spMkLst>
        </pc:spChg>
        <pc:spChg chg="add del mod">
          <ac:chgData name="Fehmida Usmani" userId="1f7d48bb-60b3-4b90-bf30-0f63161838be" providerId="ADAL" clId="{52900533-8FE7-4094-A970-9FE121CAAA8E}" dt="2024-09-10T10:40:36.236" v="230" actId="34307"/>
          <ac:spMkLst>
            <pc:docMk/>
            <pc:sldMk cId="3283316769" sldId="385"/>
            <ac:spMk id="4" creationId="{945658BF-E4C4-3DEB-3821-5839F992BE53}"/>
          </ac:spMkLst>
        </pc:spChg>
        <pc:spChg chg="add del mod">
          <ac:chgData name="Fehmida Usmani" userId="1f7d48bb-60b3-4b90-bf30-0f63161838be" providerId="ADAL" clId="{52900533-8FE7-4094-A970-9FE121CAAA8E}" dt="2024-09-10T10:40:51.187" v="233" actId="478"/>
          <ac:spMkLst>
            <pc:docMk/>
            <pc:sldMk cId="3283316769" sldId="385"/>
            <ac:spMk id="7" creationId="{08E05FF4-BCF9-C2A8-5B5F-2B9919F7B2FE}"/>
          </ac:spMkLst>
        </pc:spChg>
        <pc:spChg chg="add mod">
          <ac:chgData name="Fehmida Usmani" userId="1f7d48bb-60b3-4b90-bf30-0f63161838be" providerId="ADAL" clId="{52900533-8FE7-4094-A970-9FE121CAAA8E}" dt="2024-09-10T10:43:55.661" v="247" actId="1076"/>
          <ac:spMkLst>
            <pc:docMk/>
            <pc:sldMk cId="3283316769" sldId="385"/>
            <ac:spMk id="8" creationId="{E8F105E0-793D-5219-6C34-9F3026A8EC4A}"/>
          </ac:spMkLst>
        </pc:spChg>
        <pc:spChg chg="add del mod">
          <ac:chgData name="Fehmida Usmani" userId="1f7d48bb-60b3-4b90-bf30-0f63161838be" providerId="ADAL" clId="{52900533-8FE7-4094-A970-9FE121CAAA8E}" dt="2024-09-10T10:43:04.463" v="246" actId="478"/>
          <ac:spMkLst>
            <pc:docMk/>
            <pc:sldMk cId="3283316769" sldId="385"/>
            <ac:spMk id="10" creationId="{16CAEE8B-FFFA-9402-A815-1DA8BA2F764A}"/>
          </ac:spMkLst>
        </pc:spChg>
        <pc:spChg chg="add mod">
          <ac:chgData name="Fehmida Usmani" userId="1f7d48bb-60b3-4b90-bf30-0f63161838be" providerId="ADAL" clId="{52900533-8FE7-4094-A970-9FE121CAAA8E}" dt="2024-09-10T10:44:29.948" v="253" actId="2711"/>
          <ac:spMkLst>
            <pc:docMk/>
            <pc:sldMk cId="3283316769" sldId="385"/>
            <ac:spMk id="11" creationId="{3E3E2E2B-31AB-F0D6-49BC-705F869D3BC7}"/>
          </ac:spMkLst>
        </pc:spChg>
        <pc:picChg chg="add del mod ord">
          <ac:chgData name="Fehmida Usmani" userId="1f7d48bb-60b3-4b90-bf30-0f63161838be" providerId="ADAL" clId="{52900533-8FE7-4094-A970-9FE121CAAA8E}" dt="2024-09-10T10:40:48.050" v="232" actId="478"/>
          <ac:picMkLst>
            <pc:docMk/>
            <pc:sldMk cId="3283316769" sldId="385"/>
            <ac:picMk id="5" creationId="{30241710-AE8F-8F06-2174-1E88C425CEBB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0T10:45:02.817" v="285" actId="255"/>
        <pc:sldMkLst>
          <pc:docMk/>
          <pc:sldMk cId="975757445" sldId="386"/>
        </pc:sldMkLst>
        <pc:spChg chg="mod">
          <ac:chgData name="Fehmida Usmani" userId="1f7d48bb-60b3-4b90-bf30-0f63161838be" providerId="ADAL" clId="{52900533-8FE7-4094-A970-9FE121CAAA8E}" dt="2024-09-10T10:42:20.647" v="242"/>
          <ac:spMkLst>
            <pc:docMk/>
            <pc:sldMk cId="975757445" sldId="386"/>
            <ac:spMk id="2" creationId="{11B1F335-8289-3C59-CA1E-04E9541D4A66}"/>
          </ac:spMkLst>
        </pc:spChg>
        <pc:spChg chg="del">
          <ac:chgData name="Fehmida Usmani" userId="1f7d48bb-60b3-4b90-bf30-0f63161838be" providerId="ADAL" clId="{52900533-8FE7-4094-A970-9FE121CAAA8E}" dt="2024-09-10T10:42:53.733" v="244" actId="478"/>
          <ac:spMkLst>
            <pc:docMk/>
            <pc:sldMk cId="975757445" sldId="386"/>
            <ac:spMk id="3" creationId="{5B8C68F7-4D15-B976-1805-D9E00638BFC9}"/>
          </ac:spMkLst>
        </pc:spChg>
        <pc:spChg chg="add mod">
          <ac:chgData name="Fehmida Usmani" userId="1f7d48bb-60b3-4b90-bf30-0f63161838be" providerId="ADAL" clId="{52900533-8FE7-4094-A970-9FE121CAAA8E}" dt="2024-09-10T10:45:02.817" v="285" actId="255"/>
          <ac:spMkLst>
            <pc:docMk/>
            <pc:sldMk cId="975757445" sldId="386"/>
            <ac:spMk id="4" creationId="{42CF74DC-BABB-BE93-18C3-F2391A3E882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0:42:02.839" v="1034" actId="20577"/>
        <pc:sldMkLst>
          <pc:docMk/>
          <pc:sldMk cId="2111579949" sldId="387"/>
        </pc:sldMkLst>
        <pc:spChg chg="del mod">
          <ac:chgData name="Fehmida Usmani" userId="1f7d48bb-60b3-4b90-bf30-0f63161838be" providerId="ADAL" clId="{52900533-8FE7-4094-A970-9FE121CAAA8E}" dt="2024-09-10T10:46:21.317" v="289"/>
          <ac:spMkLst>
            <pc:docMk/>
            <pc:sldMk cId="2111579949" sldId="387"/>
            <ac:spMk id="3" creationId="{1D23BE80-F78E-20DC-07B0-9848E6EF508E}"/>
          </ac:spMkLst>
        </pc:spChg>
        <pc:spChg chg="add mod">
          <ac:chgData name="Fehmida Usmani" userId="1f7d48bb-60b3-4b90-bf30-0f63161838be" providerId="ADAL" clId="{52900533-8FE7-4094-A970-9FE121CAAA8E}" dt="2024-09-11T00:42:02.839" v="1034" actId="20577"/>
          <ac:spMkLst>
            <pc:docMk/>
            <pc:sldMk cId="2111579949" sldId="387"/>
            <ac:spMk id="4" creationId="{4BA5E2BA-ABD8-B93D-B472-B2CF21F6CD76}"/>
          </ac:spMkLst>
        </pc:spChg>
        <pc:spChg chg="add mod">
          <ac:chgData name="Fehmida Usmani" userId="1f7d48bb-60b3-4b90-bf30-0f63161838be" providerId="ADAL" clId="{52900533-8FE7-4094-A970-9FE121CAAA8E}" dt="2024-09-10T10:46:34.373" v="292" actId="1076"/>
          <ac:spMkLst>
            <pc:docMk/>
            <pc:sldMk cId="2111579949" sldId="387"/>
            <ac:spMk id="5" creationId="{B54EB779-EFF7-6DE7-A5B7-923051A9B43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49:04.082" v="295"/>
        <pc:sldMkLst>
          <pc:docMk/>
          <pc:sldMk cId="2147325698" sldId="388"/>
        </pc:sldMkLst>
        <pc:spChg chg="del mod">
          <ac:chgData name="Fehmida Usmani" userId="1f7d48bb-60b3-4b90-bf30-0f63161838be" providerId="ADAL" clId="{52900533-8FE7-4094-A970-9FE121CAAA8E}" dt="2024-09-10T10:49:04.082" v="295"/>
          <ac:spMkLst>
            <pc:docMk/>
            <pc:sldMk cId="2147325698" sldId="388"/>
            <ac:spMk id="3" creationId="{1D23BE80-F78E-20DC-07B0-9848E6EF508E}"/>
          </ac:spMkLst>
        </pc:spChg>
        <pc:spChg chg="add mod">
          <ac:chgData name="Fehmida Usmani" userId="1f7d48bb-60b3-4b90-bf30-0f63161838be" providerId="ADAL" clId="{52900533-8FE7-4094-A970-9FE121CAAA8E}" dt="2024-09-10T10:49:04.082" v="295"/>
          <ac:spMkLst>
            <pc:docMk/>
            <pc:sldMk cId="2147325698" sldId="388"/>
            <ac:spMk id="4" creationId="{59C20388-208D-7AB7-C661-FF77F00CEA66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55:00.716" v="323" actId="255"/>
        <pc:sldMkLst>
          <pc:docMk/>
          <pc:sldMk cId="847685175" sldId="389"/>
        </pc:sldMkLst>
        <pc:spChg chg="mod">
          <ac:chgData name="Fehmida Usmani" userId="1f7d48bb-60b3-4b90-bf30-0f63161838be" providerId="ADAL" clId="{52900533-8FE7-4094-A970-9FE121CAAA8E}" dt="2024-09-10T10:55:00.716" v="323" actId="255"/>
          <ac:spMkLst>
            <pc:docMk/>
            <pc:sldMk cId="847685175" sldId="389"/>
            <ac:spMk id="3" creationId="{1D23BE80-F78E-20DC-07B0-9848E6EF508E}"/>
          </ac:spMkLst>
        </pc:spChg>
        <pc:spChg chg="add del mod">
          <ac:chgData name="Fehmida Usmani" userId="1f7d48bb-60b3-4b90-bf30-0f63161838be" providerId="ADAL" clId="{52900533-8FE7-4094-A970-9FE121CAAA8E}" dt="2024-09-10T10:53:57.503" v="308" actId="478"/>
          <ac:spMkLst>
            <pc:docMk/>
            <pc:sldMk cId="847685175" sldId="389"/>
            <ac:spMk id="4" creationId="{5A7F4A27-7FF9-2F64-F43C-CB79B90CD1A9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0:56:38.229" v="347" actId="2711"/>
        <pc:sldMkLst>
          <pc:docMk/>
          <pc:sldMk cId="1473251231" sldId="390"/>
        </pc:sldMkLst>
        <pc:spChg chg="mod">
          <ac:chgData name="Fehmida Usmani" userId="1f7d48bb-60b3-4b90-bf30-0f63161838be" providerId="ADAL" clId="{52900533-8FE7-4094-A970-9FE121CAAA8E}" dt="2024-09-10T10:55:45.430" v="345" actId="20577"/>
          <ac:spMkLst>
            <pc:docMk/>
            <pc:sldMk cId="1473251231" sldId="390"/>
            <ac:spMk id="2" creationId="{13B80BE5-D35E-FF49-A28E-B70B9DA978CA}"/>
          </ac:spMkLst>
        </pc:spChg>
        <pc:spChg chg="del">
          <ac:chgData name="Fehmida Usmani" userId="1f7d48bb-60b3-4b90-bf30-0f63161838be" providerId="ADAL" clId="{52900533-8FE7-4094-A970-9FE121CAAA8E}" dt="2024-09-10T10:56:22.818" v="346"/>
          <ac:spMkLst>
            <pc:docMk/>
            <pc:sldMk cId="1473251231" sldId="390"/>
            <ac:spMk id="3" creationId="{EE2250F0-A379-476E-DCFF-F2E6A1D90ADD}"/>
          </ac:spMkLst>
        </pc:spChg>
        <pc:spChg chg="add mod">
          <ac:chgData name="Fehmida Usmani" userId="1f7d48bb-60b3-4b90-bf30-0f63161838be" providerId="ADAL" clId="{52900533-8FE7-4094-A970-9FE121CAAA8E}" dt="2024-09-10T10:56:38.229" v="347" actId="2711"/>
          <ac:spMkLst>
            <pc:docMk/>
            <pc:sldMk cId="1473251231" sldId="390"/>
            <ac:spMk id="4" creationId="{157E4343-844E-0437-E433-B822B310F926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58:37.950" v="353" actId="14100"/>
        <pc:sldMkLst>
          <pc:docMk/>
          <pc:sldMk cId="3502710100" sldId="391"/>
        </pc:sldMkLst>
        <pc:spChg chg="add mod">
          <ac:chgData name="Fehmida Usmani" userId="1f7d48bb-60b3-4b90-bf30-0f63161838be" providerId="ADAL" clId="{52900533-8FE7-4094-A970-9FE121CAAA8E}" dt="2024-09-10T10:58:37.950" v="353" actId="14100"/>
          <ac:spMkLst>
            <pc:docMk/>
            <pc:sldMk cId="3502710100" sldId="391"/>
            <ac:spMk id="3" creationId="{86CA455A-29A0-D561-2E43-0EA36A8CD1A0}"/>
          </ac:spMkLst>
        </pc:spChg>
        <pc:spChg chg="del mod">
          <ac:chgData name="Fehmida Usmani" userId="1f7d48bb-60b3-4b90-bf30-0f63161838be" providerId="ADAL" clId="{52900533-8FE7-4094-A970-9FE121CAAA8E}" dt="2024-09-10T10:58:31.651" v="351" actId="478"/>
          <ac:spMkLst>
            <pc:docMk/>
            <pc:sldMk cId="3502710100" sldId="391"/>
            <ac:spMk id="4" creationId="{157E4343-844E-0437-E433-B822B310F926}"/>
          </ac:spMkLst>
        </pc:spChg>
        <pc:spChg chg="add mod">
          <ac:chgData name="Fehmida Usmani" userId="1f7d48bb-60b3-4b90-bf30-0f63161838be" providerId="ADAL" clId="{52900533-8FE7-4094-A970-9FE121CAAA8E}" dt="2024-09-10T10:58:34.031" v="352" actId="1076"/>
          <ac:spMkLst>
            <pc:docMk/>
            <pc:sldMk cId="3502710100" sldId="391"/>
            <ac:spMk id="5" creationId="{348F732F-578E-D0E1-612D-B20E3B889CC1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00:32.496" v="360"/>
        <pc:sldMkLst>
          <pc:docMk/>
          <pc:sldMk cId="1666040599" sldId="392"/>
        </pc:sldMkLst>
        <pc:spChg chg="mod">
          <ac:chgData name="Fehmida Usmani" userId="1f7d48bb-60b3-4b90-bf30-0f63161838be" providerId="ADAL" clId="{52900533-8FE7-4094-A970-9FE121CAAA8E}" dt="2024-09-10T11:00:07.547" v="356"/>
          <ac:spMkLst>
            <pc:docMk/>
            <pc:sldMk cId="1666040599" sldId="392"/>
            <ac:spMk id="2" creationId="{035BC6DE-3286-9741-10F9-3F6CD3550188}"/>
          </ac:spMkLst>
        </pc:spChg>
        <pc:spChg chg="del">
          <ac:chgData name="Fehmida Usmani" userId="1f7d48bb-60b3-4b90-bf30-0f63161838be" providerId="ADAL" clId="{52900533-8FE7-4094-A970-9FE121CAAA8E}" dt="2024-09-10T11:00:00.864" v="355"/>
          <ac:spMkLst>
            <pc:docMk/>
            <pc:sldMk cId="1666040599" sldId="392"/>
            <ac:spMk id="3" creationId="{053F93FF-0327-3633-BE24-A28DD3FA7924}"/>
          </ac:spMkLst>
        </pc:spChg>
        <pc:spChg chg="add mod">
          <ac:chgData name="Fehmida Usmani" userId="1f7d48bb-60b3-4b90-bf30-0f63161838be" providerId="ADAL" clId="{52900533-8FE7-4094-A970-9FE121CAAA8E}" dt="2024-09-10T11:00:15.450" v="357" actId="20577"/>
          <ac:spMkLst>
            <pc:docMk/>
            <pc:sldMk cId="1666040599" sldId="392"/>
            <ac:spMk id="4" creationId="{9F92E099-7756-A909-2D21-42726575873A}"/>
          </ac:spMkLst>
        </pc:spChg>
        <pc:spChg chg="add mod">
          <ac:chgData name="Fehmida Usmani" userId="1f7d48bb-60b3-4b90-bf30-0f63161838be" providerId="ADAL" clId="{52900533-8FE7-4094-A970-9FE121CAAA8E}" dt="2024-09-10T11:00:25.080" v="359" actId="1076"/>
          <ac:spMkLst>
            <pc:docMk/>
            <pc:sldMk cId="1666040599" sldId="392"/>
            <ac:spMk id="5" creationId="{63D738AC-193E-986A-8F00-B3EE702FB77D}"/>
          </ac:spMkLst>
        </pc:spChg>
        <pc:spChg chg="add mod">
          <ac:chgData name="Fehmida Usmani" userId="1f7d48bb-60b3-4b90-bf30-0f63161838be" providerId="ADAL" clId="{52900533-8FE7-4094-A970-9FE121CAAA8E}" dt="2024-09-10T11:00:32.496" v="360"/>
          <ac:spMkLst>
            <pc:docMk/>
            <pc:sldMk cId="1666040599" sldId="392"/>
            <ac:spMk id="6" creationId="{D334B166-318D-40C3-998D-0C9E80417A84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01:12.188" v="364" actId="478"/>
        <pc:sldMkLst>
          <pc:docMk/>
          <pc:sldMk cId="1525200162" sldId="393"/>
        </pc:sldMkLst>
        <pc:spChg chg="mod">
          <ac:chgData name="Fehmida Usmani" userId="1f7d48bb-60b3-4b90-bf30-0f63161838be" providerId="ADAL" clId="{52900533-8FE7-4094-A970-9FE121CAAA8E}" dt="2024-09-10T11:00:44.768" v="362"/>
          <ac:spMkLst>
            <pc:docMk/>
            <pc:sldMk cId="1525200162" sldId="393"/>
            <ac:spMk id="2" creationId="{54D1CB42-C6A3-0741-25EB-7F64AB3D9565}"/>
          </ac:spMkLst>
        </pc:spChg>
        <pc:spChg chg="del">
          <ac:chgData name="Fehmida Usmani" userId="1f7d48bb-60b3-4b90-bf30-0f63161838be" providerId="ADAL" clId="{52900533-8FE7-4094-A970-9FE121CAAA8E}" dt="2024-09-10T11:01:12.188" v="364" actId="478"/>
          <ac:spMkLst>
            <pc:docMk/>
            <pc:sldMk cId="1525200162" sldId="393"/>
            <ac:spMk id="3" creationId="{2BB00704-86CE-CD3B-EA21-925006ECD275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4" creationId="{27596DAE-8F1B-ADEF-7BEB-6E1D859BDAB7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5" creationId="{11FD022D-9077-F2EB-0E63-DB8AE73CF1DE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6" creationId="{32E86C7B-EA4C-1F32-0244-8C566A187326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7" creationId="{FD5E4165-2046-B41F-6C93-6056C30762D3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8" creationId="{19F50807-02F1-00CE-B56B-5AD4DE7F2E7A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9" creationId="{4E745EF4-9049-F971-FA30-DF43AB40E930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10" creationId="{3397C0DD-5118-3A40-E42F-782D1ABBAF5A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11" creationId="{27C94513-069B-E524-ECE0-C6D83F085907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01:40.145" v="367"/>
        <pc:sldMkLst>
          <pc:docMk/>
          <pc:sldMk cId="1384350806" sldId="394"/>
        </pc:sldMkLst>
        <pc:spChg chg="mod">
          <ac:chgData name="Fehmida Usmani" userId="1f7d48bb-60b3-4b90-bf30-0f63161838be" providerId="ADAL" clId="{52900533-8FE7-4094-A970-9FE121CAAA8E}" dt="2024-09-10T11:01:23.068" v="366"/>
          <ac:spMkLst>
            <pc:docMk/>
            <pc:sldMk cId="1384350806" sldId="394"/>
            <ac:spMk id="2" creationId="{569D2807-8EB4-A903-5721-86A4B6893922}"/>
          </ac:spMkLst>
        </pc:spChg>
        <pc:spChg chg="del">
          <ac:chgData name="Fehmida Usmani" userId="1f7d48bb-60b3-4b90-bf30-0f63161838be" providerId="ADAL" clId="{52900533-8FE7-4094-A970-9FE121CAAA8E}" dt="2024-09-10T11:01:40.145" v="367"/>
          <ac:spMkLst>
            <pc:docMk/>
            <pc:sldMk cId="1384350806" sldId="394"/>
            <ac:spMk id="3" creationId="{31680067-047C-6BB2-0B08-53084D1008AF}"/>
          </ac:spMkLst>
        </pc:spChg>
        <pc:spChg chg="add mod">
          <ac:chgData name="Fehmida Usmani" userId="1f7d48bb-60b3-4b90-bf30-0f63161838be" providerId="ADAL" clId="{52900533-8FE7-4094-A970-9FE121CAAA8E}" dt="2024-09-10T11:01:40.145" v="367"/>
          <ac:spMkLst>
            <pc:docMk/>
            <pc:sldMk cId="1384350806" sldId="394"/>
            <ac:spMk id="4" creationId="{BB8E4D4B-E75D-3C1F-99B1-B689BA64BA5F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04:22.485" v="429" actId="20577"/>
        <pc:sldMkLst>
          <pc:docMk/>
          <pc:sldMk cId="1204403188" sldId="395"/>
        </pc:sldMkLst>
        <pc:spChg chg="mod">
          <ac:chgData name="Fehmida Usmani" userId="1f7d48bb-60b3-4b90-bf30-0f63161838be" providerId="ADAL" clId="{52900533-8FE7-4094-A970-9FE121CAAA8E}" dt="2024-09-10T11:02:26.590" v="391" actId="20577"/>
          <ac:spMkLst>
            <pc:docMk/>
            <pc:sldMk cId="1204403188" sldId="395"/>
            <ac:spMk id="2" creationId="{569D2807-8EB4-A903-5721-86A4B6893922}"/>
          </ac:spMkLst>
        </pc:spChg>
        <pc:spChg chg="del mod">
          <ac:chgData name="Fehmida Usmani" userId="1f7d48bb-60b3-4b90-bf30-0f63161838be" providerId="ADAL" clId="{52900533-8FE7-4094-A970-9FE121CAAA8E}" dt="2024-09-10T11:03:06.117" v="392"/>
          <ac:spMkLst>
            <pc:docMk/>
            <pc:sldMk cId="1204403188" sldId="395"/>
            <ac:spMk id="4" creationId="{BB8E4D4B-E75D-3C1F-99B1-B689BA64BA5F}"/>
          </ac:spMkLst>
        </pc:spChg>
        <pc:spChg chg="add mod">
          <ac:chgData name="Fehmida Usmani" userId="1f7d48bb-60b3-4b90-bf30-0f63161838be" providerId="ADAL" clId="{52900533-8FE7-4094-A970-9FE121CAAA8E}" dt="2024-09-10T11:04:22.485" v="429" actId="20577"/>
          <ac:spMkLst>
            <pc:docMk/>
            <pc:sldMk cId="1204403188" sldId="395"/>
            <ac:spMk id="6" creationId="{60198C1F-E57A-95DE-D8D2-088E913233F5}"/>
          </ac:spMkLst>
        </pc:spChg>
        <pc:graphicFrameChg chg="add del modGraphic">
          <ac:chgData name="Fehmida Usmani" userId="1f7d48bb-60b3-4b90-bf30-0f63161838be" providerId="ADAL" clId="{52900533-8FE7-4094-A970-9FE121CAAA8E}" dt="2024-09-10T11:01:49.025" v="370" actId="478"/>
          <ac:graphicFrameMkLst>
            <pc:docMk/>
            <pc:sldMk cId="1204403188" sldId="395"/>
            <ac:graphicFrameMk id="5" creationId="{03C342A1-DEB2-05EE-C7AE-97B3225C4C87}"/>
          </ac:graphicFrameMkLst>
        </pc:graphicFrameChg>
      </pc:sldChg>
      <pc:sldChg chg="addSp delSp modSp new mod">
        <pc:chgData name="Fehmida Usmani" userId="1f7d48bb-60b3-4b90-bf30-0f63161838be" providerId="ADAL" clId="{52900533-8FE7-4094-A970-9FE121CAAA8E}" dt="2024-09-10T11:05:39.049" v="443" actId="20577"/>
        <pc:sldMkLst>
          <pc:docMk/>
          <pc:sldMk cId="1581131102" sldId="396"/>
        </pc:sldMkLst>
        <pc:spChg chg="mod">
          <ac:chgData name="Fehmida Usmani" userId="1f7d48bb-60b3-4b90-bf30-0f63161838be" providerId="ADAL" clId="{52900533-8FE7-4094-A970-9FE121CAAA8E}" dt="2024-09-10T11:04:33.966" v="431"/>
          <ac:spMkLst>
            <pc:docMk/>
            <pc:sldMk cId="1581131102" sldId="396"/>
            <ac:spMk id="2" creationId="{FB81CA35-651D-267A-F464-49BD83DE6498}"/>
          </ac:spMkLst>
        </pc:spChg>
        <pc:spChg chg="del">
          <ac:chgData name="Fehmida Usmani" userId="1f7d48bb-60b3-4b90-bf30-0f63161838be" providerId="ADAL" clId="{52900533-8FE7-4094-A970-9FE121CAAA8E}" dt="2024-09-10T11:05:22.214" v="432"/>
          <ac:spMkLst>
            <pc:docMk/>
            <pc:sldMk cId="1581131102" sldId="396"/>
            <ac:spMk id="3" creationId="{6ED1801A-03AD-107D-9F2D-40469EBD382E}"/>
          </ac:spMkLst>
        </pc:spChg>
        <pc:spChg chg="add mod">
          <ac:chgData name="Fehmida Usmani" userId="1f7d48bb-60b3-4b90-bf30-0f63161838be" providerId="ADAL" clId="{52900533-8FE7-4094-A970-9FE121CAAA8E}" dt="2024-09-10T11:05:39.049" v="443" actId="20577"/>
          <ac:spMkLst>
            <pc:docMk/>
            <pc:sldMk cId="1581131102" sldId="396"/>
            <ac:spMk id="4" creationId="{DC034227-5920-EDF5-7656-C60AEA9646CB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08:00.150" v="452" actId="1076"/>
        <pc:sldMkLst>
          <pc:docMk/>
          <pc:sldMk cId="2878812873" sldId="397"/>
        </pc:sldMkLst>
        <pc:spChg chg="add mod">
          <ac:chgData name="Fehmida Usmani" userId="1f7d48bb-60b3-4b90-bf30-0f63161838be" providerId="ADAL" clId="{52900533-8FE7-4094-A970-9FE121CAAA8E}" dt="2024-09-10T11:07:53.545" v="449"/>
          <ac:spMkLst>
            <pc:docMk/>
            <pc:sldMk cId="2878812873" sldId="397"/>
            <ac:spMk id="3" creationId="{13E4BDEE-30C2-292D-879B-620E93D9A9BD}"/>
          </ac:spMkLst>
        </pc:spChg>
        <pc:spChg chg="add del mod">
          <ac:chgData name="Fehmida Usmani" userId="1f7d48bb-60b3-4b90-bf30-0f63161838be" providerId="ADAL" clId="{52900533-8FE7-4094-A970-9FE121CAAA8E}" dt="2024-09-10T11:07:56.018" v="450" actId="478"/>
          <ac:spMkLst>
            <pc:docMk/>
            <pc:sldMk cId="2878812873" sldId="397"/>
            <ac:spMk id="4" creationId="{DC034227-5920-EDF5-7656-C60AEA9646CB}"/>
          </ac:spMkLst>
        </pc:spChg>
        <pc:spChg chg="add mod">
          <ac:chgData name="Fehmida Usmani" userId="1f7d48bb-60b3-4b90-bf30-0f63161838be" providerId="ADAL" clId="{52900533-8FE7-4094-A970-9FE121CAAA8E}" dt="2024-09-10T11:08:00.150" v="452" actId="1076"/>
          <ac:spMkLst>
            <pc:docMk/>
            <pc:sldMk cId="2878812873" sldId="397"/>
            <ac:spMk id="5" creationId="{30267F5B-8D35-C1A1-38F8-240DEB5306CF}"/>
          </ac:spMkLst>
        </pc:spChg>
      </pc:sldChg>
      <pc:sldChg chg="addSp delSp modSp new mod modAnim">
        <pc:chgData name="Fehmida Usmani" userId="1f7d48bb-60b3-4b90-bf30-0f63161838be" providerId="ADAL" clId="{52900533-8FE7-4094-A970-9FE121CAAA8E}" dt="2024-09-11T05:35:19.372" v="1350"/>
        <pc:sldMkLst>
          <pc:docMk/>
          <pc:sldMk cId="485942658" sldId="398"/>
        </pc:sldMkLst>
        <pc:spChg chg="mod">
          <ac:chgData name="Fehmida Usmani" userId="1f7d48bb-60b3-4b90-bf30-0f63161838be" providerId="ADAL" clId="{52900533-8FE7-4094-A970-9FE121CAAA8E}" dt="2024-09-10T11:08:11.391" v="454"/>
          <ac:spMkLst>
            <pc:docMk/>
            <pc:sldMk cId="485942658" sldId="398"/>
            <ac:spMk id="2" creationId="{29481B12-1A4E-583C-49E9-61E7E8CAF4F1}"/>
          </ac:spMkLst>
        </pc:spChg>
        <pc:spChg chg="del">
          <ac:chgData name="Fehmida Usmani" userId="1f7d48bb-60b3-4b90-bf30-0f63161838be" providerId="ADAL" clId="{52900533-8FE7-4094-A970-9FE121CAAA8E}" dt="2024-09-10T11:10:13.360" v="457" actId="478"/>
          <ac:spMkLst>
            <pc:docMk/>
            <pc:sldMk cId="485942658" sldId="398"/>
            <ac:spMk id="3" creationId="{AC7962D1-D3DC-7EB9-6E2E-DE295C2AA7A6}"/>
          </ac:spMkLst>
        </pc:spChg>
        <pc:spChg chg="add mod">
          <ac:chgData name="Fehmida Usmani" userId="1f7d48bb-60b3-4b90-bf30-0f63161838be" providerId="ADAL" clId="{52900533-8FE7-4094-A970-9FE121CAAA8E}" dt="2024-09-10T11:10:16.856" v="458" actId="1076"/>
          <ac:spMkLst>
            <pc:docMk/>
            <pc:sldMk cId="485942658" sldId="398"/>
            <ac:spMk id="4" creationId="{7B5C34F5-D8B9-EB86-1F6A-F769119EC635}"/>
          </ac:spMkLst>
        </pc:spChg>
        <pc:picChg chg="add mod">
          <ac:chgData name="Fehmida Usmani" userId="1f7d48bb-60b3-4b90-bf30-0f63161838be" providerId="ADAL" clId="{52900533-8FE7-4094-A970-9FE121CAAA8E}" dt="2024-09-10T11:10:20.308" v="459" actId="1076"/>
          <ac:picMkLst>
            <pc:docMk/>
            <pc:sldMk cId="485942658" sldId="398"/>
            <ac:picMk id="5" creationId="{0D90F253-7366-9D0A-C78B-2760ABD615B5}"/>
          </ac:picMkLst>
        </pc:picChg>
      </pc:sldChg>
      <pc:sldChg chg="addSp delSp modSp add mod">
        <pc:chgData name="Fehmida Usmani" userId="1f7d48bb-60b3-4b90-bf30-0f63161838be" providerId="ADAL" clId="{52900533-8FE7-4094-A970-9FE121CAAA8E}" dt="2024-09-10T11:12:47.029" v="481" actId="20577"/>
        <pc:sldMkLst>
          <pc:docMk/>
          <pc:sldMk cId="785214934" sldId="399"/>
        </pc:sldMkLst>
        <pc:spChg chg="add del mod">
          <ac:chgData name="Fehmida Usmani" userId="1f7d48bb-60b3-4b90-bf30-0f63161838be" providerId="ADAL" clId="{52900533-8FE7-4094-A970-9FE121CAAA8E}" dt="2024-09-10T11:11:26.049" v="466" actId="478"/>
          <ac:spMkLst>
            <pc:docMk/>
            <pc:sldMk cId="785214934" sldId="399"/>
            <ac:spMk id="3" creationId="{425CA13B-6162-5BA1-C304-2F29CDB1E956}"/>
          </ac:spMkLst>
        </pc:spChg>
        <pc:spChg chg="del">
          <ac:chgData name="Fehmida Usmani" userId="1f7d48bb-60b3-4b90-bf30-0f63161838be" providerId="ADAL" clId="{52900533-8FE7-4094-A970-9FE121CAAA8E}" dt="2024-09-10T11:10:40.223" v="461" actId="478"/>
          <ac:spMkLst>
            <pc:docMk/>
            <pc:sldMk cId="785214934" sldId="399"/>
            <ac:spMk id="4" creationId="{7B5C34F5-D8B9-EB86-1F6A-F769119EC635}"/>
          </ac:spMkLst>
        </pc:spChg>
        <pc:spChg chg="add mod">
          <ac:chgData name="Fehmida Usmani" userId="1f7d48bb-60b3-4b90-bf30-0f63161838be" providerId="ADAL" clId="{52900533-8FE7-4094-A970-9FE121CAAA8E}" dt="2024-09-10T11:12:47.029" v="481" actId="20577"/>
          <ac:spMkLst>
            <pc:docMk/>
            <pc:sldMk cId="785214934" sldId="399"/>
            <ac:spMk id="6" creationId="{3B5D0D87-F529-EB3A-84DC-BE163922047A}"/>
          </ac:spMkLst>
        </pc:spChg>
        <pc:spChg chg="add mod">
          <ac:chgData name="Fehmida Usmani" userId="1f7d48bb-60b3-4b90-bf30-0f63161838be" providerId="ADAL" clId="{52900533-8FE7-4094-A970-9FE121CAAA8E}" dt="2024-09-10T11:11:35.627" v="468" actId="1076"/>
          <ac:spMkLst>
            <pc:docMk/>
            <pc:sldMk cId="785214934" sldId="399"/>
            <ac:spMk id="7" creationId="{E46DEAD2-B8AA-BF6A-544A-5411E37D63AE}"/>
          </ac:spMkLst>
        </pc:spChg>
        <pc:spChg chg="add mod">
          <ac:chgData name="Fehmida Usmani" userId="1f7d48bb-60b3-4b90-bf30-0f63161838be" providerId="ADAL" clId="{52900533-8FE7-4094-A970-9FE121CAAA8E}" dt="2024-09-10T11:11:40.378" v="469" actId="1076"/>
          <ac:spMkLst>
            <pc:docMk/>
            <pc:sldMk cId="785214934" sldId="399"/>
            <ac:spMk id="8" creationId="{DB1A567C-424F-3D46-99A7-8DD03592554C}"/>
          </ac:spMkLst>
        </pc:spChg>
        <pc:spChg chg="add del mod">
          <ac:chgData name="Fehmida Usmani" userId="1f7d48bb-60b3-4b90-bf30-0f63161838be" providerId="ADAL" clId="{52900533-8FE7-4094-A970-9FE121CAAA8E}" dt="2024-09-10T11:12:43.970" v="479" actId="478"/>
          <ac:spMkLst>
            <pc:docMk/>
            <pc:sldMk cId="785214934" sldId="399"/>
            <ac:spMk id="9" creationId="{CCDDEA0F-D759-BDC5-D4AD-0399B2418B78}"/>
          </ac:spMkLst>
        </pc:spChg>
        <pc:spChg chg="add mod">
          <ac:chgData name="Fehmida Usmani" userId="1f7d48bb-60b3-4b90-bf30-0f63161838be" providerId="ADAL" clId="{52900533-8FE7-4094-A970-9FE121CAAA8E}" dt="2024-09-10T11:12:28.713" v="478" actId="1076"/>
          <ac:spMkLst>
            <pc:docMk/>
            <pc:sldMk cId="785214934" sldId="399"/>
            <ac:spMk id="10" creationId="{C31179FD-588F-71FB-AA2D-3D19E1FB963E}"/>
          </ac:spMkLst>
        </pc:spChg>
        <pc:picChg chg="del">
          <ac:chgData name="Fehmida Usmani" userId="1f7d48bb-60b3-4b90-bf30-0f63161838be" providerId="ADAL" clId="{52900533-8FE7-4094-A970-9FE121CAAA8E}" dt="2024-09-10T11:10:42.097" v="462" actId="478"/>
          <ac:picMkLst>
            <pc:docMk/>
            <pc:sldMk cId="785214934" sldId="399"/>
            <ac:picMk id="5" creationId="{0D90F253-7366-9D0A-C78B-2760ABD615B5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0T11:15:15.285" v="523"/>
        <pc:sldMkLst>
          <pc:docMk/>
          <pc:sldMk cId="190468130" sldId="400"/>
        </pc:sldMkLst>
        <pc:spChg chg="mod">
          <ac:chgData name="Fehmida Usmani" userId="1f7d48bb-60b3-4b90-bf30-0f63161838be" providerId="ADAL" clId="{52900533-8FE7-4094-A970-9FE121CAAA8E}" dt="2024-09-10T11:13:51.696" v="522" actId="20577"/>
          <ac:spMkLst>
            <pc:docMk/>
            <pc:sldMk cId="190468130" sldId="400"/>
            <ac:spMk id="2" creationId="{7D10FF64-86F1-B993-4FB5-DD626D894EE2}"/>
          </ac:spMkLst>
        </pc:spChg>
        <pc:spChg chg="del">
          <ac:chgData name="Fehmida Usmani" userId="1f7d48bb-60b3-4b90-bf30-0f63161838be" providerId="ADAL" clId="{52900533-8FE7-4094-A970-9FE121CAAA8E}" dt="2024-09-10T11:15:15.285" v="523"/>
          <ac:spMkLst>
            <pc:docMk/>
            <pc:sldMk cId="190468130" sldId="400"/>
            <ac:spMk id="3" creationId="{C3514DAF-19C7-6501-D625-5F017FE5FDC3}"/>
          </ac:spMkLst>
        </pc:spChg>
        <pc:spChg chg="add mod">
          <ac:chgData name="Fehmida Usmani" userId="1f7d48bb-60b3-4b90-bf30-0f63161838be" providerId="ADAL" clId="{52900533-8FE7-4094-A970-9FE121CAAA8E}" dt="2024-09-10T11:15:15.285" v="523"/>
          <ac:spMkLst>
            <pc:docMk/>
            <pc:sldMk cId="190468130" sldId="400"/>
            <ac:spMk id="4" creationId="{7EE9A8A4-22EE-B35C-D5C3-49140E0E06CC}"/>
          </ac:spMkLst>
        </pc:spChg>
      </pc:sldChg>
      <pc:sldChg chg="addSp delSp modSp add del mod">
        <pc:chgData name="Fehmida Usmani" userId="1f7d48bb-60b3-4b90-bf30-0f63161838be" providerId="ADAL" clId="{52900533-8FE7-4094-A970-9FE121CAAA8E}" dt="2024-09-10T11:13:04.044" v="487" actId="47"/>
        <pc:sldMkLst>
          <pc:docMk/>
          <pc:sldMk cId="2093230981" sldId="400"/>
        </pc:sldMkLst>
        <pc:spChg chg="del">
          <ac:chgData name="Fehmida Usmani" userId="1f7d48bb-60b3-4b90-bf30-0f63161838be" providerId="ADAL" clId="{52900533-8FE7-4094-A970-9FE121CAAA8E}" dt="2024-09-10T11:12:56.394" v="485" actId="478"/>
          <ac:spMkLst>
            <pc:docMk/>
            <pc:sldMk cId="2093230981" sldId="400"/>
            <ac:spMk id="4" creationId="{7B5C34F5-D8B9-EB86-1F6A-F769119EC635}"/>
          </ac:spMkLst>
        </pc:spChg>
        <pc:graphicFrameChg chg="add del modGraphic">
          <ac:chgData name="Fehmida Usmani" userId="1f7d48bb-60b3-4b90-bf30-0f63161838be" providerId="ADAL" clId="{52900533-8FE7-4094-A970-9FE121CAAA8E}" dt="2024-09-10T11:12:53.918" v="484" actId="478"/>
          <ac:graphicFrameMkLst>
            <pc:docMk/>
            <pc:sldMk cId="2093230981" sldId="400"/>
            <ac:graphicFrameMk id="6" creationId="{2874BFA6-597C-378B-0FDC-9B88F26B6547}"/>
          </ac:graphicFrameMkLst>
        </pc:graphicFrameChg>
        <pc:picChg chg="del">
          <ac:chgData name="Fehmida Usmani" userId="1f7d48bb-60b3-4b90-bf30-0f63161838be" providerId="ADAL" clId="{52900533-8FE7-4094-A970-9FE121CAAA8E}" dt="2024-09-10T11:12:58.997" v="486" actId="478"/>
          <ac:picMkLst>
            <pc:docMk/>
            <pc:sldMk cId="2093230981" sldId="400"/>
            <ac:picMk id="5" creationId="{0D90F253-7366-9D0A-C78B-2760ABD615B5}"/>
          </ac:picMkLst>
        </pc:picChg>
      </pc:sldChg>
      <pc:sldChg chg="addSp delSp modSp add mod">
        <pc:chgData name="Fehmida Usmani" userId="1f7d48bb-60b3-4b90-bf30-0f63161838be" providerId="ADAL" clId="{52900533-8FE7-4094-A970-9FE121CAAA8E}" dt="2024-09-10T11:30:28.996" v="612" actId="20577"/>
        <pc:sldMkLst>
          <pc:docMk/>
          <pc:sldMk cId="1777841840" sldId="401"/>
        </pc:sldMkLst>
        <pc:spChg chg="add del mod">
          <ac:chgData name="Fehmida Usmani" userId="1f7d48bb-60b3-4b90-bf30-0f63161838be" providerId="ADAL" clId="{52900533-8FE7-4094-A970-9FE121CAAA8E}" dt="2024-09-10T11:15:38.155" v="527" actId="478"/>
          <ac:spMkLst>
            <pc:docMk/>
            <pc:sldMk cId="1777841840" sldId="401"/>
            <ac:spMk id="3" creationId="{D57CD780-741A-D7EB-4429-8CFEDE236F9E}"/>
          </ac:spMkLst>
        </pc:spChg>
        <pc:spChg chg="del mod">
          <ac:chgData name="Fehmida Usmani" userId="1f7d48bb-60b3-4b90-bf30-0f63161838be" providerId="ADAL" clId="{52900533-8FE7-4094-A970-9FE121CAAA8E}" dt="2024-09-10T11:15:34.819" v="526"/>
          <ac:spMkLst>
            <pc:docMk/>
            <pc:sldMk cId="1777841840" sldId="401"/>
            <ac:spMk id="4" creationId="{7EE9A8A4-22EE-B35C-D5C3-49140E0E06CC}"/>
          </ac:spMkLst>
        </pc:spChg>
        <pc:spChg chg="add del mod">
          <ac:chgData name="Fehmida Usmani" userId="1f7d48bb-60b3-4b90-bf30-0f63161838be" providerId="ADAL" clId="{52900533-8FE7-4094-A970-9FE121CAAA8E}" dt="2024-09-10T11:15:40.426" v="528" actId="478"/>
          <ac:spMkLst>
            <pc:docMk/>
            <pc:sldMk cId="1777841840" sldId="401"/>
            <ac:spMk id="6" creationId="{6056E603-D594-494B-0B93-13E08A55BC59}"/>
          </ac:spMkLst>
        </pc:spChg>
        <pc:spChg chg="add mod">
          <ac:chgData name="Fehmida Usmani" userId="1f7d48bb-60b3-4b90-bf30-0f63161838be" providerId="ADAL" clId="{52900533-8FE7-4094-A970-9FE121CAAA8E}" dt="2024-09-10T11:30:28.996" v="612" actId="20577"/>
          <ac:spMkLst>
            <pc:docMk/>
            <pc:sldMk cId="1777841840" sldId="401"/>
            <ac:spMk id="7" creationId="{A7CB8AA1-D161-4F2B-BBD0-2F5C33C68C1D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34:26.292" v="631" actId="1076"/>
        <pc:sldMkLst>
          <pc:docMk/>
          <pc:sldMk cId="1161050572" sldId="402"/>
        </pc:sldMkLst>
        <pc:spChg chg="mod">
          <ac:chgData name="Fehmida Usmani" userId="1f7d48bb-60b3-4b90-bf30-0f63161838be" providerId="ADAL" clId="{52900533-8FE7-4094-A970-9FE121CAAA8E}" dt="2024-09-10T11:17:08.588" v="593" actId="20577"/>
          <ac:spMkLst>
            <pc:docMk/>
            <pc:sldMk cId="1161050572" sldId="402"/>
            <ac:spMk id="2" creationId="{7D10FF64-86F1-B993-4FB5-DD626D894EE2}"/>
          </ac:spMkLst>
        </pc:spChg>
        <pc:spChg chg="add mod">
          <ac:chgData name="Fehmida Usmani" userId="1f7d48bb-60b3-4b90-bf30-0f63161838be" providerId="ADAL" clId="{52900533-8FE7-4094-A970-9FE121CAAA8E}" dt="2024-09-10T11:34:02.168" v="627" actId="20577"/>
          <ac:spMkLst>
            <pc:docMk/>
            <pc:sldMk cId="1161050572" sldId="402"/>
            <ac:spMk id="5" creationId="{779DC85D-7604-68DA-D4CC-F9A225FC7139}"/>
          </ac:spMkLst>
        </pc:spChg>
        <pc:spChg chg="add mod">
          <ac:chgData name="Fehmida Usmani" userId="1f7d48bb-60b3-4b90-bf30-0f63161838be" providerId="ADAL" clId="{52900533-8FE7-4094-A970-9FE121CAAA8E}" dt="2024-09-10T11:34:16.813" v="629" actId="1076"/>
          <ac:spMkLst>
            <pc:docMk/>
            <pc:sldMk cId="1161050572" sldId="402"/>
            <ac:spMk id="6" creationId="{4F71B2A0-5163-C5BA-9A5B-690F7DE605D6}"/>
          </ac:spMkLst>
        </pc:spChg>
        <pc:spChg chg="del">
          <ac:chgData name="Fehmida Usmani" userId="1f7d48bb-60b3-4b90-bf30-0f63161838be" providerId="ADAL" clId="{52900533-8FE7-4094-A970-9FE121CAAA8E}" dt="2024-09-10T11:16:01.613" v="534" actId="478"/>
          <ac:spMkLst>
            <pc:docMk/>
            <pc:sldMk cId="1161050572" sldId="402"/>
            <ac:spMk id="7" creationId="{A7CB8AA1-D161-4F2B-BBD0-2F5C33C68C1D}"/>
          </ac:spMkLst>
        </pc:spChg>
        <pc:spChg chg="add mod">
          <ac:chgData name="Fehmida Usmani" userId="1f7d48bb-60b3-4b90-bf30-0f63161838be" providerId="ADAL" clId="{52900533-8FE7-4094-A970-9FE121CAAA8E}" dt="2024-09-10T11:34:26.292" v="631" actId="1076"/>
          <ac:spMkLst>
            <pc:docMk/>
            <pc:sldMk cId="1161050572" sldId="402"/>
            <ac:spMk id="8" creationId="{CB890864-3DA6-A532-0580-43E217C1E174}"/>
          </ac:spMkLst>
        </pc:spChg>
        <pc:graphicFrameChg chg="add del modGraphic">
          <ac:chgData name="Fehmida Usmani" userId="1f7d48bb-60b3-4b90-bf30-0f63161838be" providerId="ADAL" clId="{52900533-8FE7-4094-A970-9FE121CAAA8E}" dt="2024-09-10T11:15:58.922" v="533" actId="478"/>
          <ac:graphicFrameMkLst>
            <pc:docMk/>
            <pc:sldMk cId="1161050572" sldId="402"/>
            <ac:graphicFrameMk id="4" creationId="{63F5095B-015B-A317-5A4C-30EBD7907DE3}"/>
          </ac:graphicFrameMkLst>
        </pc:graphicFrameChg>
      </pc:sldChg>
      <pc:sldChg chg="addSp delSp modSp add mod">
        <pc:chgData name="Fehmida Usmani" userId="1f7d48bb-60b3-4b90-bf30-0f63161838be" providerId="ADAL" clId="{52900533-8FE7-4094-A970-9FE121CAAA8E}" dt="2024-09-10T11:36:49.645" v="637" actId="1076"/>
        <pc:sldMkLst>
          <pc:docMk/>
          <pc:sldMk cId="505832483" sldId="403"/>
        </pc:sldMkLst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3" creationId="{36E9523C-9F99-D80C-EA91-5EC7B7BC2B16}"/>
          </ac:spMkLst>
        </pc:spChg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4" creationId="{95DC1579-D923-E090-0CC2-49A99517AD0C}"/>
          </ac:spMkLst>
        </pc:spChg>
        <pc:spChg chg="del">
          <ac:chgData name="Fehmida Usmani" userId="1f7d48bb-60b3-4b90-bf30-0f63161838be" providerId="ADAL" clId="{52900533-8FE7-4094-A970-9FE121CAAA8E}" dt="2024-09-10T11:36:21.448" v="633" actId="478"/>
          <ac:spMkLst>
            <pc:docMk/>
            <pc:sldMk cId="505832483" sldId="403"/>
            <ac:spMk id="5" creationId="{779DC85D-7604-68DA-D4CC-F9A225FC7139}"/>
          </ac:spMkLst>
        </pc:spChg>
        <pc:spChg chg="del">
          <ac:chgData name="Fehmida Usmani" userId="1f7d48bb-60b3-4b90-bf30-0f63161838be" providerId="ADAL" clId="{52900533-8FE7-4094-A970-9FE121CAAA8E}" dt="2024-09-10T11:36:22.808" v="634" actId="478"/>
          <ac:spMkLst>
            <pc:docMk/>
            <pc:sldMk cId="505832483" sldId="403"/>
            <ac:spMk id="6" creationId="{4F71B2A0-5163-C5BA-9A5B-690F7DE605D6}"/>
          </ac:spMkLst>
        </pc:spChg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7" creationId="{DBD65B12-FEAF-FC50-0C29-600600EE17E8}"/>
          </ac:spMkLst>
        </pc:spChg>
        <pc:spChg chg="del">
          <ac:chgData name="Fehmida Usmani" userId="1f7d48bb-60b3-4b90-bf30-0f63161838be" providerId="ADAL" clId="{52900533-8FE7-4094-A970-9FE121CAAA8E}" dt="2024-09-10T11:36:23.953" v="635" actId="478"/>
          <ac:spMkLst>
            <pc:docMk/>
            <pc:sldMk cId="505832483" sldId="403"/>
            <ac:spMk id="8" creationId="{CB890864-3DA6-A532-0580-43E217C1E174}"/>
          </ac:spMkLst>
        </pc:spChg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9" creationId="{07AEA6C9-E832-FD4B-6864-4828E09B39F8}"/>
          </ac:spMkLst>
        </pc:spChg>
      </pc:sldChg>
      <pc:sldChg chg="addSp delSp modSp add mod modAnim">
        <pc:chgData name="Fehmida Usmani" userId="1f7d48bb-60b3-4b90-bf30-0f63161838be" providerId="ADAL" clId="{52900533-8FE7-4094-A970-9FE121CAAA8E}" dt="2024-09-10T11:38:42.213" v="668"/>
        <pc:sldMkLst>
          <pc:docMk/>
          <pc:sldMk cId="4119877492" sldId="404"/>
        </pc:sldMkLst>
        <pc:spChg chg="del mod">
          <ac:chgData name="Fehmida Usmani" userId="1f7d48bb-60b3-4b90-bf30-0f63161838be" providerId="ADAL" clId="{52900533-8FE7-4094-A970-9FE121CAAA8E}" dt="2024-09-10T11:36:59.473" v="640" actId="478"/>
          <ac:spMkLst>
            <pc:docMk/>
            <pc:sldMk cId="4119877492" sldId="404"/>
            <ac:spMk id="3" creationId="{36E9523C-9F99-D80C-EA91-5EC7B7BC2B16}"/>
          </ac:spMkLst>
        </pc:spChg>
        <pc:spChg chg="del">
          <ac:chgData name="Fehmida Usmani" userId="1f7d48bb-60b3-4b90-bf30-0f63161838be" providerId="ADAL" clId="{52900533-8FE7-4094-A970-9FE121CAAA8E}" dt="2024-09-10T11:37:02.303" v="642" actId="478"/>
          <ac:spMkLst>
            <pc:docMk/>
            <pc:sldMk cId="4119877492" sldId="404"/>
            <ac:spMk id="4" creationId="{95DC1579-D923-E090-0CC2-49A99517AD0C}"/>
          </ac:spMkLst>
        </pc:spChg>
        <pc:spChg chg="add mod">
          <ac:chgData name="Fehmida Usmani" userId="1f7d48bb-60b3-4b90-bf30-0f63161838be" providerId="ADAL" clId="{52900533-8FE7-4094-A970-9FE121CAAA8E}" dt="2024-09-10T11:38:37.471" v="667"/>
          <ac:spMkLst>
            <pc:docMk/>
            <pc:sldMk cId="4119877492" sldId="404"/>
            <ac:spMk id="6" creationId="{AEDCAB15-D01C-B125-B844-84428F8F6F38}"/>
          </ac:spMkLst>
        </pc:spChg>
        <pc:spChg chg="del">
          <ac:chgData name="Fehmida Usmani" userId="1f7d48bb-60b3-4b90-bf30-0f63161838be" providerId="ADAL" clId="{52900533-8FE7-4094-A970-9FE121CAAA8E}" dt="2024-09-10T11:37:00.268" v="641" actId="478"/>
          <ac:spMkLst>
            <pc:docMk/>
            <pc:sldMk cId="4119877492" sldId="404"/>
            <ac:spMk id="7" creationId="{DBD65B12-FEAF-FC50-0C29-600600EE17E8}"/>
          </ac:spMkLst>
        </pc:spChg>
        <pc:spChg chg="del">
          <ac:chgData name="Fehmida Usmani" userId="1f7d48bb-60b3-4b90-bf30-0f63161838be" providerId="ADAL" clId="{52900533-8FE7-4094-A970-9FE121CAAA8E}" dt="2024-09-10T11:37:04.177" v="643" actId="478"/>
          <ac:spMkLst>
            <pc:docMk/>
            <pc:sldMk cId="4119877492" sldId="404"/>
            <ac:spMk id="9" creationId="{07AEA6C9-E832-FD4B-6864-4828E09B39F8}"/>
          </ac:spMkLst>
        </pc:spChg>
      </pc:sldChg>
      <pc:sldChg chg="addSp delSp modSp add mod delAnim">
        <pc:chgData name="Fehmida Usmani" userId="1f7d48bb-60b3-4b90-bf30-0f63161838be" providerId="ADAL" clId="{52900533-8FE7-4094-A970-9FE121CAAA8E}" dt="2024-09-10T11:39:53.802" v="687" actId="20577"/>
        <pc:sldMkLst>
          <pc:docMk/>
          <pc:sldMk cId="1221721952" sldId="405"/>
        </pc:sldMkLst>
        <pc:spChg chg="add mod">
          <ac:chgData name="Fehmida Usmani" userId="1f7d48bb-60b3-4b90-bf30-0f63161838be" providerId="ADAL" clId="{52900533-8FE7-4094-A970-9FE121CAAA8E}" dt="2024-09-10T11:39:53.802" v="687" actId="20577"/>
          <ac:spMkLst>
            <pc:docMk/>
            <pc:sldMk cId="1221721952" sldId="405"/>
            <ac:spMk id="3" creationId="{2CA06D2A-907C-F988-F679-2BC32BD2D274}"/>
          </ac:spMkLst>
        </pc:spChg>
        <pc:spChg chg="del">
          <ac:chgData name="Fehmida Usmani" userId="1f7d48bb-60b3-4b90-bf30-0f63161838be" providerId="ADAL" clId="{52900533-8FE7-4094-A970-9FE121CAAA8E}" dt="2024-09-10T11:38:52.260" v="670" actId="478"/>
          <ac:spMkLst>
            <pc:docMk/>
            <pc:sldMk cId="1221721952" sldId="405"/>
            <ac:spMk id="6" creationId="{AEDCAB15-D01C-B125-B844-84428F8F6F38}"/>
          </ac:spMkLst>
        </pc:spChg>
      </pc:sldChg>
      <pc:sldChg chg="add del">
        <pc:chgData name="Fehmida Usmani" userId="1f7d48bb-60b3-4b90-bf30-0f63161838be" providerId="ADAL" clId="{52900533-8FE7-4094-A970-9FE121CAAA8E}" dt="2024-09-10T11:41:59.525" v="689" actId="47"/>
        <pc:sldMkLst>
          <pc:docMk/>
          <pc:sldMk cId="498441730" sldId="406"/>
        </pc:sldMkLst>
      </pc:sldChg>
      <pc:sldChg chg="addSp delSp modSp add mod">
        <pc:chgData name="Fehmida Usmani" userId="1f7d48bb-60b3-4b90-bf30-0f63161838be" providerId="ADAL" clId="{52900533-8FE7-4094-A970-9FE121CAAA8E}" dt="2024-09-10T11:43:01.374" v="720" actId="1076"/>
        <pc:sldMkLst>
          <pc:docMk/>
          <pc:sldMk cId="1449160507" sldId="406"/>
        </pc:sldMkLst>
        <pc:spChg chg="del">
          <ac:chgData name="Fehmida Usmani" userId="1f7d48bb-60b3-4b90-bf30-0f63161838be" providerId="ADAL" clId="{52900533-8FE7-4094-A970-9FE121CAAA8E}" dt="2024-09-10T11:42:05.410" v="691" actId="478"/>
          <ac:spMkLst>
            <pc:docMk/>
            <pc:sldMk cId="1449160507" sldId="406"/>
            <ac:spMk id="3" creationId="{2CA06D2A-907C-F988-F679-2BC32BD2D274}"/>
          </ac:spMkLst>
        </pc:spChg>
        <pc:spChg chg="add mod">
          <ac:chgData name="Fehmida Usmani" userId="1f7d48bb-60b3-4b90-bf30-0f63161838be" providerId="ADAL" clId="{52900533-8FE7-4094-A970-9FE121CAAA8E}" dt="2024-09-10T11:42:28.541" v="715" actId="20577"/>
          <ac:spMkLst>
            <pc:docMk/>
            <pc:sldMk cId="1449160507" sldId="406"/>
            <ac:spMk id="4" creationId="{2C7D806B-CAAC-0520-687A-D5430FD69AC1}"/>
          </ac:spMkLst>
        </pc:spChg>
        <pc:spChg chg="add mod">
          <ac:chgData name="Fehmida Usmani" userId="1f7d48bb-60b3-4b90-bf30-0f63161838be" providerId="ADAL" clId="{52900533-8FE7-4094-A970-9FE121CAAA8E}" dt="2024-09-10T11:43:01.374" v="720" actId="1076"/>
          <ac:spMkLst>
            <pc:docMk/>
            <pc:sldMk cId="1449160507" sldId="406"/>
            <ac:spMk id="5" creationId="{3FDB4001-AB6D-2B64-D9AD-28BC92DF253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43:26.124" v="750" actId="20577"/>
        <pc:sldMkLst>
          <pc:docMk/>
          <pc:sldMk cId="100326086" sldId="407"/>
        </pc:sldMkLst>
        <pc:spChg chg="add mod">
          <ac:chgData name="Fehmida Usmani" userId="1f7d48bb-60b3-4b90-bf30-0f63161838be" providerId="ADAL" clId="{52900533-8FE7-4094-A970-9FE121CAAA8E}" dt="2024-09-10T11:43:26.124" v="750" actId="20577"/>
          <ac:spMkLst>
            <pc:docMk/>
            <pc:sldMk cId="100326086" sldId="407"/>
            <ac:spMk id="3" creationId="{059E8B15-1985-9838-079A-4A50E033D5C7}"/>
          </ac:spMkLst>
        </pc:spChg>
        <pc:spChg chg="del">
          <ac:chgData name="Fehmida Usmani" userId="1f7d48bb-60b3-4b90-bf30-0f63161838be" providerId="ADAL" clId="{52900533-8FE7-4094-A970-9FE121CAAA8E}" dt="2024-09-10T11:42:40.587" v="717" actId="478"/>
          <ac:spMkLst>
            <pc:docMk/>
            <pc:sldMk cId="100326086" sldId="407"/>
            <ac:spMk id="4" creationId="{2C7D806B-CAAC-0520-687A-D5430FD69AC1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46:44" v="784" actId="20577"/>
        <pc:sldMkLst>
          <pc:docMk/>
          <pc:sldMk cId="698552598" sldId="408"/>
        </pc:sldMkLst>
        <pc:spChg chg="mod">
          <ac:chgData name="Fehmida Usmani" userId="1f7d48bb-60b3-4b90-bf30-0f63161838be" providerId="ADAL" clId="{52900533-8FE7-4094-A970-9FE121CAAA8E}" dt="2024-09-10T11:45:13.084" v="774" actId="20577"/>
          <ac:spMkLst>
            <pc:docMk/>
            <pc:sldMk cId="698552598" sldId="408"/>
            <ac:spMk id="2" creationId="{64ADEA67-0138-C52B-DEDF-E42FC1F82B3B}"/>
          </ac:spMkLst>
        </pc:spChg>
        <pc:spChg chg="del">
          <ac:chgData name="Fehmida Usmani" userId="1f7d48bb-60b3-4b90-bf30-0f63161838be" providerId="ADAL" clId="{52900533-8FE7-4094-A970-9FE121CAAA8E}" dt="2024-09-10T11:45:25.358" v="775"/>
          <ac:spMkLst>
            <pc:docMk/>
            <pc:sldMk cId="698552598" sldId="408"/>
            <ac:spMk id="3" creationId="{79155400-98E5-339B-EE6A-2A8773160213}"/>
          </ac:spMkLst>
        </pc:spChg>
        <pc:spChg chg="add del mod">
          <ac:chgData name="Fehmida Usmani" userId="1f7d48bb-60b3-4b90-bf30-0f63161838be" providerId="ADAL" clId="{52900533-8FE7-4094-A970-9FE121CAAA8E}" dt="2024-09-10T11:46:12.906" v="777" actId="478"/>
          <ac:spMkLst>
            <pc:docMk/>
            <pc:sldMk cId="698552598" sldId="408"/>
            <ac:spMk id="4" creationId="{28DEB137-9556-1E31-A48E-5224926785E1}"/>
          </ac:spMkLst>
        </pc:spChg>
        <pc:spChg chg="add del mod">
          <ac:chgData name="Fehmida Usmani" userId="1f7d48bb-60b3-4b90-bf30-0f63161838be" providerId="ADAL" clId="{52900533-8FE7-4094-A970-9FE121CAAA8E}" dt="2024-09-10T11:46:21.152" v="781" actId="478"/>
          <ac:spMkLst>
            <pc:docMk/>
            <pc:sldMk cId="698552598" sldId="408"/>
            <ac:spMk id="6" creationId="{664F4595-7E31-D58F-39DD-7A22B8223373}"/>
          </ac:spMkLst>
        </pc:spChg>
        <pc:spChg chg="add mod">
          <ac:chgData name="Fehmida Usmani" userId="1f7d48bb-60b3-4b90-bf30-0f63161838be" providerId="ADAL" clId="{52900533-8FE7-4094-A970-9FE121CAAA8E}" dt="2024-09-10T11:46:44" v="784" actId="20577"/>
          <ac:spMkLst>
            <pc:docMk/>
            <pc:sldMk cId="698552598" sldId="408"/>
            <ac:spMk id="7" creationId="{13BD4441-E06E-EEB2-4317-86A0B90F64D4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47:54.310" v="788" actId="14100"/>
        <pc:sldMkLst>
          <pc:docMk/>
          <pc:sldMk cId="2915764262" sldId="409"/>
        </pc:sldMkLst>
        <pc:spChg chg="add mod">
          <ac:chgData name="Fehmida Usmani" userId="1f7d48bb-60b3-4b90-bf30-0f63161838be" providerId="ADAL" clId="{52900533-8FE7-4094-A970-9FE121CAAA8E}" dt="2024-09-10T11:47:54.310" v="788" actId="14100"/>
          <ac:spMkLst>
            <pc:docMk/>
            <pc:sldMk cId="2915764262" sldId="409"/>
            <ac:spMk id="3" creationId="{95974846-6277-913A-3065-3AF7D48719EE}"/>
          </ac:spMkLst>
        </pc:spChg>
        <pc:spChg chg="add mod">
          <ac:chgData name="Fehmida Usmani" userId="1f7d48bb-60b3-4b90-bf30-0f63161838be" providerId="ADAL" clId="{52900533-8FE7-4094-A970-9FE121CAAA8E}" dt="2024-09-10T11:47:54.310" v="788" actId="14100"/>
          <ac:spMkLst>
            <pc:docMk/>
            <pc:sldMk cId="2915764262" sldId="409"/>
            <ac:spMk id="4" creationId="{26C79412-B641-70A4-B301-B48967431311}"/>
          </ac:spMkLst>
        </pc:spChg>
        <pc:spChg chg="del">
          <ac:chgData name="Fehmida Usmani" userId="1f7d48bb-60b3-4b90-bf30-0f63161838be" providerId="ADAL" clId="{52900533-8FE7-4094-A970-9FE121CAAA8E}" dt="2024-09-10T11:46:54.823" v="786" actId="478"/>
          <ac:spMkLst>
            <pc:docMk/>
            <pc:sldMk cId="2915764262" sldId="409"/>
            <ac:spMk id="7" creationId="{13BD4441-E06E-EEB2-4317-86A0B90F64D4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52:49.052" v="807"/>
        <pc:sldMkLst>
          <pc:docMk/>
          <pc:sldMk cId="3478875649" sldId="410"/>
        </pc:sldMkLst>
        <pc:spChg chg="mod">
          <ac:chgData name="Fehmida Usmani" userId="1f7d48bb-60b3-4b90-bf30-0f63161838be" providerId="ADAL" clId="{52900533-8FE7-4094-A970-9FE121CAAA8E}" dt="2024-09-10T11:52:29.424" v="806" actId="20577"/>
          <ac:spMkLst>
            <pc:docMk/>
            <pc:sldMk cId="3478875649" sldId="410"/>
            <ac:spMk id="2" creationId="{E795245C-2FE7-0380-683E-12EC74D61D54}"/>
          </ac:spMkLst>
        </pc:spChg>
        <pc:spChg chg="del">
          <ac:chgData name="Fehmida Usmani" userId="1f7d48bb-60b3-4b90-bf30-0f63161838be" providerId="ADAL" clId="{52900533-8FE7-4094-A970-9FE121CAAA8E}" dt="2024-09-10T11:52:49.052" v="807"/>
          <ac:spMkLst>
            <pc:docMk/>
            <pc:sldMk cId="3478875649" sldId="410"/>
            <ac:spMk id="3" creationId="{86D79D70-E14B-14A7-A0CE-D578F8356555}"/>
          </ac:spMkLst>
        </pc:spChg>
        <pc:spChg chg="add mod">
          <ac:chgData name="Fehmida Usmani" userId="1f7d48bb-60b3-4b90-bf30-0f63161838be" providerId="ADAL" clId="{52900533-8FE7-4094-A970-9FE121CAAA8E}" dt="2024-09-10T11:52:49.052" v="807"/>
          <ac:spMkLst>
            <pc:docMk/>
            <pc:sldMk cId="3478875649" sldId="410"/>
            <ac:spMk id="4" creationId="{F945022B-AB18-A2B7-5FEF-A64A9D2457D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53:34.580" v="819" actId="20577"/>
        <pc:sldMkLst>
          <pc:docMk/>
          <pc:sldMk cId="348616701" sldId="411"/>
        </pc:sldMkLst>
        <pc:spChg chg="add mod">
          <ac:chgData name="Fehmida Usmani" userId="1f7d48bb-60b3-4b90-bf30-0f63161838be" providerId="ADAL" clId="{52900533-8FE7-4094-A970-9FE121CAAA8E}" dt="2024-09-10T11:53:34.580" v="819" actId="20577"/>
          <ac:spMkLst>
            <pc:docMk/>
            <pc:sldMk cId="348616701" sldId="411"/>
            <ac:spMk id="3" creationId="{D4B70823-22FB-E20C-0EB7-64CA043D67A4}"/>
          </ac:spMkLst>
        </pc:spChg>
        <pc:spChg chg="del mod">
          <ac:chgData name="Fehmida Usmani" userId="1f7d48bb-60b3-4b90-bf30-0f63161838be" providerId="ADAL" clId="{52900533-8FE7-4094-A970-9FE121CAAA8E}" dt="2024-09-10T11:53:23.296" v="810" actId="478"/>
          <ac:spMkLst>
            <pc:docMk/>
            <pc:sldMk cId="348616701" sldId="411"/>
            <ac:spMk id="4" creationId="{F945022B-AB18-A2B7-5FEF-A64A9D2457D9}"/>
          </ac:spMkLst>
        </pc:spChg>
        <pc:spChg chg="add mod">
          <ac:chgData name="Fehmida Usmani" userId="1f7d48bb-60b3-4b90-bf30-0f63161838be" providerId="ADAL" clId="{52900533-8FE7-4094-A970-9FE121CAAA8E}" dt="2024-09-10T11:53:30.649" v="813" actId="1076"/>
          <ac:spMkLst>
            <pc:docMk/>
            <pc:sldMk cId="348616701" sldId="411"/>
            <ac:spMk id="5" creationId="{B17AB742-4E78-BC60-A929-6773F4A7A6CA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54:19.221" v="825" actId="1076"/>
        <pc:sldMkLst>
          <pc:docMk/>
          <pc:sldMk cId="2107248748" sldId="412"/>
        </pc:sldMkLst>
        <pc:spChg chg="add mod">
          <ac:chgData name="Fehmida Usmani" userId="1f7d48bb-60b3-4b90-bf30-0f63161838be" providerId="ADAL" clId="{52900533-8FE7-4094-A970-9FE121CAAA8E}" dt="2024-09-10T11:54:19.221" v="825" actId="1076"/>
          <ac:spMkLst>
            <pc:docMk/>
            <pc:sldMk cId="2107248748" sldId="412"/>
            <ac:spMk id="3" creationId="{8CAEA056-F003-887C-EDC9-CA4A2EDBE82B}"/>
          </ac:spMkLst>
        </pc:spChg>
        <pc:spChg chg="del mod">
          <ac:chgData name="Fehmida Usmani" userId="1f7d48bb-60b3-4b90-bf30-0f63161838be" providerId="ADAL" clId="{52900533-8FE7-4094-A970-9FE121CAAA8E}" dt="2024-09-10T11:54:11.478" v="822" actId="478"/>
          <ac:spMkLst>
            <pc:docMk/>
            <pc:sldMk cId="2107248748" sldId="412"/>
            <ac:spMk id="4" creationId="{F945022B-AB18-A2B7-5FEF-A64A9D2457D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07:01.365" v="1036" actId="1076"/>
        <pc:sldMkLst>
          <pc:docMk/>
          <pc:sldMk cId="3953849612" sldId="413"/>
        </pc:sldMkLst>
        <pc:spChg chg="add mod">
          <ac:chgData name="Fehmida Usmani" userId="1f7d48bb-60b3-4b90-bf30-0f63161838be" providerId="ADAL" clId="{52900533-8FE7-4094-A970-9FE121CAAA8E}" dt="2024-09-11T01:07:01.365" v="1036" actId="1076"/>
          <ac:spMkLst>
            <pc:docMk/>
            <pc:sldMk cId="3953849612" sldId="413"/>
            <ac:spMk id="3" creationId="{5E920144-140C-33E6-2E4B-27C44D5DD66C}"/>
          </ac:spMkLst>
        </pc:spChg>
        <pc:spChg chg="del">
          <ac:chgData name="Fehmida Usmani" userId="1f7d48bb-60b3-4b90-bf30-0f63161838be" providerId="ADAL" clId="{52900533-8FE7-4094-A970-9FE121CAAA8E}" dt="2024-09-10T11:55:02.905" v="827" actId="478"/>
          <ac:spMkLst>
            <pc:docMk/>
            <pc:sldMk cId="3953849612" sldId="413"/>
            <ac:spMk id="3" creationId="{8CAEA056-F003-887C-EDC9-CA4A2EDBE82B}"/>
          </ac:spMkLst>
        </pc:spChg>
        <pc:spChg chg="add mod">
          <ac:chgData name="Fehmida Usmani" userId="1f7d48bb-60b3-4b90-bf30-0f63161838be" providerId="ADAL" clId="{52900533-8FE7-4094-A970-9FE121CAAA8E}" dt="2024-09-10T11:55:51.208" v="885" actId="20577"/>
          <ac:spMkLst>
            <pc:docMk/>
            <pc:sldMk cId="3953849612" sldId="413"/>
            <ac:spMk id="4" creationId="{41D3035B-A843-0182-6031-C333346CFCB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57:05.615" v="889" actId="14100"/>
        <pc:sldMkLst>
          <pc:docMk/>
          <pc:sldMk cId="2511521361" sldId="414"/>
        </pc:sldMkLst>
        <pc:spChg chg="add mod">
          <ac:chgData name="Fehmida Usmani" userId="1f7d48bb-60b3-4b90-bf30-0f63161838be" providerId="ADAL" clId="{52900533-8FE7-4094-A970-9FE121CAAA8E}" dt="2024-09-10T11:57:05.615" v="889" actId="14100"/>
          <ac:spMkLst>
            <pc:docMk/>
            <pc:sldMk cId="2511521361" sldId="414"/>
            <ac:spMk id="3" creationId="{E619DF05-174C-3733-704B-DFC2C488DD4B}"/>
          </ac:spMkLst>
        </pc:spChg>
        <pc:spChg chg="del">
          <ac:chgData name="Fehmida Usmani" userId="1f7d48bb-60b3-4b90-bf30-0f63161838be" providerId="ADAL" clId="{52900533-8FE7-4094-A970-9FE121CAAA8E}" dt="2024-09-10T11:56:01.079" v="887" actId="478"/>
          <ac:spMkLst>
            <pc:docMk/>
            <pc:sldMk cId="2511521361" sldId="414"/>
            <ac:spMk id="4" creationId="{41D3035B-A843-0182-6031-C333346CFCB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16:50.416" v="1040" actId="20577"/>
        <pc:sldMkLst>
          <pc:docMk/>
          <pc:sldMk cId="1141407325" sldId="415"/>
        </pc:sldMkLst>
        <pc:spChg chg="mod">
          <ac:chgData name="Fehmida Usmani" userId="1f7d48bb-60b3-4b90-bf30-0f63161838be" providerId="ADAL" clId="{52900533-8FE7-4094-A970-9FE121CAAA8E}" dt="2024-09-10T11:57:49.232" v="926" actId="20577"/>
          <ac:spMkLst>
            <pc:docMk/>
            <pc:sldMk cId="1141407325" sldId="415"/>
            <ac:spMk id="2" creationId="{E795245C-2FE7-0380-683E-12EC74D61D54}"/>
          </ac:spMkLst>
        </pc:spChg>
        <pc:spChg chg="del mod">
          <ac:chgData name="Fehmida Usmani" userId="1f7d48bb-60b3-4b90-bf30-0f63161838be" providerId="ADAL" clId="{52900533-8FE7-4094-A970-9FE121CAAA8E}" dt="2024-09-10T11:58:53.099" v="929" actId="478"/>
          <ac:spMkLst>
            <pc:docMk/>
            <pc:sldMk cId="1141407325" sldId="415"/>
            <ac:spMk id="3" creationId="{E619DF05-174C-3733-704B-DFC2C488DD4B}"/>
          </ac:spMkLst>
        </pc:spChg>
        <pc:spChg chg="add del mod">
          <ac:chgData name="Fehmida Usmani" userId="1f7d48bb-60b3-4b90-bf30-0f63161838be" providerId="ADAL" clId="{52900533-8FE7-4094-A970-9FE121CAAA8E}" dt="2024-09-10T12:05:15.471" v="947" actId="478"/>
          <ac:spMkLst>
            <pc:docMk/>
            <pc:sldMk cId="1141407325" sldId="415"/>
            <ac:spMk id="4" creationId="{5EC57AED-A5F8-7976-DBC9-2B74CC0F56B7}"/>
          </ac:spMkLst>
        </pc:spChg>
        <pc:spChg chg="add mod">
          <ac:chgData name="Fehmida Usmani" userId="1f7d48bb-60b3-4b90-bf30-0f63161838be" providerId="ADAL" clId="{52900533-8FE7-4094-A970-9FE121CAAA8E}" dt="2024-09-10T12:05:32.362" v="952" actId="1076"/>
          <ac:spMkLst>
            <pc:docMk/>
            <pc:sldMk cId="1141407325" sldId="415"/>
            <ac:spMk id="5" creationId="{47A11173-E59F-8668-DF60-FDB8A5FEC2C1}"/>
          </ac:spMkLst>
        </pc:spChg>
        <pc:spChg chg="add mod">
          <ac:chgData name="Fehmida Usmani" userId="1f7d48bb-60b3-4b90-bf30-0f63161838be" providerId="ADAL" clId="{52900533-8FE7-4094-A970-9FE121CAAA8E}" dt="2024-09-11T01:16:50.416" v="1040" actId="20577"/>
          <ac:spMkLst>
            <pc:docMk/>
            <pc:sldMk cId="1141407325" sldId="415"/>
            <ac:spMk id="6" creationId="{FB8ACAD6-7E77-DDE3-F92A-E1A0288C26C9}"/>
          </ac:spMkLst>
        </pc:spChg>
      </pc:sldChg>
      <pc:sldChg chg="addSp delSp modSp add del mod">
        <pc:chgData name="Fehmida Usmani" userId="1f7d48bb-60b3-4b90-bf30-0f63161838be" providerId="ADAL" clId="{52900533-8FE7-4094-A970-9FE121CAAA8E}" dt="2024-09-10T12:05:37.987" v="954" actId="47"/>
        <pc:sldMkLst>
          <pc:docMk/>
          <pc:sldMk cId="2810070269" sldId="416"/>
        </pc:sldMkLst>
        <pc:spChg chg="add del mod">
          <ac:chgData name="Fehmida Usmani" userId="1f7d48bb-60b3-4b90-bf30-0f63161838be" providerId="ADAL" clId="{52900533-8FE7-4094-A970-9FE121CAAA8E}" dt="2024-09-10T12:05:23.782" v="949" actId="21"/>
          <ac:spMkLst>
            <pc:docMk/>
            <pc:sldMk cId="2810070269" sldId="416"/>
            <ac:spMk id="3" creationId="{FB8ACAD6-7E77-DDE3-F92A-E1A0288C26C9}"/>
          </ac:spMkLst>
        </pc:spChg>
        <pc:spChg chg="del">
          <ac:chgData name="Fehmida Usmani" userId="1f7d48bb-60b3-4b90-bf30-0f63161838be" providerId="ADAL" clId="{52900533-8FE7-4094-A970-9FE121CAAA8E}" dt="2024-09-10T11:59:05.123" v="934" actId="478"/>
          <ac:spMkLst>
            <pc:docMk/>
            <pc:sldMk cId="2810070269" sldId="416"/>
            <ac:spMk id="4" creationId="{5EC57AED-A5F8-7976-DBC9-2B74CC0F56B7}"/>
          </ac:spMkLst>
        </pc:spChg>
        <pc:spChg chg="del">
          <ac:chgData name="Fehmida Usmani" userId="1f7d48bb-60b3-4b90-bf30-0f63161838be" providerId="ADAL" clId="{52900533-8FE7-4094-A970-9FE121CAAA8E}" dt="2024-09-10T11:59:03.122" v="933" actId="478"/>
          <ac:spMkLst>
            <pc:docMk/>
            <pc:sldMk cId="2810070269" sldId="416"/>
            <ac:spMk id="5" creationId="{47A11173-E59F-8668-DF60-FDB8A5FEC2C1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21:42.157" v="1070" actId="1076"/>
        <pc:sldMkLst>
          <pc:docMk/>
          <pc:sldMk cId="33420042" sldId="417"/>
        </pc:sldMkLst>
        <pc:spChg chg="add mod">
          <ac:chgData name="Fehmida Usmani" userId="1f7d48bb-60b3-4b90-bf30-0f63161838be" providerId="ADAL" clId="{52900533-8FE7-4094-A970-9FE121CAAA8E}" dt="2024-09-11T01:21:42.157" v="1070" actId="1076"/>
          <ac:spMkLst>
            <pc:docMk/>
            <pc:sldMk cId="33420042" sldId="417"/>
            <ac:spMk id="3" creationId="{C9EAAA9A-2D40-22F6-2ADE-DA8FADBB4D6D}"/>
          </ac:spMkLst>
        </pc:spChg>
        <pc:spChg chg="del">
          <ac:chgData name="Fehmida Usmani" userId="1f7d48bb-60b3-4b90-bf30-0f63161838be" providerId="ADAL" clId="{52900533-8FE7-4094-A970-9FE121CAAA8E}" dt="2024-09-10T12:04:16.262" v="939" actId="478"/>
          <ac:spMkLst>
            <pc:docMk/>
            <pc:sldMk cId="33420042" sldId="417"/>
            <ac:spMk id="3" creationId="{FB8ACAD6-7E77-DDE3-F92A-E1A0288C26C9}"/>
          </ac:spMkLst>
        </pc:spChg>
        <pc:spChg chg="add mod">
          <ac:chgData name="Fehmida Usmani" userId="1f7d48bb-60b3-4b90-bf30-0f63161838be" providerId="ADAL" clId="{52900533-8FE7-4094-A970-9FE121CAAA8E}" dt="2024-09-11T01:21:36.093" v="1067" actId="14100"/>
          <ac:spMkLst>
            <pc:docMk/>
            <pc:sldMk cId="33420042" sldId="417"/>
            <ac:spMk id="4" creationId="{8BE7D030-5391-D754-307A-13B339B34C85}"/>
          </ac:spMkLst>
        </pc:spChg>
        <pc:spChg chg="add mod">
          <ac:chgData name="Fehmida Usmani" userId="1f7d48bb-60b3-4b90-bf30-0f63161838be" providerId="ADAL" clId="{52900533-8FE7-4094-A970-9FE121CAAA8E}" dt="2024-09-11T01:21:38.338" v="1068" actId="20577"/>
          <ac:spMkLst>
            <pc:docMk/>
            <pc:sldMk cId="33420042" sldId="417"/>
            <ac:spMk id="5" creationId="{C6853F5D-6C5B-5298-9AE5-1F4F71DA05D4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2:07:00.975" v="996" actId="20577"/>
        <pc:sldMkLst>
          <pc:docMk/>
          <pc:sldMk cId="2309653656" sldId="418"/>
        </pc:sldMkLst>
        <pc:spChg chg="add mod">
          <ac:chgData name="Fehmida Usmani" userId="1f7d48bb-60b3-4b90-bf30-0f63161838be" providerId="ADAL" clId="{52900533-8FE7-4094-A970-9FE121CAAA8E}" dt="2024-09-10T12:07:00.975" v="996" actId="20577"/>
          <ac:spMkLst>
            <pc:docMk/>
            <pc:sldMk cId="2309653656" sldId="418"/>
            <ac:spMk id="3" creationId="{BD30774E-8DA1-DD5E-386B-867FC8C7DD7E}"/>
          </ac:spMkLst>
        </pc:spChg>
        <pc:spChg chg="del">
          <ac:chgData name="Fehmida Usmani" userId="1f7d48bb-60b3-4b90-bf30-0f63161838be" providerId="ADAL" clId="{52900533-8FE7-4094-A970-9FE121CAAA8E}" dt="2024-09-10T12:06:33.594" v="956" actId="478"/>
          <ac:spMkLst>
            <pc:docMk/>
            <pc:sldMk cId="2309653656" sldId="418"/>
            <ac:spMk id="4" creationId="{8BE7D030-5391-D754-307A-13B339B34C85}"/>
          </ac:spMkLst>
        </pc:spChg>
        <pc:spChg chg="del">
          <ac:chgData name="Fehmida Usmani" userId="1f7d48bb-60b3-4b90-bf30-0f63161838be" providerId="ADAL" clId="{52900533-8FE7-4094-A970-9FE121CAAA8E}" dt="2024-09-10T12:06:35.745" v="957" actId="478"/>
          <ac:spMkLst>
            <pc:docMk/>
            <pc:sldMk cId="2309653656" sldId="418"/>
            <ac:spMk id="5" creationId="{C6853F5D-6C5B-5298-9AE5-1F4F71DA05D4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2:07:28.477" v="1002" actId="20577"/>
        <pc:sldMkLst>
          <pc:docMk/>
          <pc:sldMk cId="2498916190" sldId="419"/>
        </pc:sldMkLst>
        <pc:spChg chg="del">
          <ac:chgData name="Fehmida Usmani" userId="1f7d48bb-60b3-4b90-bf30-0f63161838be" providerId="ADAL" clId="{52900533-8FE7-4094-A970-9FE121CAAA8E}" dt="2024-09-10T12:07:10.195" v="998" actId="478"/>
          <ac:spMkLst>
            <pc:docMk/>
            <pc:sldMk cId="2498916190" sldId="419"/>
            <ac:spMk id="3" creationId="{BD30774E-8DA1-DD5E-386B-867FC8C7DD7E}"/>
          </ac:spMkLst>
        </pc:spChg>
        <pc:spChg chg="add mod">
          <ac:chgData name="Fehmida Usmani" userId="1f7d48bb-60b3-4b90-bf30-0f63161838be" providerId="ADAL" clId="{52900533-8FE7-4094-A970-9FE121CAAA8E}" dt="2024-09-10T12:07:28.477" v="1002" actId="20577"/>
          <ac:spMkLst>
            <pc:docMk/>
            <pc:sldMk cId="2498916190" sldId="419"/>
            <ac:spMk id="4" creationId="{7CDDBED1-FBC2-B86A-B89D-D6C57422A950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0:38:03.979" v="1031" actId="20577"/>
        <pc:sldMkLst>
          <pc:docMk/>
          <pc:sldMk cId="3994973114" sldId="420"/>
        </pc:sldMkLst>
        <pc:spChg chg="add mod">
          <ac:chgData name="Fehmida Usmani" userId="1f7d48bb-60b3-4b90-bf30-0f63161838be" providerId="ADAL" clId="{52900533-8FE7-4094-A970-9FE121CAAA8E}" dt="2024-09-11T00:38:03.979" v="1031" actId="20577"/>
          <ac:spMkLst>
            <pc:docMk/>
            <pc:sldMk cId="3994973114" sldId="420"/>
            <ac:spMk id="3" creationId="{035A05FD-A091-7F57-FF30-8E7A64C46DDC}"/>
          </ac:spMkLst>
        </pc:spChg>
        <pc:spChg chg="mod">
          <ac:chgData name="Fehmida Usmani" userId="1f7d48bb-60b3-4b90-bf30-0f63161838be" providerId="ADAL" clId="{52900533-8FE7-4094-A970-9FE121CAAA8E}" dt="2024-09-11T00:37:04.161" v="1021" actId="14100"/>
          <ac:spMkLst>
            <pc:docMk/>
            <pc:sldMk cId="3994973114" sldId="420"/>
            <ac:spMk id="6" creationId="{C1EC5306-7800-5F78-79E2-9C3C3B48F209}"/>
          </ac:spMkLst>
        </pc:spChg>
        <pc:spChg chg="del">
          <ac:chgData name="Fehmida Usmani" userId="1f7d48bb-60b3-4b90-bf30-0f63161838be" providerId="ADAL" clId="{52900533-8FE7-4094-A970-9FE121CAAA8E}" dt="2024-09-11T00:36:06.545" v="1004" actId="478"/>
          <ac:spMkLst>
            <pc:docMk/>
            <pc:sldMk cId="3994973114" sldId="420"/>
            <ac:spMk id="7" creationId="{D5240765-9E1E-1879-270C-1AE1F05A804C}"/>
          </ac:spMkLst>
        </pc:spChg>
        <pc:spChg chg="del">
          <ac:chgData name="Fehmida Usmani" userId="1f7d48bb-60b3-4b90-bf30-0f63161838be" providerId="ADAL" clId="{52900533-8FE7-4094-A970-9FE121CAAA8E}" dt="2024-09-11T00:36:46.596" v="1019" actId="478"/>
          <ac:spMkLst>
            <pc:docMk/>
            <pc:sldMk cId="3994973114" sldId="420"/>
            <ac:spMk id="8" creationId="{5558F896-0B4B-0FCE-BCEA-9C833AECE0A3}"/>
          </ac:spMkLst>
        </pc:spChg>
      </pc:sldChg>
      <pc:sldChg chg="delSp modSp add mod">
        <pc:chgData name="Fehmida Usmani" userId="1f7d48bb-60b3-4b90-bf30-0f63161838be" providerId="ADAL" clId="{52900533-8FE7-4094-A970-9FE121CAAA8E}" dt="2024-09-11T01:17:58.625" v="1054"/>
        <pc:sldMkLst>
          <pc:docMk/>
          <pc:sldMk cId="353840542" sldId="421"/>
        </pc:sldMkLst>
        <pc:spChg chg="del">
          <ac:chgData name="Fehmida Usmani" userId="1f7d48bb-60b3-4b90-bf30-0f63161838be" providerId="ADAL" clId="{52900533-8FE7-4094-A970-9FE121CAAA8E}" dt="2024-09-11T01:16:59.138" v="1042" actId="478"/>
          <ac:spMkLst>
            <pc:docMk/>
            <pc:sldMk cId="353840542" sldId="421"/>
            <ac:spMk id="5" creationId="{47A11173-E59F-8668-DF60-FDB8A5FEC2C1}"/>
          </ac:spMkLst>
        </pc:spChg>
        <pc:spChg chg="mod">
          <ac:chgData name="Fehmida Usmani" userId="1f7d48bb-60b3-4b90-bf30-0f63161838be" providerId="ADAL" clId="{52900533-8FE7-4094-A970-9FE121CAAA8E}" dt="2024-09-11T01:17:58.625" v="1054"/>
          <ac:spMkLst>
            <pc:docMk/>
            <pc:sldMk cId="353840542" sldId="421"/>
            <ac:spMk id="6" creationId="{FB8ACAD6-7E77-DDE3-F92A-E1A0288C26C9}"/>
          </ac:spMkLst>
        </pc:spChg>
      </pc:sldChg>
      <pc:sldChg chg="delSp modSp add del mod">
        <pc:chgData name="Fehmida Usmani" userId="1f7d48bb-60b3-4b90-bf30-0f63161838be" providerId="ADAL" clId="{52900533-8FE7-4094-A970-9FE121CAAA8E}" dt="2024-09-11T01:21:47.958" v="1071" actId="47"/>
        <pc:sldMkLst>
          <pc:docMk/>
          <pc:sldMk cId="782894177" sldId="422"/>
        </pc:sldMkLst>
        <pc:spChg chg="del">
          <ac:chgData name="Fehmida Usmani" userId="1f7d48bb-60b3-4b90-bf30-0f63161838be" providerId="ADAL" clId="{52900533-8FE7-4094-A970-9FE121CAAA8E}" dt="2024-09-11T01:19:39.019" v="1056" actId="478"/>
          <ac:spMkLst>
            <pc:docMk/>
            <pc:sldMk cId="782894177" sldId="422"/>
            <ac:spMk id="4" creationId="{8BE7D030-5391-D754-307A-13B339B34C85}"/>
          </ac:spMkLst>
        </pc:spChg>
        <pc:spChg chg="mod">
          <ac:chgData name="Fehmida Usmani" userId="1f7d48bb-60b3-4b90-bf30-0f63161838be" providerId="ADAL" clId="{52900533-8FE7-4094-A970-9FE121CAAA8E}" dt="2024-09-11T01:21:22.578" v="1066" actId="255"/>
          <ac:spMkLst>
            <pc:docMk/>
            <pc:sldMk cId="782894177" sldId="422"/>
            <ac:spMk id="5" creationId="{C6853F5D-6C5B-5298-9AE5-1F4F71DA05D4}"/>
          </ac:spMkLst>
        </pc:spChg>
      </pc:sldChg>
      <pc:sldChg chg="modSp add mod">
        <pc:chgData name="Fehmida Usmani" userId="1f7d48bb-60b3-4b90-bf30-0f63161838be" providerId="ADAL" clId="{52900533-8FE7-4094-A970-9FE121CAAA8E}" dt="2024-09-11T01:26:52.645" v="1075" actId="20577"/>
        <pc:sldMkLst>
          <pc:docMk/>
          <pc:sldMk cId="2059971297" sldId="422"/>
        </pc:sldMkLst>
        <pc:spChg chg="mod">
          <ac:chgData name="Fehmida Usmani" userId="1f7d48bb-60b3-4b90-bf30-0f63161838be" providerId="ADAL" clId="{52900533-8FE7-4094-A970-9FE121CAAA8E}" dt="2024-09-11T01:26:52.645" v="1075" actId="20577"/>
          <ac:spMkLst>
            <pc:docMk/>
            <pc:sldMk cId="2059971297" sldId="422"/>
            <ac:spMk id="8" creationId="{4AA6C14E-444A-E20F-4DFC-2A4BD236BB0A}"/>
          </ac:spMkLst>
        </pc:spChg>
      </pc:sldChg>
      <pc:sldChg chg="addSp delSp modSp new del mod">
        <pc:chgData name="Fehmida Usmani" userId="1f7d48bb-60b3-4b90-bf30-0f63161838be" providerId="ADAL" clId="{52900533-8FE7-4094-A970-9FE121CAAA8E}" dt="2024-09-11T01:50:54.637" v="1186" actId="47"/>
        <pc:sldMkLst>
          <pc:docMk/>
          <pc:sldMk cId="2388845110" sldId="423"/>
        </pc:sldMkLst>
        <pc:spChg chg="del">
          <ac:chgData name="Fehmida Usmani" userId="1f7d48bb-60b3-4b90-bf30-0f63161838be" providerId="ADAL" clId="{52900533-8FE7-4094-A970-9FE121CAAA8E}" dt="2024-09-11T01:45:41.053" v="1135" actId="478"/>
          <ac:spMkLst>
            <pc:docMk/>
            <pc:sldMk cId="2388845110" sldId="423"/>
            <ac:spMk id="2" creationId="{78446FA0-7BA7-45BF-12BE-687928746243}"/>
          </ac:spMkLst>
        </pc:spChg>
        <pc:spChg chg="add del mod">
          <ac:chgData name="Fehmida Usmani" userId="1f7d48bb-60b3-4b90-bf30-0f63161838be" providerId="ADAL" clId="{52900533-8FE7-4094-A970-9FE121CAAA8E}" dt="2024-09-11T01:50:51.425" v="1185" actId="47"/>
          <ac:spMkLst>
            <pc:docMk/>
            <pc:sldMk cId="2388845110" sldId="423"/>
            <ac:spMk id="4" creationId="{8EAD4464-9B27-E838-7BAC-69B5AC246FE8}"/>
          </ac:spMkLst>
        </pc:spChg>
        <pc:spChg chg="add del mod">
          <ac:chgData name="Fehmida Usmani" userId="1f7d48bb-60b3-4b90-bf30-0f63161838be" providerId="ADAL" clId="{52900533-8FE7-4094-A970-9FE121CAAA8E}" dt="2024-09-11T01:47:11.314" v="1151" actId="478"/>
          <ac:spMkLst>
            <pc:docMk/>
            <pc:sldMk cId="2388845110" sldId="423"/>
            <ac:spMk id="5" creationId="{BCDA6B99-C67B-712F-4074-F8A124E16488}"/>
          </ac:spMkLst>
        </pc:spChg>
        <pc:spChg chg="add del mod">
          <ac:chgData name="Fehmida Usmani" userId="1f7d48bb-60b3-4b90-bf30-0f63161838be" providerId="ADAL" clId="{52900533-8FE7-4094-A970-9FE121CAAA8E}" dt="2024-09-11T01:46:59.194" v="1148" actId="478"/>
          <ac:spMkLst>
            <pc:docMk/>
            <pc:sldMk cId="2388845110" sldId="423"/>
            <ac:spMk id="6" creationId="{3DA473D2-AB21-831C-2C7D-0CE9F54A1EC3}"/>
          </ac:spMkLst>
        </pc:spChg>
        <pc:spChg chg="add del mod">
          <ac:chgData name="Fehmida Usmani" userId="1f7d48bb-60b3-4b90-bf30-0f63161838be" providerId="ADAL" clId="{52900533-8FE7-4094-A970-9FE121CAAA8E}" dt="2024-09-11T01:47:15.510" v="1154" actId="478"/>
          <ac:spMkLst>
            <pc:docMk/>
            <pc:sldMk cId="2388845110" sldId="423"/>
            <ac:spMk id="7" creationId="{4117DFE9-4EFD-25C3-5CB2-0BB6BB10BFBE}"/>
          </ac:spMkLst>
        </pc:spChg>
        <pc:spChg chg="add del mod">
          <ac:chgData name="Fehmida Usmani" userId="1f7d48bb-60b3-4b90-bf30-0f63161838be" providerId="ADAL" clId="{52900533-8FE7-4094-A970-9FE121CAAA8E}" dt="2024-09-11T01:45:56.644" v="1137" actId="478"/>
          <ac:spMkLst>
            <pc:docMk/>
            <pc:sldMk cId="2388845110" sldId="423"/>
            <ac:spMk id="8" creationId="{35426CD5-737E-9E77-D1DD-D5A0A1072647}"/>
          </ac:spMkLst>
        </pc:spChg>
        <pc:spChg chg="add del mod">
          <ac:chgData name="Fehmida Usmani" userId="1f7d48bb-60b3-4b90-bf30-0f63161838be" providerId="ADAL" clId="{52900533-8FE7-4094-A970-9FE121CAAA8E}" dt="2024-09-11T01:47:12.623" v="1152" actId="478"/>
          <ac:spMkLst>
            <pc:docMk/>
            <pc:sldMk cId="2388845110" sldId="423"/>
            <ac:spMk id="9" creationId="{238B316C-DE49-A3A6-7D09-C0381AB69A64}"/>
          </ac:spMkLst>
        </pc:spChg>
        <pc:spChg chg="add del mod">
          <ac:chgData name="Fehmida Usmani" userId="1f7d48bb-60b3-4b90-bf30-0f63161838be" providerId="ADAL" clId="{52900533-8FE7-4094-A970-9FE121CAAA8E}" dt="2024-09-11T01:47:14.134" v="1153" actId="478"/>
          <ac:spMkLst>
            <pc:docMk/>
            <pc:sldMk cId="2388845110" sldId="423"/>
            <ac:spMk id="10" creationId="{AE147B54-B381-8475-EA4D-F1D8A6E7CE48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1T01:51:33.325" v="1209"/>
        <pc:sldMkLst>
          <pc:docMk/>
          <pc:sldMk cId="2873418379" sldId="423"/>
        </pc:sldMkLst>
        <pc:spChg chg="mod">
          <ac:chgData name="Fehmida Usmani" userId="1f7d48bb-60b3-4b90-bf30-0f63161838be" providerId="ADAL" clId="{52900533-8FE7-4094-A970-9FE121CAAA8E}" dt="2024-09-11T01:51:04.246" v="1208" actId="20577"/>
          <ac:spMkLst>
            <pc:docMk/>
            <pc:sldMk cId="2873418379" sldId="423"/>
            <ac:spMk id="2" creationId="{8435ADDD-468A-47FA-E450-5A4271B770CF}"/>
          </ac:spMkLst>
        </pc:spChg>
        <pc:spChg chg="del">
          <ac:chgData name="Fehmida Usmani" userId="1f7d48bb-60b3-4b90-bf30-0f63161838be" providerId="ADAL" clId="{52900533-8FE7-4094-A970-9FE121CAAA8E}" dt="2024-09-11T01:51:33.325" v="1209"/>
          <ac:spMkLst>
            <pc:docMk/>
            <pc:sldMk cId="2873418379" sldId="423"/>
            <ac:spMk id="3" creationId="{A18F1104-5B42-02B9-21C0-A543E048D4B6}"/>
          </ac:spMkLst>
        </pc:spChg>
        <pc:spChg chg="add mod">
          <ac:chgData name="Fehmida Usmani" userId="1f7d48bb-60b3-4b90-bf30-0f63161838be" providerId="ADAL" clId="{52900533-8FE7-4094-A970-9FE121CAAA8E}" dt="2024-09-11T01:51:33.325" v="1209"/>
          <ac:spMkLst>
            <pc:docMk/>
            <pc:sldMk cId="2873418379" sldId="423"/>
            <ac:spMk id="4" creationId="{593BE0BD-E8C7-0351-2AD8-A33899580737}"/>
          </ac:spMkLst>
        </pc:spChg>
      </pc:sldChg>
      <pc:sldChg chg="addSp delSp modSp new del mod">
        <pc:chgData name="Fehmida Usmani" userId="1f7d48bb-60b3-4b90-bf30-0f63161838be" providerId="ADAL" clId="{52900533-8FE7-4094-A970-9FE121CAAA8E}" dt="2024-09-11T01:45:04.157" v="1131" actId="47"/>
        <pc:sldMkLst>
          <pc:docMk/>
          <pc:sldMk cId="3449462015" sldId="423"/>
        </pc:sldMkLst>
        <pc:spChg chg="mod">
          <ac:chgData name="Fehmida Usmani" userId="1f7d48bb-60b3-4b90-bf30-0f63161838be" providerId="ADAL" clId="{52900533-8FE7-4094-A970-9FE121CAAA8E}" dt="2024-09-11T01:43:27.358" v="1124" actId="20577"/>
          <ac:spMkLst>
            <pc:docMk/>
            <pc:sldMk cId="3449462015" sldId="423"/>
            <ac:spMk id="2" creationId="{7AF45315-1F8A-8B04-7D19-BB82B4F43B9A}"/>
          </ac:spMkLst>
        </pc:spChg>
        <pc:spChg chg="del">
          <ac:chgData name="Fehmida Usmani" userId="1f7d48bb-60b3-4b90-bf30-0f63161838be" providerId="ADAL" clId="{52900533-8FE7-4094-A970-9FE121CAAA8E}" dt="2024-09-11T01:44:30.384" v="1125"/>
          <ac:spMkLst>
            <pc:docMk/>
            <pc:sldMk cId="3449462015" sldId="423"/>
            <ac:spMk id="3" creationId="{B8D93144-9270-863B-7CB0-036648A1CC68}"/>
          </ac:spMkLst>
        </pc:spChg>
        <pc:spChg chg="add mod">
          <ac:chgData name="Fehmida Usmani" userId="1f7d48bb-60b3-4b90-bf30-0f63161838be" providerId="ADAL" clId="{52900533-8FE7-4094-A970-9FE121CAAA8E}" dt="2024-09-11T01:44:41.203" v="1130" actId="20577"/>
          <ac:spMkLst>
            <pc:docMk/>
            <pc:sldMk cId="3449462015" sldId="423"/>
            <ac:spMk id="4" creationId="{ADFCEA75-3B86-ED9E-1E57-98DAC64DD83D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52:01.146" v="1215"/>
        <pc:sldMkLst>
          <pc:docMk/>
          <pc:sldMk cId="1117511890" sldId="424"/>
        </pc:sldMkLst>
        <pc:spChg chg="del">
          <ac:chgData name="Fehmida Usmani" userId="1f7d48bb-60b3-4b90-bf30-0f63161838be" providerId="ADAL" clId="{52900533-8FE7-4094-A970-9FE121CAAA8E}" dt="2024-09-11T01:51:42.753" v="1213" actId="478"/>
          <ac:spMkLst>
            <pc:docMk/>
            <pc:sldMk cId="1117511890" sldId="424"/>
            <ac:spMk id="4" creationId="{593BE0BD-E8C7-0351-2AD8-A33899580737}"/>
          </ac:spMkLst>
        </pc:spChg>
        <pc:spChg chg="add del mod">
          <ac:chgData name="Fehmida Usmani" userId="1f7d48bb-60b3-4b90-bf30-0f63161838be" providerId="ADAL" clId="{52900533-8FE7-4094-A970-9FE121CAAA8E}" dt="2024-09-11T01:52:00.192" v="1214" actId="478"/>
          <ac:spMkLst>
            <pc:docMk/>
            <pc:sldMk cId="1117511890" sldId="424"/>
            <ac:spMk id="7" creationId="{0A229764-4DAA-2E2F-91CC-EA2EC65E40BD}"/>
          </ac:spMkLst>
        </pc:spChg>
        <pc:spChg chg="add mod">
          <ac:chgData name="Fehmida Usmani" userId="1f7d48bb-60b3-4b90-bf30-0f63161838be" providerId="ADAL" clId="{52900533-8FE7-4094-A970-9FE121CAAA8E}" dt="2024-09-11T01:52:01.146" v="1215"/>
          <ac:spMkLst>
            <pc:docMk/>
            <pc:sldMk cId="1117511890" sldId="424"/>
            <ac:spMk id="8" creationId="{4A410D28-95BD-B178-6F66-C3DDD6AB8307}"/>
          </ac:spMkLst>
        </pc:spChg>
        <pc:spChg chg="add mod">
          <ac:chgData name="Fehmida Usmani" userId="1f7d48bb-60b3-4b90-bf30-0f63161838be" providerId="ADAL" clId="{52900533-8FE7-4094-A970-9FE121CAAA8E}" dt="2024-09-11T01:52:01.146" v="1215"/>
          <ac:spMkLst>
            <pc:docMk/>
            <pc:sldMk cId="1117511890" sldId="424"/>
            <ac:spMk id="9" creationId="{535C4BB8-9596-96A4-C28F-2717EF038135}"/>
          </ac:spMkLst>
        </pc:spChg>
        <pc:graphicFrameChg chg="add del modGraphic">
          <ac:chgData name="Fehmida Usmani" userId="1f7d48bb-60b3-4b90-bf30-0f63161838be" providerId="ADAL" clId="{52900533-8FE7-4094-A970-9FE121CAAA8E}" dt="2024-09-11T01:51:39.958" v="1212" actId="478"/>
          <ac:graphicFrameMkLst>
            <pc:docMk/>
            <pc:sldMk cId="1117511890" sldId="424"/>
            <ac:graphicFrameMk id="5" creationId="{042A5F78-53E0-EAD9-7409-50361AA38784}"/>
          </ac:graphicFrameMkLst>
        </pc:graphicFrameChg>
        <pc:picChg chg="add mod">
          <ac:chgData name="Fehmida Usmani" userId="1f7d48bb-60b3-4b90-bf30-0f63161838be" providerId="ADAL" clId="{52900533-8FE7-4094-A970-9FE121CAAA8E}" dt="2024-09-11T01:52:01.146" v="1215"/>
          <ac:picMkLst>
            <pc:docMk/>
            <pc:sldMk cId="1117511890" sldId="424"/>
            <ac:picMk id="10" creationId="{7A6C854A-93E7-6A10-783B-952E9EC303CD}"/>
          </ac:picMkLst>
        </pc:picChg>
        <pc:picChg chg="add mod">
          <ac:chgData name="Fehmida Usmani" userId="1f7d48bb-60b3-4b90-bf30-0f63161838be" providerId="ADAL" clId="{52900533-8FE7-4094-A970-9FE121CAAA8E}" dt="2024-09-11T01:52:01.146" v="1215"/>
          <ac:picMkLst>
            <pc:docMk/>
            <pc:sldMk cId="1117511890" sldId="424"/>
            <ac:picMk id="11" creationId="{4D43B214-2C9C-761D-ECC8-2438AB114BCF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2:54.850" v="1219" actId="478"/>
        <pc:sldMkLst>
          <pc:docMk/>
          <pc:sldMk cId="3547575265" sldId="425"/>
        </pc:sldMkLst>
        <pc:spChg chg="mod">
          <ac:chgData name="Fehmida Usmani" userId="1f7d48bb-60b3-4b90-bf30-0f63161838be" providerId="ADAL" clId="{52900533-8FE7-4094-A970-9FE121CAAA8E}" dt="2024-09-11T01:52:36.946" v="1217"/>
          <ac:spMkLst>
            <pc:docMk/>
            <pc:sldMk cId="3547575265" sldId="425"/>
            <ac:spMk id="2" creationId="{A2D75393-1694-683B-60F5-953AC784E967}"/>
          </ac:spMkLst>
        </pc:spChg>
        <pc:spChg chg="del">
          <ac:chgData name="Fehmida Usmani" userId="1f7d48bb-60b3-4b90-bf30-0f63161838be" providerId="ADAL" clId="{52900533-8FE7-4094-A970-9FE121CAAA8E}" dt="2024-09-11T01:52:54.850" v="1219" actId="478"/>
          <ac:spMkLst>
            <pc:docMk/>
            <pc:sldMk cId="3547575265" sldId="425"/>
            <ac:spMk id="3" creationId="{BDDAF32E-3789-B51C-B7DA-57C7A9AF8536}"/>
          </ac:spMkLst>
        </pc:spChg>
        <pc:spChg chg="add mod">
          <ac:chgData name="Fehmida Usmani" userId="1f7d48bb-60b3-4b90-bf30-0f63161838be" providerId="ADAL" clId="{52900533-8FE7-4094-A970-9FE121CAAA8E}" dt="2024-09-11T01:52:51.496" v="1218"/>
          <ac:spMkLst>
            <pc:docMk/>
            <pc:sldMk cId="3547575265" sldId="425"/>
            <ac:spMk id="4" creationId="{C1115C12-F7D6-AA54-FC62-D0CF88525734}"/>
          </ac:spMkLst>
        </pc:spChg>
        <pc:spChg chg="add mod">
          <ac:chgData name="Fehmida Usmani" userId="1f7d48bb-60b3-4b90-bf30-0f63161838be" providerId="ADAL" clId="{52900533-8FE7-4094-A970-9FE121CAAA8E}" dt="2024-09-11T01:52:51.496" v="1218"/>
          <ac:spMkLst>
            <pc:docMk/>
            <pc:sldMk cId="3547575265" sldId="425"/>
            <ac:spMk id="5" creationId="{25989BB3-C5EE-CE86-1D6B-664703E825B7}"/>
          </ac:spMkLst>
        </pc:spChg>
        <pc:picChg chg="add mod">
          <ac:chgData name="Fehmida Usmani" userId="1f7d48bb-60b3-4b90-bf30-0f63161838be" providerId="ADAL" clId="{52900533-8FE7-4094-A970-9FE121CAAA8E}" dt="2024-09-11T01:52:51.496" v="1218"/>
          <ac:picMkLst>
            <pc:docMk/>
            <pc:sldMk cId="3547575265" sldId="425"/>
            <ac:picMk id="6" creationId="{AF0733B1-6D0A-B773-482E-6502A29F648E}"/>
          </ac:picMkLst>
        </pc:picChg>
        <pc:picChg chg="add mod">
          <ac:chgData name="Fehmida Usmani" userId="1f7d48bb-60b3-4b90-bf30-0f63161838be" providerId="ADAL" clId="{52900533-8FE7-4094-A970-9FE121CAAA8E}" dt="2024-09-11T01:52:51.496" v="1218"/>
          <ac:picMkLst>
            <pc:docMk/>
            <pc:sldMk cId="3547575265" sldId="425"/>
            <ac:picMk id="7" creationId="{95FBF717-49C1-FAB0-25BA-01881B6C34B0}"/>
          </ac:picMkLst>
        </pc:picChg>
      </pc:sldChg>
      <pc:sldChg chg="addSp delSp modSp add mod">
        <pc:chgData name="Fehmida Usmani" userId="1f7d48bb-60b3-4b90-bf30-0f63161838be" providerId="ADAL" clId="{52900533-8FE7-4094-A970-9FE121CAAA8E}" dt="2024-09-11T01:56:23.107" v="1269" actId="20577"/>
        <pc:sldMkLst>
          <pc:docMk/>
          <pc:sldMk cId="248537742" sldId="426"/>
        </pc:sldMkLst>
        <pc:spChg chg="mod">
          <ac:chgData name="Fehmida Usmani" userId="1f7d48bb-60b3-4b90-bf30-0f63161838be" providerId="ADAL" clId="{52900533-8FE7-4094-A970-9FE121CAAA8E}" dt="2024-09-11T01:55:46.499" v="1264" actId="20577"/>
          <ac:spMkLst>
            <pc:docMk/>
            <pc:sldMk cId="248537742" sldId="426"/>
            <ac:spMk id="2" creationId="{A2D75393-1694-683B-60F5-953AC784E967}"/>
          </ac:spMkLst>
        </pc:spChg>
        <pc:spChg chg="add mod">
          <ac:chgData name="Fehmida Usmani" userId="1f7d48bb-60b3-4b90-bf30-0f63161838be" providerId="ADAL" clId="{52900533-8FE7-4094-A970-9FE121CAAA8E}" dt="2024-09-11T01:56:23.107" v="1269" actId="20577"/>
          <ac:spMkLst>
            <pc:docMk/>
            <pc:sldMk cId="248537742" sldId="426"/>
            <ac:spMk id="3" creationId="{325763BC-CCDC-3459-0120-B28DB19D4FCF}"/>
          </ac:spMkLst>
        </pc:spChg>
        <pc:spChg chg="del">
          <ac:chgData name="Fehmida Usmani" userId="1f7d48bb-60b3-4b90-bf30-0f63161838be" providerId="ADAL" clId="{52900533-8FE7-4094-A970-9FE121CAAA8E}" dt="2024-09-11T01:53:16.152" v="1222" actId="478"/>
          <ac:spMkLst>
            <pc:docMk/>
            <pc:sldMk cId="248537742" sldId="426"/>
            <ac:spMk id="4" creationId="{C1115C12-F7D6-AA54-FC62-D0CF88525734}"/>
          </ac:spMkLst>
        </pc:spChg>
        <pc:spChg chg="del">
          <ac:chgData name="Fehmida Usmani" userId="1f7d48bb-60b3-4b90-bf30-0f63161838be" providerId="ADAL" clId="{52900533-8FE7-4094-A970-9FE121CAAA8E}" dt="2024-09-11T01:53:21.237" v="1224" actId="478"/>
          <ac:spMkLst>
            <pc:docMk/>
            <pc:sldMk cId="248537742" sldId="426"/>
            <ac:spMk id="5" creationId="{25989BB3-C5EE-CE86-1D6B-664703E825B7}"/>
          </ac:spMkLst>
        </pc:spChg>
        <pc:picChg chg="del">
          <ac:chgData name="Fehmida Usmani" userId="1f7d48bb-60b3-4b90-bf30-0f63161838be" providerId="ADAL" clId="{52900533-8FE7-4094-A970-9FE121CAAA8E}" dt="2024-09-11T01:53:18.809" v="1223" actId="478"/>
          <ac:picMkLst>
            <pc:docMk/>
            <pc:sldMk cId="248537742" sldId="426"/>
            <ac:picMk id="6" creationId="{AF0733B1-6D0A-B773-482E-6502A29F648E}"/>
          </ac:picMkLst>
        </pc:picChg>
        <pc:picChg chg="del">
          <ac:chgData name="Fehmida Usmani" userId="1f7d48bb-60b3-4b90-bf30-0f63161838be" providerId="ADAL" clId="{52900533-8FE7-4094-A970-9FE121CAAA8E}" dt="2024-09-11T01:53:12.668" v="1221" actId="478"/>
          <ac:picMkLst>
            <pc:docMk/>
            <pc:sldMk cId="248537742" sldId="426"/>
            <ac:picMk id="7" creationId="{95FBF717-49C1-FAB0-25BA-01881B6C34B0}"/>
          </ac:picMkLst>
        </pc:picChg>
        <pc:picChg chg="add mod">
          <ac:chgData name="Fehmida Usmani" userId="1f7d48bb-60b3-4b90-bf30-0f63161838be" providerId="ADAL" clId="{52900533-8FE7-4094-A970-9FE121CAAA8E}" dt="2024-09-11T01:56:08.919" v="1268" actId="1076"/>
          <ac:picMkLst>
            <pc:docMk/>
            <pc:sldMk cId="248537742" sldId="426"/>
            <ac:picMk id="8" creationId="{161A1910-AA79-943D-6E90-826967F3247E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6:54.533" v="1274" actId="20577"/>
        <pc:sldMkLst>
          <pc:docMk/>
          <pc:sldMk cId="589517729" sldId="427"/>
        </pc:sldMkLst>
        <pc:spChg chg="mod">
          <ac:chgData name="Fehmida Usmani" userId="1f7d48bb-60b3-4b90-bf30-0f63161838be" providerId="ADAL" clId="{52900533-8FE7-4094-A970-9FE121CAAA8E}" dt="2024-09-11T01:56:35.672" v="1271"/>
          <ac:spMkLst>
            <pc:docMk/>
            <pc:sldMk cId="589517729" sldId="427"/>
            <ac:spMk id="2" creationId="{82E88745-06D1-F98E-9DBB-32B52602E7B6}"/>
          </ac:spMkLst>
        </pc:spChg>
        <pc:spChg chg="del">
          <ac:chgData name="Fehmida Usmani" userId="1f7d48bb-60b3-4b90-bf30-0f63161838be" providerId="ADAL" clId="{52900533-8FE7-4094-A970-9FE121CAAA8E}" dt="2024-09-11T01:56:50.370" v="1273" actId="478"/>
          <ac:spMkLst>
            <pc:docMk/>
            <pc:sldMk cId="589517729" sldId="427"/>
            <ac:spMk id="3" creationId="{87E801B0-6565-3122-3432-76CE98BFFB6E}"/>
          </ac:spMkLst>
        </pc:spChg>
        <pc:spChg chg="add mod">
          <ac:chgData name="Fehmida Usmani" userId="1f7d48bb-60b3-4b90-bf30-0f63161838be" providerId="ADAL" clId="{52900533-8FE7-4094-A970-9FE121CAAA8E}" dt="2024-09-11T01:56:54.533" v="1274" actId="20577"/>
          <ac:spMkLst>
            <pc:docMk/>
            <pc:sldMk cId="589517729" sldId="427"/>
            <ac:spMk id="4" creationId="{CA4EDE33-D976-1BAE-984D-766C1F2032FE}"/>
          </ac:spMkLst>
        </pc:spChg>
        <pc:picChg chg="add mod">
          <ac:chgData name="Fehmida Usmani" userId="1f7d48bb-60b3-4b90-bf30-0f63161838be" providerId="ADAL" clId="{52900533-8FE7-4094-A970-9FE121CAAA8E}" dt="2024-09-11T01:56:48.279" v="1272"/>
          <ac:picMkLst>
            <pc:docMk/>
            <pc:sldMk cId="589517729" sldId="427"/>
            <ac:picMk id="5" creationId="{F5B7CFD8-B86C-A244-1259-95B0ECB8F3D0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7:26.219" v="1279" actId="14100"/>
        <pc:sldMkLst>
          <pc:docMk/>
          <pc:sldMk cId="4136414197" sldId="428"/>
        </pc:sldMkLst>
        <pc:spChg chg="mod">
          <ac:chgData name="Fehmida Usmani" userId="1f7d48bb-60b3-4b90-bf30-0f63161838be" providerId="ADAL" clId="{52900533-8FE7-4094-A970-9FE121CAAA8E}" dt="2024-09-11T01:57:07.926" v="1276"/>
          <ac:spMkLst>
            <pc:docMk/>
            <pc:sldMk cId="4136414197" sldId="428"/>
            <ac:spMk id="2" creationId="{CE0200FE-C7C3-880E-F947-E5042D567848}"/>
          </ac:spMkLst>
        </pc:spChg>
        <pc:spChg chg="del">
          <ac:chgData name="Fehmida Usmani" userId="1f7d48bb-60b3-4b90-bf30-0f63161838be" providerId="ADAL" clId="{52900533-8FE7-4094-A970-9FE121CAAA8E}" dt="2024-09-11T01:57:21.485" v="1277" actId="478"/>
          <ac:spMkLst>
            <pc:docMk/>
            <pc:sldMk cId="4136414197" sldId="428"/>
            <ac:spMk id="3" creationId="{A4EBCEBC-8156-0623-E95B-A12C388138F9}"/>
          </ac:spMkLst>
        </pc:spChg>
        <pc:spChg chg="add mod">
          <ac:chgData name="Fehmida Usmani" userId="1f7d48bb-60b3-4b90-bf30-0f63161838be" providerId="ADAL" clId="{52900533-8FE7-4094-A970-9FE121CAAA8E}" dt="2024-09-11T01:57:26.219" v="1279" actId="14100"/>
          <ac:spMkLst>
            <pc:docMk/>
            <pc:sldMk cId="4136414197" sldId="428"/>
            <ac:spMk id="4" creationId="{35E68AE5-8223-CCC5-3069-E092B9B25AF2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1T01:57:56.124" v="1284"/>
        <pc:sldMkLst>
          <pc:docMk/>
          <pc:sldMk cId="3128559185" sldId="429"/>
        </pc:sldMkLst>
        <pc:spChg chg="mod">
          <ac:chgData name="Fehmida Usmani" userId="1f7d48bb-60b3-4b90-bf30-0f63161838be" providerId="ADAL" clId="{52900533-8FE7-4094-A970-9FE121CAAA8E}" dt="2024-09-11T01:57:56.124" v="1284"/>
          <ac:spMkLst>
            <pc:docMk/>
            <pc:sldMk cId="3128559185" sldId="429"/>
            <ac:spMk id="2" creationId="{650BF15F-6423-09B9-BBC7-350C3080B0E7}"/>
          </ac:spMkLst>
        </pc:spChg>
        <pc:spChg chg="del">
          <ac:chgData name="Fehmida Usmani" userId="1f7d48bb-60b3-4b90-bf30-0f63161838be" providerId="ADAL" clId="{52900533-8FE7-4094-A970-9FE121CAAA8E}" dt="2024-09-11T01:57:46.065" v="1281" actId="478"/>
          <ac:spMkLst>
            <pc:docMk/>
            <pc:sldMk cId="3128559185" sldId="429"/>
            <ac:spMk id="3" creationId="{4A7B76F6-5CF3-7438-45FF-7E4A456E46E3}"/>
          </ac:spMkLst>
        </pc:spChg>
        <pc:spChg chg="add mod">
          <ac:chgData name="Fehmida Usmani" userId="1f7d48bb-60b3-4b90-bf30-0f63161838be" providerId="ADAL" clId="{52900533-8FE7-4094-A970-9FE121CAAA8E}" dt="2024-09-11T01:57:49.690" v="1283" actId="1076"/>
          <ac:spMkLst>
            <pc:docMk/>
            <pc:sldMk cId="3128559185" sldId="429"/>
            <ac:spMk id="4" creationId="{8B2F3688-5B7A-98E8-A79A-A33FCC465B2B}"/>
          </ac:spMkLst>
        </pc:spChg>
        <pc:spChg chg="add mod">
          <ac:chgData name="Fehmida Usmani" userId="1f7d48bb-60b3-4b90-bf30-0f63161838be" providerId="ADAL" clId="{52900533-8FE7-4094-A970-9FE121CAAA8E}" dt="2024-09-11T01:57:49.690" v="1283" actId="1076"/>
          <ac:spMkLst>
            <pc:docMk/>
            <pc:sldMk cId="3128559185" sldId="429"/>
            <ac:spMk id="5" creationId="{6FF3DBA5-5D82-0B54-49D2-40D135D7A563}"/>
          </ac:spMkLst>
        </pc:spChg>
        <pc:picChg chg="add mod">
          <ac:chgData name="Fehmida Usmani" userId="1f7d48bb-60b3-4b90-bf30-0f63161838be" providerId="ADAL" clId="{52900533-8FE7-4094-A970-9FE121CAAA8E}" dt="2024-09-11T01:57:49.690" v="1283" actId="1076"/>
          <ac:picMkLst>
            <pc:docMk/>
            <pc:sldMk cId="3128559185" sldId="429"/>
            <ac:picMk id="6" creationId="{999CE66F-263A-10DC-C3DE-044A7104D7F8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8:40.960" v="1338" actId="1076"/>
        <pc:sldMkLst>
          <pc:docMk/>
          <pc:sldMk cId="131340743" sldId="430"/>
        </pc:sldMkLst>
        <pc:spChg chg="mod">
          <ac:chgData name="Fehmida Usmani" userId="1f7d48bb-60b3-4b90-bf30-0f63161838be" providerId="ADAL" clId="{52900533-8FE7-4094-A970-9FE121CAAA8E}" dt="2024-09-11T01:58:19.906" v="1335" actId="20577"/>
          <ac:spMkLst>
            <pc:docMk/>
            <pc:sldMk cId="131340743" sldId="430"/>
            <ac:spMk id="2" creationId="{CF44C0B9-D113-1259-7C7F-20D7732DB8CE}"/>
          </ac:spMkLst>
        </pc:spChg>
        <pc:spChg chg="del">
          <ac:chgData name="Fehmida Usmani" userId="1f7d48bb-60b3-4b90-bf30-0f63161838be" providerId="ADAL" clId="{52900533-8FE7-4094-A970-9FE121CAAA8E}" dt="2024-09-11T01:58:36.223" v="1336" actId="478"/>
          <ac:spMkLst>
            <pc:docMk/>
            <pc:sldMk cId="131340743" sldId="430"/>
            <ac:spMk id="3" creationId="{B677724B-0F4C-C56F-91CD-B9C5F8710719}"/>
          </ac:spMkLst>
        </pc:spChg>
        <pc:spChg chg="add mod">
          <ac:chgData name="Fehmida Usmani" userId="1f7d48bb-60b3-4b90-bf30-0f63161838be" providerId="ADAL" clId="{52900533-8FE7-4094-A970-9FE121CAAA8E}" dt="2024-09-11T01:58:40.960" v="1338" actId="1076"/>
          <ac:spMkLst>
            <pc:docMk/>
            <pc:sldMk cId="131340743" sldId="430"/>
            <ac:spMk id="4" creationId="{74011375-8E7C-BC95-E569-849C3DF866C5}"/>
          </ac:spMkLst>
        </pc:spChg>
        <pc:picChg chg="add mod">
          <ac:chgData name="Fehmida Usmani" userId="1f7d48bb-60b3-4b90-bf30-0f63161838be" providerId="ADAL" clId="{52900533-8FE7-4094-A970-9FE121CAAA8E}" dt="2024-09-11T01:58:40.960" v="1338" actId="1076"/>
          <ac:picMkLst>
            <pc:docMk/>
            <pc:sldMk cId="131340743" sldId="430"/>
            <ac:picMk id="5" creationId="{CDB943A0-194C-658E-1761-78ADE7ED38A1}"/>
          </ac:picMkLst>
        </pc:picChg>
      </pc:sldChg>
      <pc:sldChg chg="addSp delSp modSp new mod modAnim">
        <pc:chgData name="Fehmida Usmani" userId="1f7d48bb-60b3-4b90-bf30-0f63161838be" providerId="ADAL" clId="{52900533-8FE7-4094-A970-9FE121CAAA8E}" dt="2024-09-11T01:59:54.459" v="1344"/>
        <pc:sldMkLst>
          <pc:docMk/>
          <pc:sldMk cId="1910637345" sldId="431"/>
        </pc:sldMkLst>
        <pc:spChg chg="mod">
          <ac:chgData name="Fehmida Usmani" userId="1f7d48bb-60b3-4b90-bf30-0f63161838be" providerId="ADAL" clId="{52900533-8FE7-4094-A970-9FE121CAAA8E}" dt="2024-09-11T01:59:54.459" v="1344"/>
          <ac:spMkLst>
            <pc:docMk/>
            <pc:sldMk cId="1910637345" sldId="431"/>
            <ac:spMk id="2" creationId="{BC6EAA0A-DEE2-1A5A-43EE-6A8F2609AA5D}"/>
          </ac:spMkLst>
        </pc:spChg>
        <pc:spChg chg="del">
          <ac:chgData name="Fehmida Usmani" userId="1f7d48bb-60b3-4b90-bf30-0f63161838be" providerId="ADAL" clId="{52900533-8FE7-4094-A970-9FE121CAAA8E}" dt="2024-09-11T01:59:29.833" v="1340"/>
          <ac:spMkLst>
            <pc:docMk/>
            <pc:sldMk cId="1910637345" sldId="431"/>
            <ac:spMk id="3" creationId="{46DF76A9-3F26-6FB1-7D8F-95DE1B72C2A5}"/>
          </ac:spMkLst>
        </pc:spChg>
        <pc:spChg chg="add mod">
          <ac:chgData name="Fehmida Usmani" userId="1f7d48bb-60b3-4b90-bf30-0f63161838be" providerId="ADAL" clId="{52900533-8FE7-4094-A970-9FE121CAAA8E}" dt="2024-09-11T01:59:29.833" v="1340"/>
          <ac:spMkLst>
            <pc:docMk/>
            <pc:sldMk cId="1910637345" sldId="431"/>
            <ac:spMk id="4" creationId="{A3093EF1-CB55-042B-6890-0D034034C290}"/>
          </ac:spMkLst>
        </pc:spChg>
        <pc:spChg chg="add mod">
          <ac:chgData name="Fehmida Usmani" userId="1f7d48bb-60b3-4b90-bf30-0f63161838be" providerId="ADAL" clId="{52900533-8FE7-4094-A970-9FE121CAAA8E}" dt="2024-09-11T01:59:43.184" v="1342" actId="14100"/>
          <ac:spMkLst>
            <pc:docMk/>
            <pc:sldMk cId="1910637345" sldId="431"/>
            <ac:spMk id="5" creationId="{026102E9-05C6-8662-8030-C739585C6818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1T02:00:20.041" v="1347"/>
        <pc:sldMkLst>
          <pc:docMk/>
          <pc:sldMk cId="2403553263" sldId="432"/>
        </pc:sldMkLst>
        <pc:spChg chg="mod">
          <ac:chgData name="Fehmida Usmani" userId="1f7d48bb-60b3-4b90-bf30-0f63161838be" providerId="ADAL" clId="{52900533-8FE7-4094-A970-9FE121CAAA8E}" dt="2024-09-11T02:00:05.723" v="1346"/>
          <ac:spMkLst>
            <pc:docMk/>
            <pc:sldMk cId="2403553263" sldId="432"/>
            <ac:spMk id="2" creationId="{99E208A0-893F-52FC-DC1E-E75B0550BA21}"/>
          </ac:spMkLst>
        </pc:spChg>
        <pc:spChg chg="del">
          <ac:chgData name="Fehmida Usmani" userId="1f7d48bb-60b3-4b90-bf30-0f63161838be" providerId="ADAL" clId="{52900533-8FE7-4094-A970-9FE121CAAA8E}" dt="2024-09-11T02:00:20.041" v="1347"/>
          <ac:spMkLst>
            <pc:docMk/>
            <pc:sldMk cId="2403553263" sldId="432"/>
            <ac:spMk id="3" creationId="{F40C8C4C-C821-9E07-1244-B0DB4FAF854A}"/>
          </ac:spMkLst>
        </pc:spChg>
        <pc:spChg chg="add mod">
          <ac:chgData name="Fehmida Usmani" userId="1f7d48bb-60b3-4b90-bf30-0f63161838be" providerId="ADAL" clId="{52900533-8FE7-4094-A970-9FE121CAAA8E}" dt="2024-09-11T02:00:20.041" v="1347"/>
          <ac:spMkLst>
            <pc:docMk/>
            <pc:sldMk cId="2403553263" sldId="432"/>
            <ac:spMk id="4" creationId="{63611ED9-03B3-EE5E-3358-C282272F578D}"/>
          </ac:spMkLst>
        </pc:spChg>
      </pc:sldChg>
      <pc:sldChg chg="new del">
        <pc:chgData name="Fehmida Usmani" userId="1f7d48bb-60b3-4b90-bf30-0f63161838be" providerId="ADAL" clId="{52900533-8FE7-4094-A970-9FE121CAAA8E}" dt="2024-09-11T02:01:20.336" v="1349" actId="47"/>
        <pc:sldMkLst>
          <pc:docMk/>
          <pc:sldMk cId="3120803362" sldId="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6373D-8E78-43EA-99B1-1209BE6E72D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58D39-4848-4220-8384-1B37F8D1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71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65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20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50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2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6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F5884-014C-D0BE-1A93-C07594608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126F1-7DE7-EDD0-1A80-51E24B9A3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F7DC-1D1E-FB8A-41F1-8A12C846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8E6E9-BF93-4519-0257-19302FFE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30C76-1545-851C-D337-A515CD1D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7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3DBE-F0AE-0B70-85B4-E16ED965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4CA5C-98C0-3A10-5AC8-34E7B058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B307E-9966-DD35-7898-57328263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B3B0-6E3A-D6CD-39EB-D00B8FFB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B118A-59EF-F032-BE88-32113070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8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E66A-3E52-C0C7-7F37-608074C9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727AA-C171-8A00-1744-3D0A2F1F4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EBE7-CE0C-C140-773B-1A5518C3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64C3-4577-33FA-D89C-E5C28C56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38D26-29EC-8F9A-E5D7-FD02C187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4DD2-465A-E341-CE98-C95C65A9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8AAF-533A-39D0-2302-93F36EE14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F02DC-35AA-B605-B144-3C56E7AD0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9A116-D9BF-5D04-242E-414CB629F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712F2-A89D-A3EA-6285-A38E52D4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65E9-FBF9-A41D-ECAE-EE4C7FC6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6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738D-E0EB-1160-10F7-F69C8272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DB1BE-CC97-DA48-D1A8-02E0D8B8A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110DA-B305-CC7F-951B-1F55F0F8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5DB9F-68F3-72E9-FED7-D3CDDC0F2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753C4-627F-570D-6B03-FCC3DE1E6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8245E-1E30-F4DE-BDE3-88D1B7C4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F4146-883D-E2F6-6659-6C1B4CFC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0EBB7-1012-9091-6220-43EA0459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4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7BAD-87FD-1E0D-4A73-813218F2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12CFA-1779-3849-2B13-EF7601B4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3EA59-6644-6E56-1D7D-BA3E9428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9097B-8F3F-CE28-266B-F74749F9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3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4EC602-5727-CC67-6D5E-8D43F3D8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4742E-69A0-BECC-EB58-163FB8FA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62981-5138-B4DE-D35C-14595D25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E629-6418-CDE3-7F69-A00479FE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7569C-E138-56AB-E0B8-606A41D63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F1574-5AA1-00F1-248F-D25D6A000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6056C-8294-A6EC-BA3C-D0DC45F2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F7BE0-2B0A-770C-2D0C-012C7256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EAB2D-4A55-A662-1054-9223CEFB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7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E24E-5DCE-289C-E895-FB84AEB0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2323B-1E1C-8A71-DE2C-0682D02CD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29F59-DC6C-3A4F-32A3-783866097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10664-0A95-7F43-4733-9C54CFC4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D2A8E-080D-7447-0EC9-7A16B02C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D1F61-A342-5094-0A93-DF97483A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4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7619-E3C2-F936-E912-3D1EB9DE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8CCAC-069B-CF24-04F6-4EAE5FFC5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AB43-30EE-9B26-6655-CCF8D267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8221E-D715-0994-0E17-C83488583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86DE3-2F20-90AC-8810-DD040E11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1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CF0AB-F713-EF74-AA22-6CF31E193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A50F1-65B2-E889-5032-205EDC703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977DC-3EFC-25D9-EE7D-C4CC2BEC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77518-881B-4E09-CA07-6B6DCC95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C4CD-1AAC-28C0-F213-856A1D76E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5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9D1C6-90FF-3E92-F511-248FCF65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9FC42-3F79-9292-BCBF-7F8FE0E93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75854-3C7E-B0FB-A171-96E20A31D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6409E-AC81-4EEE-9C37-3C119987D22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F8FCA-6895-99CC-054E-C2407694B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F196-2271-F638-9E84-8A60A8595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10D37D5E-7F81-AFB2-896C-680ABF7E96C1}"/>
              </a:ext>
            </a:extLst>
          </p:cNvPr>
          <p:cNvSpPr txBox="1">
            <a:spLocks/>
          </p:cNvSpPr>
          <p:nvPr/>
        </p:nvSpPr>
        <p:spPr>
          <a:xfrm>
            <a:off x="4075834" y="1334823"/>
            <a:ext cx="7688100" cy="166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032FB-F200-E1DC-7917-01517F6E864B}"/>
              </a:ext>
            </a:extLst>
          </p:cNvPr>
          <p:cNvSpPr txBox="1"/>
          <p:nvPr/>
        </p:nvSpPr>
        <p:spPr>
          <a:xfrm>
            <a:off x="5357352" y="2414748"/>
            <a:ext cx="6098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CS-1005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GCR: e2d2awt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6C14E-444A-E20F-4DFC-2A4BD236BB0A}"/>
              </a:ext>
            </a:extLst>
          </p:cNvPr>
          <p:cNvSpPr txBox="1"/>
          <p:nvPr/>
        </p:nvSpPr>
        <p:spPr>
          <a:xfrm>
            <a:off x="3240959" y="4188231"/>
            <a:ext cx="6098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Lecture-9</a:t>
            </a:r>
          </a:p>
        </p:txBody>
      </p:sp>
    </p:spTree>
    <p:extLst>
      <p:ext uri="{BB962C8B-B14F-4D97-AF65-F5344CB8AC3E}">
        <p14:creationId xmlns:p14="http://schemas.microsoft.com/office/powerpoint/2010/main" val="205997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79DC85D-7604-68DA-D4CC-F9A225FC7139}"/>
              </a:ext>
            </a:extLst>
          </p:cNvPr>
          <p:cNvSpPr txBox="1"/>
          <p:nvPr/>
        </p:nvSpPr>
        <p:spPr>
          <a:xfrm>
            <a:off x="994664" y="1944117"/>
            <a:ext cx="10745052" cy="472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02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Observe that the two statements </a:t>
            </a:r>
            <a:r>
              <a:rPr sz="2400" spc="-450" dirty="0">
                <a:latin typeface="Arial"/>
                <a:cs typeface="Arial"/>
              </a:rPr>
              <a:t>“</a:t>
            </a:r>
            <a:r>
              <a:rPr sz="2400" spc="-450" dirty="0">
                <a:latin typeface="WenQuanYi Micro Hei"/>
                <a:cs typeface="WenQuanYi Micro Hei"/>
              </a:rPr>
              <a:t>∀ </a:t>
            </a:r>
            <a:r>
              <a:rPr lang="en-US" sz="2400" spc="-450" dirty="0">
                <a:latin typeface="WenQuanYi Micro Hei"/>
                <a:cs typeface="WenQuanYi Micro Hei"/>
              </a:rPr>
              <a:t>     </a:t>
            </a:r>
            <a:r>
              <a:rPr sz="2400" spc="-5" dirty="0">
                <a:latin typeface="Arial"/>
                <a:cs typeface="Arial"/>
              </a:rPr>
              <a:t>real numbers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 an integer then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rational” and </a:t>
            </a:r>
            <a:r>
              <a:rPr sz="2400" spc="-450" dirty="0">
                <a:latin typeface="Arial"/>
                <a:cs typeface="Arial"/>
              </a:rPr>
              <a:t>“</a:t>
            </a:r>
            <a:r>
              <a:rPr sz="2400" spc="-450" dirty="0">
                <a:latin typeface="WenQuanYi Micro Hei"/>
                <a:cs typeface="WenQuanYi Micro Hei"/>
              </a:rPr>
              <a:t>∀ </a:t>
            </a:r>
            <a:r>
              <a:rPr lang="en-US" sz="2400" spc="-450" dirty="0">
                <a:latin typeface="WenQuanYi Micro Hei"/>
                <a:cs typeface="WenQuanYi Micro Hei"/>
              </a:rPr>
              <a:t>       </a:t>
            </a:r>
            <a:r>
              <a:rPr sz="2400" spc="-5" dirty="0">
                <a:latin typeface="Arial"/>
                <a:cs typeface="Arial"/>
              </a:rPr>
              <a:t>integers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rational”  mean the same thing.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Both have informal translations “All integers are rational.” </a:t>
            </a:r>
            <a:r>
              <a:rPr sz="2400" dirty="0">
                <a:latin typeface="Arial"/>
                <a:cs typeface="Arial"/>
              </a:rPr>
              <a:t>In  </a:t>
            </a:r>
            <a:r>
              <a:rPr sz="2400" spc="-5" dirty="0">
                <a:latin typeface="Arial"/>
                <a:cs typeface="Arial"/>
              </a:rPr>
              <a:t>fact, a statement of 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r>
              <a:rPr lang="en-US" sz="2400" spc="-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can always be rewritten in the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 dirty="0">
              <a:latin typeface="Arial"/>
              <a:cs typeface="Arial"/>
            </a:endParaRPr>
          </a:p>
          <a:p>
            <a:pPr marL="12700" marR="17716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by narrowing </a:t>
            </a:r>
            <a:r>
              <a:rPr sz="2400" i="1" spc="-5" dirty="0">
                <a:latin typeface="Arial"/>
                <a:cs typeface="Arial"/>
              </a:rPr>
              <a:t>U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be the domain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consisting of all values  of the variable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that make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true.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F71B2A0-5163-C5BA-9A5B-690F7DE605D6}"/>
              </a:ext>
            </a:extLst>
          </p:cNvPr>
          <p:cNvSpPr/>
          <p:nvPr/>
        </p:nvSpPr>
        <p:spPr>
          <a:xfrm>
            <a:off x="3875078" y="4050338"/>
            <a:ext cx="3138309" cy="2585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B890864-3DA6-A532-0580-43E217C1E174}"/>
              </a:ext>
            </a:extLst>
          </p:cNvPr>
          <p:cNvSpPr/>
          <p:nvPr/>
        </p:nvSpPr>
        <p:spPr>
          <a:xfrm>
            <a:off x="4812041" y="5362230"/>
            <a:ext cx="1668269" cy="258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105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E9523C-9F99-D80C-EA91-5EC7B7BC2B16}"/>
              </a:ext>
            </a:extLst>
          </p:cNvPr>
          <p:cNvSpPr txBox="1"/>
          <p:nvPr/>
        </p:nvSpPr>
        <p:spPr>
          <a:xfrm>
            <a:off x="2351516" y="2445562"/>
            <a:ext cx="4854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Conversely, a statement of the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5DC1579-D923-E090-0CC2-49A99517AD0C}"/>
              </a:ext>
            </a:extLst>
          </p:cNvPr>
          <p:cNvSpPr txBox="1"/>
          <p:nvPr/>
        </p:nvSpPr>
        <p:spPr>
          <a:xfrm>
            <a:off x="2351516" y="3762299"/>
            <a:ext cx="2600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can be rewritten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BD65B12-FEAF-FC50-0C29-600600EE17E8}"/>
              </a:ext>
            </a:extLst>
          </p:cNvPr>
          <p:cNvSpPr/>
          <p:nvPr/>
        </p:nvSpPr>
        <p:spPr>
          <a:xfrm>
            <a:off x="5541439" y="3198654"/>
            <a:ext cx="1664261" cy="254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7AEA6C9-E832-FD4B-6864-4828E09B39F8}"/>
              </a:ext>
            </a:extLst>
          </p:cNvPr>
          <p:cNvSpPr/>
          <p:nvPr/>
        </p:nvSpPr>
        <p:spPr>
          <a:xfrm>
            <a:off x="4822633" y="4549503"/>
            <a:ext cx="3126837" cy="2995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5832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CAB15-D01C-B125-B844-84428F8F6F38}"/>
              </a:ext>
            </a:extLst>
          </p:cNvPr>
          <p:cNvSpPr txBox="1"/>
          <p:nvPr/>
        </p:nvSpPr>
        <p:spPr>
          <a:xfrm>
            <a:off x="1253614" y="1905451"/>
            <a:ext cx="952745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Rewrite the following statement in the two forms </a:t>
            </a:r>
            <a:r>
              <a:rPr lang="en-US" sz="28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“∀ </a:t>
            </a:r>
            <a:r>
              <a:rPr lang="en-US" sz="2800" i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u="heavy" spc="-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800" u="heavy" spc="-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“∀</a:t>
            </a:r>
            <a:r>
              <a:rPr lang="en-US" sz="2800" u="heavy" spc="-45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u="heavy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 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squares are</a:t>
            </a:r>
            <a:r>
              <a:rPr lang="en-US"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1384300">
              <a:lnSpc>
                <a:spcPct val="100000"/>
              </a:lnSpc>
              <a:spcBef>
                <a:spcPts val="830"/>
              </a:spcBef>
            </a:pPr>
            <a:r>
              <a:rPr lang="en-US" sz="2800" spc="-300" dirty="0">
                <a:latin typeface="WenQuanYi Micro Hei"/>
                <a:cs typeface="WenQuanYi Micro Hei"/>
              </a:rPr>
              <a:t>∀</a:t>
            </a:r>
            <a:r>
              <a:rPr lang="en-US" sz="2800" i="1" spc="-300" dirty="0">
                <a:latin typeface="Arial"/>
                <a:cs typeface="Arial"/>
              </a:rPr>
              <a:t>x</a:t>
            </a:r>
            <a:r>
              <a:rPr lang="en-US" sz="2800" spc="-300" dirty="0">
                <a:latin typeface="Arial"/>
                <a:cs typeface="Arial"/>
              </a:rPr>
              <a:t>, </a:t>
            </a:r>
            <a:r>
              <a:rPr lang="en-US" sz="2800" spc="-5" dirty="0">
                <a:latin typeface="Arial"/>
                <a:cs typeface="Arial"/>
              </a:rPr>
              <a:t>if </a:t>
            </a:r>
            <a:r>
              <a:rPr lang="en-US" sz="2800" i="1" dirty="0">
                <a:latin typeface="Arial"/>
                <a:cs typeface="Arial"/>
              </a:rPr>
              <a:t>x </a:t>
            </a:r>
            <a:r>
              <a:rPr lang="en-US" sz="2800" spc="-5" dirty="0">
                <a:latin typeface="Arial"/>
                <a:cs typeface="Arial"/>
              </a:rPr>
              <a:t>is a square then </a:t>
            </a:r>
            <a:r>
              <a:rPr lang="en-US" sz="2800" i="1" dirty="0">
                <a:latin typeface="Arial"/>
                <a:cs typeface="Arial"/>
              </a:rPr>
              <a:t>x </a:t>
            </a:r>
            <a:r>
              <a:rPr lang="en-US" sz="2800" spc="-5" dirty="0">
                <a:latin typeface="Arial"/>
                <a:cs typeface="Arial"/>
              </a:rPr>
              <a:t>is a</a:t>
            </a:r>
            <a:r>
              <a:rPr lang="en-US" sz="2800" spc="-75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rectangle.</a:t>
            </a:r>
            <a:endParaRPr lang="en-US" sz="2800" dirty="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1150"/>
              </a:spcBef>
            </a:pPr>
            <a:r>
              <a:rPr lang="en-US" sz="2800" spc="-894" dirty="0">
                <a:latin typeface="WenQuanYi Micro Hei"/>
                <a:cs typeface="WenQuanYi Micro Hei"/>
              </a:rPr>
              <a:t>∀</a:t>
            </a:r>
            <a:r>
              <a:rPr lang="en-US" sz="2800" spc="35" dirty="0">
                <a:latin typeface="WenQuanYi Micro Hei"/>
                <a:cs typeface="WenQuanYi Micro Hei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squares </a:t>
            </a:r>
            <a:r>
              <a:rPr lang="en-US" sz="2800" i="1" dirty="0">
                <a:latin typeface="Arial"/>
                <a:cs typeface="Arial"/>
              </a:rPr>
              <a:t>x</a:t>
            </a:r>
            <a:r>
              <a:rPr lang="en-US" sz="2800" dirty="0">
                <a:latin typeface="Arial"/>
                <a:cs typeface="Arial"/>
              </a:rPr>
              <a:t>, </a:t>
            </a:r>
            <a:r>
              <a:rPr lang="en-US" sz="2800" i="1" dirty="0">
                <a:latin typeface="Arial"/>
                <a:cs typeface="Arial"/>
              </a:rPr>
              <a:t>x </a:t>
            </a:r>
            <a:r>
              <a:rPr lang="en-US" sz="2800" spc="-5" dirty="0">
                <a:latin typeface="Arial"/>
                <a:cs typeface="Arial"/>
              </a:rPr>
              <a:t>is a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rectangle.</a:t>
            </a:r>
            <a:endParaRPr lang="en-US" sz="2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7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CA06D2A-907C-F988-F679-2BC32BD2D274}"/>
              </a:ext>
            </a:extLst>
          </p:cNvPr>
          <p:cNvSpPr txBox="1"/>
          <p:nvPr/>
        </p:nvSpPr>
        <p:spPr>
          <a:xfrm>
            <a:off x="993140" y="1944117"/>
            <a:ext cx="10053402" cy="39708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Similarly, a statement of the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endParaRPr sz="2400" dirty="0">
              <a:latin typeface="Arial"/>
              <a:cs typeface="Arial"/>
            </a:endParaRPr>
          </a:p>
          <a:p>
            <a:pPr marL="12700" marR="791210" indent="1828800">
              <a:lnSpc>
                <a:spcPct val="240000"/>
              </a:lnSpc>
            </a:pPr>
            <a:r>
              <a:rPr sz="2400" spc="-335" dirty="0">
                <a:latin typeface="Arial"/>
                <a:cs typeface="Arial"/>
              </a:rPr>
              <a:t>“</a:t>
            </a:r>
            <a:r>
              <a:rPr sz="2400" spc="-335" dirty="0">
                <a:latin typeface="WenQuanYi Micro Hei"/>
                <a:cs typeface="WenQuanYi Micro Hei"/>
              </a:rPr>
              <a:t>∃</a:t>
            </a:r>
            <a:r>
              <a:rPr lang="en-US" sz="2400" spc="-335" dirty="0">
                <a:latin typeface="WenQuanYi Micro Hei"/>
                <a:cs typeface="WenQuanYi Micro Hei"/>
              </a:rPr>
              <a:t>  </a:t>
            </a:r>
            <a:r>
              <a:rPr sz="2400" i="1" spc="-335" dirty="0">
                <a:latin typeface="Arial"/>
                <a:cs typeface="Arial"/>
              </a:rPr>
              <a:t>x </a:t>
            </a:r>
            <a:r>
              <a:rPr lang="en-US" sz="2400" i="1" spc="-335" dirty="0">
                <a:latin typeface="Arial"/>
                <a:cs typeface="Arial"/>
              </a:rPr>
              <a:t>  </a:t>
            </a:r>
            <a:r>
              <a:rPr sz="2400" spc="-5" dirty="0">
                <a:latin typeface="Arial"/>
                <a:cs typeface="Arial"/>
              </a:rPr>
              <a:t>such that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 and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)”  </a:t>
            </a:r>
            <a:endParaRPr lang="en-US" sz="2400" dirty="0">
              <a:latin typeface="Arial"/>
              <a:cs typeface="Arial"/>
            </a:endParaRPr>
          </a:p>
          <a:p>
            <a:pPr marL="12700" marR="791210" indent="1828800">
              <a:lnSpc>
                <a:spcPct val="240000"/>
              </a:lnSpc>
            </a:pPr>
            <a:r>
              <a:rPr sz="2400" spc="-5" dirty="0">
                <a:latin typeface="Arial"/>
                <a:cs typeface="Arial"/>
              </a:rPr>
              <a:t>can be rewritten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62585" algn="ctr">
              <a:lnSpc>
                <a:spcPct val="100000"/>
              </a:lnSpc>
            </a:pPr>
            <a:r>
              <a:rPr sz="2400" spc="-335" dirty="0">
                <a:latin typeface="Arial"/>
                <a:cs typeface="Arial"/>
              </a:rPr>
              <a:t>“</a:t>
            </a:r>
            <a:r>
              <a:rPr sz="2400" spc="-335" dirty="0">
                <a:latin typeface="WenQuanYi Micro Hei"/>
                <a:cs typeface="WenQuanYi Micro Hei"/>
              </a:rPr>
              <a:t>∃</a:t>
            </a:r>
            <a:r>
              <a:rPr lang="en-US" sz="2400" spc="-335" dirty="0">
                <a:latin typeface="WenQuanYi Micro Hei"/>
                <a:cs typeface="WenQuanYi Micro Hei"/>
              </a:rPr>
              <a:t>      </a:t>
            </a:r>
            <a:r>
              <a:rPr sz="2400" i="1" spc="-335" dirty="0">
                <a:latin typeface="Arial"/>
                <a:cs typeface="Arial"/>
              </a:rPr>
              <a:t>x </a:t>
            </a:r>
            <a:r>
              <a:rPr sz="2400" i="1" spc="-5" dirty="0">
                <a:latin typeface="Arial"/>
                <a:cs typeface="Arial"/>
              </a:rPr>
              <a:t>εD </a:t>
            </a:r>
            <a:r>
              <a:rPr sz="2400" spc="-5" dirty="0">
                <a:latin typeface="Arial"/>
                <a:cs typeface="Arial"/>
              </a:rPr>
              <a:t>such that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),”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where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is the set of all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for which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 is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true.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72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C7D806B-CAAC-0520-687A-D5430FD69AC1}"/>
              </a:ext>
            </a:extLst>
          </p:cNvPr>
          <p:cNvSpPr txBox="1"/>
          <p:nvPr/>
        </p:nvSpPr>
        <p:spPr>
          <a:xfrm>
            <a:off x="993140" y="1944117"/>
            <a:ext cx="9891170" cy="4583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b="1" spc="-5" dirty="0">
                <a:latin typeface="Arial"/>
                <a:cs typeface="Arial"/>
              </a:rPr>
              <a:t>prime number </a:t>
            </a:r>
            <a:r>
              <a:rPr sz="2400" spc="-5" dirty="0">
                <a:latin typeface="Arial"/>
                <a:cs typeface="Arial"/>
              </a:rPr>
              <a:t>is an integer greater than 1 whose only  positive integer factors are itself and 1. Consider the  statement “There is an integer that is both prime and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even.”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461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Let 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be “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prime” and 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be “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even.”  Use the notation 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and 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rewrite this  statement in the following two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  <a:tabLst>
                <a:tab pos="351155" algn="l"/>
                <a:tab pos="3201035" algn="l"/>
                <a:tab pos="455993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    </a:t>
            </a:r>
            <a:r>
              <a:rPr sz="2400" i="1" spc="-500" dirty="0">
                <a:latin typeface="Arial"/>
                <a:cs typeface="Arial"/>
              </a:rPr>
              <a:t>n   </a:t>
            </a:r>
            <a:r>
              <a:rPr sz="2400" i="1" spc="-4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such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u="heavy" spc="-985" dirty="0">
                <a:uFill>
                  <a:solidFill>
                    <a:srgbClr val="000000"/>
                  </a:solidFill>
                </a:uFill>
                <a:latin typeface="WenQuanYi Micro Hei"/>
                <a:cs typeface="WenQuanYi Micro Hei"/>
              </a:rPr>
              <a:t> 	</a:t>
            </a:r>
            <a:r>
              <a:rPr sz="240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  <a:tab pos="1717675" algn="l"/>
                <a:tab pos="4323715" algn="l"/>
              </a:tabLst>
            </a:pP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u="heavy" spc="-994" dirty="0">
                <a:uFill>
                  <a:solidFill>
                    <a:srgbClr val="000000"/>
                  </a:solidFill>
                </a:uFill>
                <a:latin typeface="WenQuanYi Micro Hei"/>
                <a:cs typeface="WenQuanYi Micro Hei"/>
              </a:rPr>
              <a:t> 	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such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240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916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59E8B15-1985-9838-079A-4A50E033D5C7}"/>
              </a:ext>
            </a:extLst>
          </p:cNvPr>
          <p:cNvSpPr txBox="1"/>
          <p:nvPr/>
        </p:nvSpPr>
        <p:spPr>
          <a:xfrm>
            <a:off x="993140" y="1944117"/>
            <a:ext cx="7677150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</a:t>
            </a:r>
            <a:r>
              <a:rPr sz="2400" i="1" spc="-500" dirty="0">
                <a:latin typeface="Arial"/>
                <a:cs typeface="Arial"/>
              </a:rPr>
              <a:t>n </a:t>
            </a:r>
            <a:r>
              <a:rPr lang="en-US" sz="2400" i="1" spc="-500" dirty="0">
                <a:latin typeface="Arial"/>
                <a:cs typeface="Arial"/>
              </a:rPr>
              <a:t>       </a:t>
            </a:r>
            <a:r>
              <a:rPr sz="2400" spc="-5" dirty="0">
                <a:latin typeface="Arial"/>
                <a:cs typeface="Arial"/>
              </a:rPr>
              <a:t>such that 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 </a:t>
            </a:r>
            <a:r>
              <a:rPr sz="2400" spc="-5" dirty="0">
                <a:latin typeface="Arial"/>
                <a:cs typeface="Arial"/>
              </a:rPr>
              <a:t>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Two answers: </a:t>
            </a: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lang="en-US" sz="2400" spc="40" dirty="0">
                <a:latin typeface="WenQuanYi Micro Hei"/>
                <a:cs typeface="WenQuanYi Micro Hei"/>
              </a:rPr>
              <a:t>   </a:t>
            </a:r>
            <a:r>
              <a:rPr sz="2400" spc="-5" dirty="0">
                <a:latin typeface="Arial"/>
                <a:cs typeface="Arial"/>
              </a:rPr>
              <a:t>a prime number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such that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 marL="2283460">
              <a:lnSpc>
                <a:spcPct val="100000"/>
              </a:lnSpc>
              <a:spcBef>
                <a:spcPts val="575"/>
              </a:spcBef>
            </a:pP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25" dirty="0">
                <a:latin typeface="WenQuanYi Micro Hei"/>
                <a:cs typeface="WenQuanYi Micro Hei"/>
              </a:rPr>
              <a:t> </a:t>
            </a:r>
            <a:r>
              <a:rPr lang="en-US" sz="2400" spc="2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an even number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such that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32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EA67-0138-C52B-DEDF-E42FC1F8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Quantification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3BD4441-E06E-EEB2-4317-86A0B90F64D4}"/>
              </a:ext>
            </a:extLst>
          </p:cNvPr>
          <p:cNvSpPr txBox="1"/>
          <p:nvPr/>
        </p:nvSpPr>
        <p:spPr>
          <a:xfrm>
            <a:off x="955040" y="1944117"/>
            <a:ext cx="10515600" cy="45679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Mathematical writing contains many </a:t>
            </a:r>
            <a:r>
              <a:rPr sz="2400" spc="-10" dirty="0">
                <a:latin typeface="Arial"/>
                <a:cs typeface="Arial"/>
              </a:rPr>
              <a:t>examples </a:t>
            </a:r>
            <a:r>
              <a:rPr sz="2400" spc="-5" dirty="0">
                <a:latin typeface="Arial"/>
                <a:cs typeface="Arial"/>
              </a:rPr>
              <a:t>of implicitly  quantified statements. Some occur, through the presence  of the word </a:t>
            </a:r>
            <a:r>
              <a:rPr sz="2400" i="1" spc="-5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or </a:t>
            </a:r>
            <a:r>
              <a:rPr sz="2400" i="1" spc="-5" dirty="0">
                <a:latin typeface="Arial"/>
                <a:cs typeface="Arial"/>
              </a:rPr>
              <a:t>an</a:t>
            </a:r>
            <a:r>
              <a:rPr sz="2400" spc="-5" dirty="0">
                <a:latin typeface="Arial"/>
                <a:cs typeface="Arial"/>
              </a:rPr>
              <a:t>. Others occur in cases where the  general context of a sentence supplies part of its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meaning.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50800" marR="29527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For </a:t>
            </a:r>
            <a:r>
              <a:rPr sz="2400" spc="-10" dirty="0">
                <a:latin typeface="Arial"/>
                <a:cs typeface="Arial"/>
              </a:rPr>
              <a:t>example, </a:t>
            </a:r>
            <a:r>
              <a:rPr sz="2400" spc="-5" dirty="0">
                <a:latin typeface="Arial"/>
                <a:cs typeface="Arial"/>
              </a:rPr>
              <a:t>in an algebra course in which the letter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 always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indicate a real number, the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predicate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165100"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&gt; </a:t>
            </a:r>
            <a:r>
              <a:rPr sz="2400" spc="-5" dirty="0">
                <a:latin typeface="Arial"/>
                <a:cs typeface="Arial"/>
              </a:rPr>
              <a:t>2 then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is interpreted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mean the same as the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statement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"/>
              <a:cs typeface="Arial"/>
            </a:endParaRPr>
          </a:p>
          <a:p>
            <a:pPr marL="165735" algn="ctr">
              <a:lnSpc>
                <a:spcPct val="100000"/>
              </a:lnSpc>
            </a:pP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real numbers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&gt; </a:t>
            </a:r>
            <a:r>
              <a:rPr sz="2400" spc="-5" dirty="0">
                <a:latin typeface="Arial"/>
                <a:cs typeface="Arial"/>
              </a:rPr>
              <a:t>2 then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8552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EA67-0138-C52B-DEDF-E42FC1F8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Quantification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5974846-6277-913A-3065-3AF7D48719EE}"/>
              </a:ext>
            </a:extLst>
          </p:cNvPr>
          <p:cNvSpPr txBox="1"/>
          <p:nvPr/>
        </p:nvSpPr>
        <p:spPr>
          <a:xfrm>
            <a:off x="981963" y="1944117"/>
            <a:ext cx="8884707" cy="2336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6254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Mathematicians often use a double arrow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indicate  implicit quantification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symbolically.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For instance, they might express the above statement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"/>
              <a:cs typeface="Arial"/>
            </a:endParaRPr>
          </a:p>
          <a:p>
            <a:pPr marL="384810" algn="ctr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&gt; </a:t>
            </a:r>
            <a:r>
              <a:rPr sz="2400" spc="-5" dirty="0">
                <a:latin typeface="Arial"/>
                <a:cs typeface="Arial"/>
              </a:rPr>
              <a:t>2 </a:t>
            </a:r>
            <a:r>
              <a:rPr sz="2400" spc="-325" dirty="0">
                <a:latin typeface="WenQuanYi Micro Hei"/>
                <a:cs typeface="WenQuanYi Micro Hei"/>
              </a:rPr>
              <a:t>⇒ 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6C79412-B641-70A4-B301-B48967431311}"/>
              </a:ext>
            </a:extLst>
          </p:cNvPr>
          <p:cNvSpPr/>
          <p:nvPr/>
        </p:nvSpPr>
        <p:spPr>
          <a:xfrm>
            <a:off x="859536" y="4413503"/>
            <a:ext cx="9611292" cy="2470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576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945022B-AB18-A2B7-5FEF-A64A9D2457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Tarski’s World is a computer program developed by  information scientists Jon Barwise and John Etchemendy 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help teach the principles of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logic.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is described in their book </a:t>
            </a:r>
            <a:r>
              <a:rPr sz="2400" i="1" spc="-5" dirty="0">
                <a:latin typeface="Arial"/>
                <a:cs typeface="Arial"/>
              </a:rPr>
              <a:t>The Language of First-Order  Logic</a:t>
            </a:r>
            <a:r>
              <a:rPr sz="2400" spc="-5" dirty="0">
                <a:latin typeface="Arial"/>
                <a:cs typeface="Arial"/>
              </a:rPr>
              <a:t>, which is accompanied by a CD-Rom containing the  program Tarski’s World, named after the great logician  Alfred Tarski.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87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17AB742-4E78-BC60-A929-6773F4A7A6CA}"/>
              </a:ext>
            </a:extLst>
          </p:cNvPr>
          <p:cNvSpPr/>
          <p:nvPr/>
        </p:nvSpPr>
        <p:spPr>
          <a:xfrm>
            <a:off x="7300585" y="1690688"/>
            <a:ext cx="4162766" cy="314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CAEA056-F003-887C-EDC9-CA4A2EDBE82B}"/>
              </a:ext>
            </a:extLst>
          </p:cNvPr>
          <p:cNvSpPr txBox="1">
            <a:spLocks/>
          </p:cNvSpPr>
          <p:nvPr/>
        </p:nvSpPr>
        <p:spPr>
          <a:xfrm>
            <a:off x="978391" y="1690688"/>
            <a:ext cx="5117609" cy="4752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The configuration can be described using logical operators  and—for the two-dimensional version—notation such as  Triangle(</a:t>
            </a:r>
            <a:r>
              <a:rPr lang="en-US" i="1" spc="-5" dirty="0">
                <a:latin typeface="Arial"/>
                <a:cs typeface="Arial"/>
              </a:rPr>
              <a:t>x</a:t>
            </a:r>
            <a:r>
              <a:rPr lang="en-US" spc="-5" dirty="0"/>
              <a:t>), meaning </a:t>
            </a:r>
            <a:r>
              <a:rPr lang="en-US" dirty="0"/>
              <a:t>“</a:t>
            </a:r>
            <a:r>
              <a:rPr lang="en-US" i="1" dirty="0">
                <a:latin typeface="Arial"/>
                <a:cs typeface="Arial"/>
              </a:rPr>
              <a:t>x </a:t>
            </a:r>
            <a:r>
              <a:rPr lang="en-US" spc="-5" dirty="0"/>
              <a:t>is a triangle,” Blue(</a:t>
            </a:r>
            <a:r>
              <a:rPr lang="en-US" i="1" spc="-5" dirty="0">
                <a:latin typeface="Arial"/>
                <a:cs typeface="Arial"/>
              </a:rPr>
              <a:t>y</a:t>
            </a:r>
            <a:r>
              <a:rPr lang="en-US" spc="-5" dirty="0"/>
              <a:t>), meaning </a:t>
            </a:r>
            <a:r>
              <a:rPr lang="en-US" dirty="0"/>
              <a:t>“</a:t>
            </a:r>
            <a:r>
              <a:rPr lang="en-US" i="1" dirty="0">
                <a:latin typeface="Arial"/>
                <a:cs typeface="Arial"/>
              </a:rPr>
              <a:t>y </a:t>
            </a:r>
            <a:r>
              <a:rPr lang="en-US" spc="-5" dirty="0"/>
              <a:t>is  blue,” and </a:t>
            </a:r>
            <a:r>
              <a:rPr lang="en-US" spc="-5" dirty="0" err="1"/>
              <a:t>RightOf</a:t>
            </a:r>
            <a:r>
              <a:rPr lang="en-US" spc="-5" dirty="0"/>
              <a:t>(</a:t>
            </a:r>
            <a:r>
              <a:rPr lang="en-US" i="1" spc="-5" dirty="0">
                <a:latin typeface="Arial"/>
                <a:cs typeface="Arial"/>
              </a:rPr>
              <a:t>x</a:t>
            </a:r>
            <a:r>
              <a:rPr lang="en-US" spc="-5" dirty="0"/>
              <a:t>, </a:t>
            </a:r>
            <a:r>
              <a:rPr lang="en-US" i="1" dirty="0">
                <a:latin typeface="Arial"/>
                <a:cs typeface="Arial"/>
              </a:rPr>
              <a:t>y</a:t>
            </a:r>
            <a:r>
              <a:rPr lang="en-US" dirty="0"/>
              <a:t>), </a:t>
            </a:r>
            <a:r>
              <a:rPr lang="en-US" spc="-5" dirty="0"/>
              <a:t>meaning </a:t>
            </a:r>
            <a:r>
              <a:rPr lang="en-US" dirty="0"/>
              <a:t>“</a:t>
            </a:r>
            <a:r>
              <a:rPr lang="en-US" i="1" dirty="0">
                <a:latin typeface="Arial"/>
                <a:cs typeface="Arial"/>
              </a:rPr>
              <a:t>x </a:t>
            </a:r>
            <a:r>
              <a:rPr lang="en-US" spc="-5" dirty="0"/>
              <a:t>is </a:t>
            </a:r>
            <a:r>
              <a:rPr lang="en-US" dirty="0"/>
              <a:t>to </a:t>
            </a:r>
            <a:r>
              <a:rPr lang="en-US" spc="-5" dirty="0"/>
              <a:t>the right of </a:t>
            </a:r>
            <a:r>
              <a:rPr lang="en-US" i="1" dirty="0">
                <a:latin typeface="Arial"/>
                <a:cs typeface="Arial"/>
              </a:rPr>
              <a:t>y </a:t>
            </a:r>
            <a:r>
              <a:rPr lang="en-US" spc="-5" dirty="0"/>
              <a:t>(but  possibly in a different row).” Individual objects can be given  names such as </a:t>
            </a:r>
            <a:r>
              <a:rPr lang="en-US" i="1" spc="-5" dirty="0">
                <a:latin typeface="Arial"/>
                <a:cs typeface="Arial"/>
              </a:rPr>
              <a:t>a</a:t>
            </a:r>
            <a:r>
              <a:rPr lang="en-US" spc="-5" dirty="0"/>
              <a:t>, </a:t>
            </a:r>
            <a:r>
              <a:rPr lang="en-US" i="1" spc="-5" dirty="0">
                <a:latin typeface="Arial"/>
                <a:cs typeface="Arial"/>
              </a:rPr>
              <a:t>b</a:t>
            </a:r>
            <a:r>
              <a:rPr lang="en-US" spc="-5" dirty="0"/>
              <a:t>, or</a:t>
            </a:r>
            <a:r>
              <a:rPr lang="en-US" spc="10" dirty="0"/>
              <a:t> </a:t>
            </a:r>
            <a:r>
              <a:rPr lang="en-US" i="1" dirty="0">
                <a:latin typeface="Arial"/>
                <a:cs typeface="Arial"/>
              </a:rPr>
              <a:t>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61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1D3035B-A843-0182-6031-C333346CFCB8}"/>
              </a:ext>
            </a:extLst>
          </p:cNvPr>
          <p:cNvSpPr txBox="1"/>
          <p:nvPr/>
        </p:nvSpPr>
        <p:spPr>
          <a:xfrm>
            <a:off x="993140" y="1944117"/>
            <a:ext cx="10515600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Determine the truth or falsity of each of the following  statements. The domain for all variables is the set of  objects in the Tarski world shown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above.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buFont typeface="Arial"/>
              <a:buAutoNum type="alphaLcPeriod"/>
              <a:tabLst>
                <a:tab pos="351155" algn="l"/>
              </a:tabLst>
            </a:pPr>
            <a:r>
              <a:rPr sz="2400" spc="-300" dirty="0">
                <a:latin typeface="WenQuanYi Micro Hei"/>
                <a:cs typeface="WenQuanYi Micro Hei"/>
              </a:rPr>
              <a:t>∀</a:t>
            </a:r>
            <a:r>
              <a:rPr lang="en-US" sz="2400" spc="-300" dirty="0">
                <a:latin typeface="WenQuanYi Micro Hei"/>
                <a:cs typeface="WenQuanYi Micro Hei"/>
              </a:rPr>
              <a:t>   </a:t>
            </a:r>
            <a:r>
              <a:rPr sz="2400" i="1" spc="-300" dirty="0">
                <a:latin typeface="Arial"/>
                <a:cs typeface="Arial"/>
              </a:rPr>
              <a:t>t</a:t>
            </a:r>
            <a:r>
              <a:rPr sz="2400" spc="-300" dirty="0">
                <a:latin typeface="Arial"/>
                <a:cs typeface="Arial"/>
              </a:rPr>
              <a:t>, </a:t>
            </a:r>
            <a:r>
              <a:rPr lang="en-US" sz="2400" spc="-3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Triangle(</a:t>
            </a:r>
            <a:r>
              <a:rPr sz="2400" i="1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→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Blue(</a:t>
            </a:r>
            <a:r>
              <a:rPr sz="2400" i="1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66395" algn="l"/>
              </a:tabLst>
            </a:pPr>
            <a:r>
              <a:rPr sz="2400" spc="-300" dirty="0">
                <a:latin typeface="WenQuanYi Micro Hei"/>
                <a:cs typeface="WenQuanYi Micro Hei"/>
              </a:rPr>
              <a:t>∀</a:t>
            </a:r>
            <a:r>
              <a:rPr lang="en-US" sz="2400" spc="-300" dirty="0">
                <a:latin typeface="WenQuanYi Micro Hei"/>
                <a:cs typeface="WenQuanYi Micro Hei"/>
              </a:rPr>
              <a:t>  </a:t>
            </a:r>
            <a:r>
              <a:rPr sz="2400" i="1" spc="-300" dirty="0">
                <a:latin typeface="Arial"/>
                <a:cs typeface="Arial"/>
              </a:rPr>
              <a:t>x</a:t>
            </a:r>
            <a:r>
              <a:rPr sz="2400" spc="-300" dirty="0">
                <a:latin typeface="Arial"/>
                <a:cs typeface="Arial"/>
              </a:rPr>
              <a:t>,</a:t>
            </a:r>
            <a:r>
              <a:rPr lang="en-US" sz="2400" spc="-300" dirty="0">
                <a:latin typeface="Arial"/>
                <a:cs typeface="Arial"/>
              </a:rPr>
              <a:t> 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Blue(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→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Triangle(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spcBef>
                <a:spcPts val="58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</a:t>
            </a:r>
            <a:r>
              <a:rPr sz="2400" i="1" spc="-500" dirty="0">
                <a:latin typeface="Arial"/>
                <a:cs typeface="Arial"/>
              </a:rPr>
              <a:t>y</a:t>
            </a:r>
            <a:r>
              <a:rPr lang="en-US" sz="2400" i="1" spc="-500" dirty="0">
                <a:latin typeface="Arial"/>
                <a:cs typeface="Arial"/>
              </a:rPr>
              <a:t>     </a:t>
            </a:r>
            <a:r>
              <a:rPr sz="2400" i="1" spc="-5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such that 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spc="30" dirty="0">
                <a:latin typeface="WenQuanYi Micro Hei"/>
                <a:cs typeface="WenQuanYi Micro Hei"/>
              </a:rPr>
              <a:t> </a:t>
            </a:r>
            <a:r>
              <a:rPr lang="en-US" sz="2400" spc="30" dirty="0">
                <a:latin typeface="WenQuanYi Micro Hei"/>
                <a:cs typeface="WenQuanYi Micro Hei"/>
              </a:rPr>
              <a:t>  </a:t>
            </a:r>
            <a:r>
              <a:rPr sz="2400" spc="-5" dirty="0" err="1">
                <a:latin typeface="Arial"/>
                <a:cs typeface="Arial"/>
              </a:rPr>
              <a:t>RightOf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).</a:t>
            </a:r>
          </a:p>
          <a:p>
            <a:pPr marL="365760" indent="-35369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6639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</a:t>
            </a:r>
            <a:r>
              <a:rPr sz="2400" i="1" spc="-500" dirty="0">
                <a:latin typeface="Arial"/>
                <a:cs typeface="Arial"/>
              </a:rPr>
              <a:t>z </a:t>
            </a:r>
            <a:r>
              <a:rPr lang="en-US" sz="2400" i="1" spc="-500" dirty="0">
                <a:latin typeface="Arial"/>
                <a:cs typeface="Arial"/>
              </a:rPr>
              <a:t>           </a:t>
            </a:r>
            <a:r>
              <a:rPr sz="2400" spc="-5" dirty="0">
                <a:latin typeface="Arial"/>
                <a:cs typeface="Arial"/>
              </a:rPr>
              <a:t>such that Square(</a:t>
            </a:r>
            <a:r>
              <a:rPr sz="2400" i="1" spc="-5" dirty="0">
                <a:latin typeface="Arial"/>
                <a:cs typeface="Arial"/>
              </a:rPr>
              <a:t>z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Gray(</a:t>
            </a:r>
            <a:r>
              <a:rPr sz="2400" i="1" spc="-5" dirty="0">
                <a:latin typeface="Arial"/>
                <a:cs typeface="Arial"/>
              </a:rPr>
              <a:t>z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E920144-140C-33E6-2E4B-27C44D5DD66C}"/>
              </a:ext>
            </a:extLst>
          </p:cNvPr>
          <p:cNvSpPr/>
          <p:nvPr/>
        </p:nvSpPr>
        <p:spPr>
          <a:xfrm>
            <a:off x="6887631" y="2886539"/>
            <a:ext cx="4162766" cy="314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3849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619DF05-174C-3733-704B-DFC2C488DD4B}"/>
              </a:ext>
            </a:extLst>
          </p:cNvPr>
          <p:cNvSpPr txBox="1"/>
          <p:nvPr/>
        </p:nvSpPr>
        <p:spPr>
          <a:xfrm>
            <a:off x="993140" y="1944117"/>
            <a:ext cx="9979660" cy="3844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"/>
                <a:cs typeface="Arial"/>
              </a:rPr>
              <a:t>This statement is true: All the triangles are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blue.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This statement is false. As a counterexample, note that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is blue and it is not a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triangle.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51155" marR="220979" indent="-351155">
              <a:lnSpc>
                <a:spcPct val="100000"/>
              </a:lnSpc>
              <a:spcBef>
                <a:spcPts val="5"/>
              </a:spcBef>
              <a:buFont typeface="Arial"/>
              <a:buAutoNum type="alphaLcPeriod" startAt="3"/>
              <a:tabLst>
                <a:tab pos="351155" algn="l"/>
              </a:tabLst>
            </a:pPr>
            <a:r>
              <a:rPr sz="2400" spc="-5" dirty="0">
                <a:latin typeface="Arial"/>
                <a:cs typeface="Arial"/>
              </a:rPr>
              <a:t>This statement is true because </a:t>
            </a:r>
            <a:r>
              <a:rPr sz="2400" i="1" spc="-5" dirty="0">
                <a:latin typeface="Arial"/>
                <a:cs typeface="Arial"/>
              </a:rPr>
              <a:t>e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i="1" spc="-5" dirty="0">
                <a:latin typeface="Arial"/>
                <a:cs typeface="Arial"/>
              </a:rPr>
              <a:t>h </a:t>
            </a:r>
            <a:r>
              <a:rPr sz="2400" spc="-5" dirty="0">
                <a:latin typeface="Arial"/>
                <a:cs typeface="Arial"/>
              </a:rPr>
              <a:t>are both square  and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their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right.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 startAt="3"/>
            </a:pPr>
            <a:endParaRPr sz="3500" dirty="0">
              <a:latin typeface="Arial"/>
              <a:cs typeface="Arial"/>
            </a:endParaRPr>
          </a:p>
          <a:p>
            <a:pPr marL="366395" marR="69850" indent="-366395">
              <a:lnSpc>
                <a:spcPct val="100000"/>
              </a:lnSpc>
              <a:buFont typeface="Arial"/>
              <a:buAutoNum type="alphaLcPeriod" startAt="3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This statement is false: All the squares are either blue or  black.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1521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B8ACAD6-7E77-DDE3-F92A-E1A0288C26C9}"/>
              </a:ext>
            </a:extLst>
          </p:cNvPr>
          <p:cNvSpPr txBox="1"/>
          <p:nvPr/>
        </p:nvSpPr>
        <p:spPr>
          <a:xfrm>
            <a:off x="838200" y="1690688"/>
            <a:ext cx="10643337" cy="3136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“All mathematicians wear glasses”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No mathematicians wear glasses?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“There is at least one mathematician who does not wear glasses.”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840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7A11173-E59F-8668-DF60-FDB8A5FEC2C1}"/>
              </a:ext>
            </a:extLst>
          </p:cNvPr>
          <p:cNvSpPr/>
          <p:nvPr/>
        </p:nvSpPr>
        <p:spPr>
          <a:xfrm>
            <a:off x="424861" y="1903762"/>
            <a:ext cx="11056676" cy="2624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B8ACAD6-7E77-DDE3-F92A-E1A0288C26C9}"/>
              </a:ext>
            </a:extLst>
          </p:cNvPr>
          <p:cNvSpPr txBox="1"/>
          <p:nvPr/>
        </p:nvSpPr>
        <p:spPr>
          <a:xfrm>
            <a:off x="710463" y="4528089"/>
            <a:ext cx="10643337" cy="2567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150495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The negation of a universal statement (“all are”) </a:t>
            </a:r>
            <a:r>
              <a:rPr sz="2400" b="1" dirty="0">
                <a:latin typeface="Arial"/>
                <a:cs typeface="Arial"/>
              </a:rPr>
              <a:t>is  </a:t>
            </a:r>
            <a:r>
              <a:rPr sz="2400" b="1" spc="-5" dirty="0">
                <a:latin typeface="Arial"/>
                <a:cs typeface="Arial"/>
              </a:rPr>
              <a:t>logically equivalent </a:t>
            </a:r>
            <a:r>
              <a:rPr sz="2400" b="1" dirty="0">
                <a:latin typeface="Arial"/>
                <a:cs typeface="Arial"/>
              </a:rPr>
              <a:t>to </a:t>
            </a:r>
            <a:r>
              <a:rPr sz="2400" b="1" spc="-5" dirty="0">
                <a:latin typeface="Arial"/>
                <a:cs typeface="Arial"/>
              </a:rPr>
              <a:t>an existential statement (“some  are not” or “there </a:t>
            </a:r>
            <a:r>
              <a:rPr sz="2400" b="1" dirty="0">
                <a:latin typeface="Arial"/>
                <a:cs typeface="Arial"/>
              </a:rPr>
              <a:t>is </a:t>
            </a:r>
            <a:r>
              <a:rPr sz="2400" b="1" spc="-5" dirty="0">
                <a:latin typeface="Arial"/>
                <a:cs typeface="Arial"/>
              </a:rPr>
              <a:t>at least one that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not”).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140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E7D030-5391-D754-307A-13B339B34C85}"/>
              </a:ext>
            </a:extLst>
          </p:cNvPr>
          <p:cNvSpPr/>
          <p:nvPr/>
        </p:nvSpPr>
        <p:spPr>
          <a:xfrm>
            <a:off x="1943100" y="1690688"/>
            <a:ext cx="8305800" cy="1922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6853F5D-6C5B-5298-9AE5-1F4F71DA05D4}"/>
              </a:ext>
            </a:extLst>
          </p:cNvPr>
          <p:cNvSpPr txBox="1"/>
          <p:nvPr/>
        </p:nvSpPr>
        <p:spPr>
          <a:xfrm>
            <a:off x="1002890" y="4491990"/>
            <a:ext cx="10191136" cy="1659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Thus</a:t>
            </a:r>
            <a:r>
              <a:rPr lang="en-US" sz="2400" spc="-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The negation of an existential statement (“some are”)  </a:t>
            </a:r>
            <a:r>
              <a:rPr sz="2400" b="1" dirty="0">
                <a:latin typeface="Arial"/>
                <a:cs typeface="Arial"/>
              </a:rPr>
              <a:t>is </a:t>
            </a:r>
            <a:r>
              <a:rPr sz="2400" b="1" spc="-5" dirty="0">
                <a:latin typeface="Arial"/>
                <a:cs typeface="Arial"/>
              </a:rPr>
              <a:t>logically equivalent </a:t>
            </a:r>
            <a:r>
              <a:rPr sz="2400" b="1" dirty="0">
                <a:latin typeface="Arial"/>
                <a:cs typeface="Arial"/>
              </a:rPr>
              <a:t>to </a:t>
            </a:r>
            <a:r>
              <a:rPr sz="2400" b="1" spc="-5" dirty="0">
                <a:latin typeface="Arial"/>
                <a:cs typeface="Arial"/>
              </a:rPr>
              <a:t>a universal statement (“none  are” or “all are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not”).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EAAA9A-2D40-22F6-2ADE-DA8FADBB4D6D}"/>
              </a:ext>
            </a:extLst>
          </p:cNvPr>
          <p:cNvSpPr txBox="1"/>
          <p:nvPr/>
        </p:nvSpPr>
        <p:spPr>
          <a:xfrm>
            <a:off x="3244644" y="3671651"/>
            <a:ext cx="10191136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“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snowflakes are the same.”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 snowflakes are the same,”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“All snowflakes are different.”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D30774E-8DA1-DD5E-386B-867FC8C7DD7E}"/>
              </a:ext>
            </a:extLst>
          </p:cNvPr>
          <p:cNvSpPr txBox="1"/>
          <p:nvPr/>
        </p:nvSpPr>
        <p:spPr>
          <a:xfrm>
            <a:off x="948895" y="1690688"/>
            <a:ext cx="10879312" cy="46893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Arial"/>
                <a:cs typeface="Arial"/>
              </a:rPr>
              <a:t>Write formal negations for the following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statements:</a:t>
            </a:r>
            <a:endParaRPr sz="24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primes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is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odd.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0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a triangle </a:t>
            </a:r>
            <a:r>
              <a:rPr sz="2400" i="1" dirty="0">
                <a:latin typeface="Arial"/>
                <a:cs typeface="Arial"/>
              </a:rPr>
              <a:t>T </a:t>
            </a:r>
            <a:r>
              <a:rPr sz="2400" spc="-5" dirty="0">
                <a:latin typeface="Arial"/>
                <a:cs typeface="Arial"/>
              </a:rPr>
              <a:t>such that the sum of the angles of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endParaRPr sz="2400" dirty="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equals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200</a:t>
            </a:r>
            <a:r>
              <a:rPr sz="2400" spc="-5" dirty="0">
                <a:latin typeface="Symbol"/>
                <a:cs typeface="Symbol"/>
              </a:rPr>
              <a:t>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ADEE"/>
                </a:solidFill>
                <a:latin typeface="Arial"/>
                <a:cs typeface="Arial"/>
              </a:rPr>
              <a:t>Solution:</a:t>
            </a:r>
            <a:endParaRPr sz="2400" dirty="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250"/>
              </a:spcBef>
            </a:pPr>
            <a:r>
              <a:rPr sz="2400" b="1" spc="-5" dirty="0">
                <a:latin typeface="Arial"/>
                <a:cs typeface="Arial"/>
              </a:rPr>
              <a:t>a. </a:t>
            </a:r>
            <a:r>
              <a:rPr sz="2400" spc="-5" dirty="0">
                <a:latin typeface="Arial"/>
                <a:cs typeface="Arial"/>
              </a:rPr>
              <a:t>By applying the rule for the negation of a </a:t>
            </a: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statement,  you can see that the answer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R="332105" algn="ctr">
              <a:lnSpc>
                <a:spcPct val="100000"/>
              </a:lnSpc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     </a:t>
            </a:r>
            <a:r>
              <a:rPr sz="2400" spc="-500" dirty="0">
                <a:latin typeface="Arial"/>
                <a:cs typeface="Arial"/>
              </a:rPr>
              <a:t>a </a:t>
            </a:r>
            <a:r>
              <a:rPr lang="en-US" sz="2400" spc="-500" dirty="0">
                <a:latin typeface="Arial"/>
                <a:cs typeface="Arial"/>
              </a:rPr>
              <a:t>         </a:t>
            </a:r>
            <a:r>
              <a:rPr sz="2400" spc="-5" dirty="0">
                <a:latin typeface="Arial"/>
                <a:cs typeface="Arial"/>
              </a:rPr>
              <a:t>prime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such that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is not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odd</a:t>
            </a:r>
            <a:r>
              <a:rPr sz="2400" i="1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9653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CDDBED1-FBC2-B86A-B89D-D6C57422A950}"/>
              </a:ext>
            </a:extLst>
          </p:cNvPr>
          <p:cNvSpPr txBox="1"/>
          <p:nvPr/>
        </p:nvSpPr>
        <p:spPr>
          <a:xfrm>
            <a:off x="993140" y="1944117"/>
            <a:ext cx="9964912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163195" indent="-33845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b. </a:t>
            </a:r>
            <a:r>
              <a:rPr sz="2400" spc="-5" dirty="0">
                <a:latin typeface="Arial"/>
                <a:cs typeface="Arial"/>
              </a:rPr>
              <a:t>By applying the rule for the negation of a </a:t>
            </a: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lang="en-US" sz="2400" spc="40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statement,  you can see that the answer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3677920" marR="5080" indent="-3380740">
              <a:lnSpc>
                <a:spcPct val="100000"/>
              </a:lnSpc>
              <a:spcBef>
                <a:spcPts val="5"/>
              </a:spcBef>
            </a:pP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triangles </a:t>
            </a:r>
            <a:r>
              <a:rPr sz="2400" i="1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, the sum of the angles of </a:t>
            </a:r>
            <a:r>
              <a:rPr sz="2400" i="1" dirty="0">
                <a:latin typeface="Arial"/>
                <a:cs typeface="Arial"/>
              </a:rPr>
              <a:t>T </a:t>
            </a:r>
            <a:r>
              <a:rPr sz="2400" spc="-5" dirty="0">
                <a:latin typeface="Arial"/>
                <a:cs typeface="Arial"/>
              </a:rPr>
              <a:t>does not equal  200</a:t>
            </a:r>
            <a:r>
              <a:rPr sz="2400" spc="-5" dirty="0">
                <a:latin typeface="Symbol"/>
                <a:cs typeface="Symbol"/>
              </a:rPr>
              <a:t>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8916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ADDD-468A-47FA-E450-5A4271B7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Quantified Statements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593BE0BD-E8C7-0351-2AD8-A338995807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for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all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there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exists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there exists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for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all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445134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These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facts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analogous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Morgan’s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laws,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which </a:t>
            </a:r>
            <a:r>
              <a:rPr sz="2400" spc="-5" dirty="0">
                <a:latin typeface="Microsoft Sans Serif"/>
                <a:cs typeface="Microsoft Sans Serif"/>
              </a:rPr>
              <a:t> state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or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or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50165">
              <a:lnSpc>
                <a:spcPct val="100000"/>
              </a:lnSpc>
            </a:pP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similarity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accidental.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sense,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universal </a:t>
            </a:r>
            <a:r>
              <a:rPr sz="2400" spc="-5" dirty="0">
                <a:latin typeface="Microsoft Sans Serif"/>
                <a:cs typeface="Microsoft Sans Serif"/>
              </a:rPr>
              <a:t> statements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generalizations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existential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generalizations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or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873418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ADDD-468A-47FA-E450-5A4271B7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Quantified Statements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A410D28-95BD-B178-6F66-C3DDD6AB8307}"/>
              </a:ext>
            </a:extLst>
          </p:cNvPr>
          <p:cNvSpPr txBox="1"/>
          <p:nvPr/>
        </p:nvSpPr>
        <p:spPr>
          <a:xfrm>
            <a:off x="981964" y="1944117"/>
            <a:ext cx="66744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Microsoft Sans Serif"/>
                <a:cs typeface="Microsoft Sans Serif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Microsoft Sans Serif"/>
                <a:cs typeface="Microsoft Sans Serif"/>
              </a:rPr>
              <a:t>)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predicate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domain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{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2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-7" baseline="-20833" dirty="0">
                <a:latin typeface="Arial"/>
                <a:cs typeface="Arial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},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35C4BB8-9596-96A4-C28F-2717EF038135}"/>
              </a:ext>
            </a:extLst>
          </p:cNvPr>
          <p:cNvSpPr txBox="1"/>
          <p:nvPr/>
        </p:nvSpPr>
        <p:spPr>
          <a:xfrm>
            <a:off x="994664" y="3626614"/>
            <a:ext cx="319532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logically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equivalent.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7A6C854A-93E7-6A10-783B-952E9EC303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6223" y="3025793"/>
            <a:ext cx="1789308" cy="278973"/>
          </a:xfrm>
          <a:prstGeom prst="rect">
            <a:avLst/>
          </a:prstGeom>
        </p:spPr>
      </p:pic>
      <p:pic>
        <p:nvPicPr>
          <p:cNvPr id="11" name="object 8">
            <a:extLst>
              <a:ext uri="{FF2B5EF4-FFF2-40B4-BE49-F238E27FC236}">
                <a16:creationId xmlns:a16="http://schemas.microsoft.com/office/drawing/2014/main" id="{4D43B214-2C9C-761D-ECC8-2438AB114B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1623" y="3753291"/>
            <a:ext cx="3754833" cy="3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11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5393-1694-683B-60F5-953AC784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Quantified Statements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1115C12-F7D6-AA54-FC62-D0CF88525734}"/>
              </a:ext>
            </a:extLst>
          </p:cNvPr>
          <p:cNvSpPr txBox="1"/>
          <p:nvPr/>
        </p:nvSpPr>
        <p:spPr>
          <a:xfrm>
            <a:off x="981964" y="1944117"/>
            <a:ext cx="7439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Microsoft Sans Serif"/>
                <a:cs typeface="Microsoft Sans Serif"/>
              </a:rPr>
              <a:t>Similarly,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Microsoft Sans Serif"/>
                <a:cs typeface="Microsoft Sans Serif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Microsoft Sans Serif"/>
                <a:cs typeface="Microsoft Sans Serif"/>
              </a:rPr>
              <a:t>)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predicate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{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2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-7" baseline="-20833" dirty="0">
                <a:latin typeface="Arial"/>
                <a:cs typeface="Arial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},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5989BB3-C5EE-CE86-1D6B-664703E825B7}"/>
              </a:ext>
            </a:extLst>
          </p:cNvPr>
          <p:cNvSpPr txBox="1"/>
          <p:nvPr/>
        </p:nvSpPr>
        <p:spPr>
          <a:xfrm>
            <a:off x="994664" y="3626614"/>
            <a:ext cx="3195320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logically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equivalent.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7">
            <a:extLst>
              <a:ext uri="{FF2B5EF4-FFF2-40B4-BE49-F238E27FC236}">
                <a16:creationId xmlns:a16="http://schemas.microsoft.com/office/drawing/2014/main" id="{AF0733B1-6D0A-B773-482E-6502A29F64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7727" y="3693867"/>
            <a:ext cx="3726308" cy="300366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95FBF717-49C1-FAB0-25BA-01881B6C34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5722" y="2858716"/>
            <a:ext cx="2861994" cy="30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75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5393-1694-683B-60F5-953AC784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25763BC-CCDC-3459-0120-B28DB19D4FCF}"/>
              </a:ext>
            </a:extLst>
          </p:cNvPr>
          <p:cNvSpPr txBox="1"/>
          <p:nvPr/>
        </p:nvSpPr>
        <p:spPr>
          <a:xfrm>
            <a:off x="994664" y="1944117"/>
            <a:ext cx="10745052" cy="2257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06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Suppose a </a:t>
            </a:r>
            <a:r>
              <a:rPr sz="2400" spc="-10" dirty="0">
                <a:latin typeface="Microsoft Sans Serif"/>
                <a:cs typeface="Microsoft Sans Serif"/>
              </a:rPr>
              <a:t>bowl </a:t>
            </a:r>
            <a:r>
              <a:rPr sz="2400" spc="-5" dirty="0">
                <a:latin typeface="Microsoft Sans Serif"/>
                <a:cs typeface="Microsoft Sans Serif"/>
              </a:rPr>
              <a:t>sits on a </a:t>
            </a:r>
            <a:r>
              <a:rPr sz="2400" spc="-10" dirty="0">
                <a:latin typeface="Microsoft Sans Serif"/>
                <a:cs typeface="Microsoft Sans Serif"/>
              </a:rPr>
              <a:t>table </a:t>
            </a:r>
            <a:r>
              <a:rPr sz="2400" spc="-5" dirty="0">
                <a:latin typeface="Microsoft Sans Serif"/>
                <a:cs typeface="Microsoft Sans Serif"/>
              </a:rPr>
              <a:t>and </a:t>
            </a:r>
            <a:r>
              <a:rPr sz="2400" spc="-10" dirty="0">
                <a:latin typeface="Microsoft Sans Serif"/>
                <a:cs typeface="Microsoft Sans Serif"/>
              </a:rPr>
              <a:t>next </a:t>
            </a:r>
            <a:r>
              <a:rPr sz="2400" dirty="0">
                <a:latin typeface="Microsoft Sans Serif"/>
                <a:cs typeface="Microsoft Sans Serif"/>
              </a:rPr>
              <a:t>to </a:t>
            </a:r>
            <a:r>
              <a:rPr sz="2400" spc="-5" dirty="0">
                <a:latin typeface="Microsoft Sans Serif"/>
                <a:cs typeface="Microsoft Sans Serif"/>
              </a:rPr>
              <a:t>the </a:t>
            </a:r>
            <a:r>
              <a:rPr sz="2400" spc="-10" dirty="0">
                <a:latin typeface="Microsoft Sans Serif"/>
                <a:cs typeface="Microsoft Sans Serif"/>
              </a:rPr>
              <a:t>bowl is </a:t>
            </a:r>
            <a:r>
              <a:rPr sz="2400" spc="-5" dirty="0">
                <a:latin typeface="Microsoft Sans Serif"/>
                <a:cs typeface="Microsoft Sans Serif"/>
              </a:rPr>
              <a:t>a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pile </a:t>
            </a:r>
            <a:r>
              <a:rPr sz="2400" spc="-5" dirty="0">
                <a:latin typeface="Microsoft Sans Serif"/>
                <a:cs typeface="Microsoft Sans Serif"/>
              </a:rPr>
              <a:t>of five </a:t>
            </a:r>
            <a:r>
              <a:rPr sz="2400" spc="-10" dirty="0">
                <a:latin typeface="Microsoft Sans Serif"/>
                <a:cs typeface="Microsoft Sans Serif"/>
              </a:rPr>
              <a:t>blue </a:t>
            </a:r>
            <a:r>
              <a:rPr sz="2400" spc="-5" dirty="0">
                <a:latin typeface="Microsoft Sans Serif"/>
                <a:cs typeface="Microsoft Sans Serif"/>
              </a:rPr>
              <a:t>and five gray </a:t>
            </a:r>
            <a:r>
              <a:rPr sz="2400" spc="-10" dirty="0">
                <a:latin typeface="Microsoft Sans Serif"/>
                <a:cs typeface="Microsoft Sans Serif"/>
              </a:rPr>
              <a:t>balls, </a:t>
            </a:r>
            <a:r>
              <a:rPr sz="2400" spc="-5" dirty="0">
                <a:latin typeface="Microsoft Sans Serif"/>
                <a:cs typeface="Microsoft Sans Serif"/>
              </a:rPr>
              <a:t>any of </a:t>
            </a:r>
            <a:r>
              <a:rPr sz="2400" spc="-10" dirty="0">
                <a:latin typeface="Microsoft Sans Serif"/>
                <a:cs typeface="Microsoft Sans Serif"/>
              </a:rPr>
              <a:t>which </a:t>
            </a:r>
            <a:r>
              <a:rPr sz="2400" spc="-5" dirty="0">
                <a:latin typeface="Microsoft Sans Serif"/>
                <a:cs typeface="Microsoft Sans Serif"/>
              </a:rPr>
              <a:t>may be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placed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three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one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gray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ball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placed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shown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Figure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“All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 </a:t>
            </a:r>
            <a:r>
              <a:rPr sz="2400" spc="-5" dirty="0">
                <a:latin typeface="Microsoft Sans Serif"/>
                <a:cs typeface="Microsoft Sans Serif"/>
              </a:rPr>
              <a:t> 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blue”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would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(since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one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gray).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161A1910-AA79-943D-6E90-826967F324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6668" y="4633955"/>
            <a:ext cx="3492856" cy="150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7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8745-06D1-F98E-9DBB-32B52602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A4EDE33-D976-1BAE-984D-766C1F2032FE}"/>
              </a:ext>
            </a:extLst>
          </p:cNvPr>
          <p:cNvSpPr txBox="1"/>
          <p:nvPr/>
        </p:nvSpPr>
        <p:spPr>
          <a:xfrm>
            <a:off x="994664" y="1944117"/>
            <a:ext cx="7875905" cy="2113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Now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suppose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all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placed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as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shown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Figure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Microsoft Sans Serif"/>
                <a:cs typeface="Microsoft Sans Serif"/>
              </a:rPr>
              <a:t>Consider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endParaRPr sz="2400" dirty="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spc="-15" dirty="0">
                <a:latin typeface="Microsoft Sans Serif"/>
                <a:cs typeface="Microsoft Sans Serif"/>
              </a:rPr>
              <a:t>All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5B7CFD8-B86C-A244-1259-95B0ECB8F3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3749" y="4559287"/>
            <a:ext cx="3658682" cy="149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17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00FE-C7C3-880E-F947-E5042D56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5E68AE5-8223-CCC5-3069-E092B9B25AF2}"/>
              </a:ext>
            </a:extLst>
          </p:cNvPr>
          <p:cNvSpPr txBox="1"/>
          <p:nvPr/>
        </p:nvSpPr>
        <p:spPr>
          <a:xfrm>
            <a:off x="993139" y="1944117"/>
            <a:ext cx="10515599" cy="4683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23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false?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only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its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its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endParaRPr sz="2400" dirty="0">
              <a:latin typeface="Microsoft Sans Serif"/>
              <a:cs typeface="Microsoft Sans Serif"/>
            </a:endParaRPr>
          </a:p>
          <a:p>
            <a:pPr marL="419100" algn="ctr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Microsoft Sans Serif"/>
                <a:cs typeface="Microsoft Sans Serif"/>
              </a:rPr>
              <a:t>There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exists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ball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39624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But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only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way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there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actually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nonblue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ball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not!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Hence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so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“by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default.”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136414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F15F-6423-09B9-BBC7-350C3080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B2F3688-5B7A-98E8-A79A-A33FCC465B2B}"/>
              </a:ext>
            </a:extLst>
          </p:cNvPr>
          <p:cNvSpPr txBox="1"/>
          <p:nvPr/>
        </p:nvSpPr>
        <p:spPr>
          <a:xfrm>
            <a:off x="2204720" y="2519304"/>
            <a:ext cx="468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general,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form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F3DBA5-5D82-0B54-49D2-40D135D7A563}"/>
              </a:ext>
            </a:extLst>
          </p:cNvPr>
          <p:cNvSpPr txBox="1"/>
          <p:nvPr/>
        </p:nvSpPr>
        <p:spPr>
          <a:xfrm>
            <a:off x="2204720" y="3836041"/>
            <a:ext cx="77825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called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latin typeface="Arial"/>
                <a:cs typeface="Arial"/>
              </a:rPr>
              <a:t>vacuously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true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latin typeface="Arial"/>
                <a:cs typeface="Arial"/>
              </a:rPr>
              <a:t>true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by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default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only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Microsoft Sans Serif"/>
                <a:cs typeface="Microsoft Sans Serif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Microsoft Sans Serif"/>
                <a:cs typeface="Microsoft Sans Serif"/>
              </a:rPr>
              <a:t>)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every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999CE66F-263A-10DC-C3DE-044A7104D7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5261" y="3226626"/>
            <a:ext cx="3292934" cy="3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59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C0B9-D113-1259-7C7F-20D7732D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Universal Conditional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4011375-8E7C-BC95-E569-849C3DF866C5}"/>
              </a:ext>
            </a:extLst>
          </p:cNvPr>
          <p:cNvSpPr txBox="1"/>
          <p:nvPr/>
        </p:nvSpPr>
        <p:spPr>
          <a:xfrm>
            <a:off x="1923813" y="1690688"/>
            <a:ext cx="800417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709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We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have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known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conditional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contrapositive,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converse,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inverse.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definitions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these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terms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can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extended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universal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conditional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CDB943A0-194C-658E-1761-78ADE7ED38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449" y="3931474"/>
            <a:ext cx="8305800" cy="239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AA0A-DEE2-1A5A-43EE-6A8F2609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Universal Conditional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3093EF1-CB55-042B-6890-0D034034C29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Write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</a:t>
            </a:r>
            <a:r>
              <a:rPr sz="2400" spc="3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formal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</a:t>
            </a:r>
            <a:r>
              <a:rPr sz="2400" spc="2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informal</a:t>
            </a:r>
            <a:r>
              <a:rPr sz="2400" spc="2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contrapositive,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converse, </a:t>
            </a:r>
            <a:r>
              <a:rPr sz="2400" spc="-62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spc="3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inverse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for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the</a:t>
            </a:r>
            <a:r>
              <a:rPr sz="2400" spc="3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following</a:t>
            </a:r>
            <a:r>
              <a:rPr sz="2400" spc="6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statement:</a:t>
            </a:r>
            <a:endParaRPr sz="240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26102E9-05C6-8662-8030-C739585C6818}"/>
              </a:ext>
            </a:extLst>
          </p:cNvPr>
          <p:cNvSpPr txBox="1"/>
          <p:nvPr/>
        </p:nvSpPr>
        <p:spPr>
          <a:xfrm>
            <a:off x="955040" y="3114550"/>
            <a:ext cx="9826031" cy="21390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its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Microsoft Sans Serif"/>
                <a:cs typeface="Microsoft Sans Serif"/>
              </a:rPr>
              <a:t>Solution:</a:t>
            </a:r>
            <a:endParaRPr sz="240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formal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version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endParaRPr sz="2400" dirty="0">
              <a:latin typeface="Microsoft Sans Serif"/>
              <a:cs typeface="Microsoft Sans Serif"/>
            </a:endParaRPr>
          </a:p>
          <a:p>
            <a:pPr marL="2260600">
              <a:lnSpc>
                <a:spcPct val="100000"/>
              </a:lnSpc>
              <a:spcBef>
                <a:spcPts val="830"/>
              </a:spcBef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&gt;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59" baseline="2430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&gt;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1063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08A0-893F-52FC-DC1E-E75B0550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Universal Conditional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3611ED9-03B3-EE5E-3358-C282272F578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75"/>
              </a:spcBef>
            </a:pPr>
            <a:r>
              <a:rPr sz="2400" i="1" spc="-5" dirty="0">
                <a:latin typeface="Arial"/>
                <a:cs typeface="Arial"/>
              </a:rPr>
              <a:t>Contrapositive: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52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 marL="63500" marR="222885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Or: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 </a:t>
            </a:r>
            <a:r>
              <a:rPr sz="2400" spc="-5" dirty="0">
                <a:latin typeface="Microsoft Sans Serif"/>
                <a:cs typeface="Microsoft Sans Serif"/>
              </a:rPr>
              <a:t> 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 dirty="0">
              <a:latin typeface="Microsoft Sans Serif"/>
              <a:cs typeface="Microsoft Sans Serif"/>
            </a:endParaRPr>
          </a:p>
          <a:p>
            <a:pPr marL="68961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Converse: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52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&gt;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&gt;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 marL="63500" marR="5588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Or: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3050" dirty="0">
              <a:latin typeface="Microsoft Sans Serif"/>
              <a:cs typeface="Microsoft Sans Serif"/>
            </a:endParaRPr>
          </a:p>
          <a:p>
            <a:pPr marL="63500" marR="137160" indent="96266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Arial"/>
                <a:cs typeface="Arial"/>
              </a:rPr>
              <a:t>Inverse: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45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Or: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 </a:t>
            </a:r>
            <a:r>
              <a:rPr sz="2400" spc="-5" dirty="0">
                <a:latin typeface="Microsoft Sans Serif"/>
                <a:cs typeface="Microsoft Sans Serif"/>
              </a:rPr>
              <a:t> 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403553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2AC6B22-ADD3-B3DD-0396-9D1EBB3BAC5F}"/>
              </a:ext>
            </a:extLst>
          </p:cNvPr>
          <p:cNvSpPr txBox="1"/>
          <p:nvPr/>
        </p:nvSpPr>
        <p:spPr>
          <a:xfrm>
            <a:off x="993139" y="1944117"/>
            <a:ext cx="10790821" cy="262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When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contains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imagine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actions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suggested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being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performed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order 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occur.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instance,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consider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satisfy property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47463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EFF5223-4E9D-B7A0-63FC-2D624B05EE07}"/>
              </a:ext>
            </a:extLst>
          </p:cNvPr>
          <p:cNvSpPr txBox="1"/>
          <p:nvPr/>
        </p:nvSpPr>
        <p:spPr>
          <a:xfrm>
            <a:off x="993140" y="1944117"/>
            <a:ext cx="10515600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such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meet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challenge: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 marR="19939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•Imagine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allowed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choose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whatsoever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 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imagine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person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element.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 marR="140970" algn="just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•The challenge for you is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find an element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dirty="0">
                <a:latin typeface="Arial"/>
                <a:cs typeface="Arial"/>
              </a:rPr>
              <a:t>E </a:t>
            </a:r>
            <a:r>
              <a:rPr sz="2400" spc="-5" dirty="0">
                <a:latin typeface="Arial MT"/>
                <a:cs typeface="Arial MT"/>
              </a:rPr>
              <a:t>so that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person’s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and your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 </a:t>
            </a:r>
            <a:r>
              <a:rPr sz="2400" spc="-5" dirty="0">
                <a:latin typeface="Arial MT"/>
                <a:cs typeface="Arial MT"/>
              </a:rPr>
              <a:t>taken together, satisfy property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56433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63D53CB-88A1-12F1-2750-65A43E255336}"/>
              </a:ext>
            </a:extLst>
          </p:cNvPr>
          <p:cNvSpPr txBox="1"/>
          <p:nvPr/>
        </p:nvSpPr>
        <p:spPr>
          <a:xfrm>
            <a:off x="2248277" y="1690688"/>
            <a:ext cx="6570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Consider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Tarski world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Figure</a:t>
            </a:r>
            <a:r>
              <a:rPr sz="2400" spc="5" dirty="0">
                <a:latin typeface="Arial MT"/>
                <a:cs typeface="Arial MT"/>
              </a:rPr>
              <a:t> 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F0563CC-D5A1-5893-C05D-5166436699B7}"/>
              </a:ext>
            </a:extLst>
          </p:cNvPr>
          <p:cNvSpPr txBox="1"/>
          <p:nvPr/>
        </p:nvSpPr>
        <p:spPr>
          <a:xfrm>
            <a:off x="2248277" y="5567747"/>
            <a:ext cx="74123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Show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world: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i="1" spc="-65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FC23194D-737E-6112-2D5F-42343C33CB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8456" y="2302330"/>
            <a:ext cx="2732872" cy="273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58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A70E525-861B-BDE6-BB1B-56F8197776BF}"/>
              </a:ext>
            </a:extLst>
          </p:cNvPr>
          <p:cNvSpPr txBox="1"/>
          <p:nvPr/>
        </p:nvSpPr>
        <p:spPr>
          <a:xfrm>
            <a:off x="994664" y="1944117"/>
            <a:ext cx="9609426" cy="2398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034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says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matter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someone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you, 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color.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triangles,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 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each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found.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EE9AADE0-0D6D-0335-DB13-516CEC37D3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564" y="4858456"/>
            <a:ext cx="7640212" cy="126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81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F733CC8A-35D9-DC09-F83F-59CC7E63FDF4}"/>
              </a:ext>
            </a:extLst>
          </p:cNvPr>
          <p:cNvSpPr txBox="1"/>
          <p:nvPr/>
        </p:nvSpPr>
        <p:spPr>
          <a:xfrm>
            <a:off x="1037385" y="1699255"/>
            <a:ext cx="10658086" cy="47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21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Now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consider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containing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Arial MT"/>
                <a:cs typeface="Arial MT"/>
              </a:rPr>
              <a:t>, where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comes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dirty="0">
                <a:latin typeface="Arial MT"/>
                <a:cs typeface="Arial MT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satisfy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x,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i="1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true:</a:t>
            </a:r>
            <a:endParaRPr sz="2400" dirty="0">
              <a:latin typeface="Arial MT"/>
              <a:cs typeface="Arial MT"/>
            </a:endParaRPr>
          </a:p>
          <a:p>
            <a:pPr marL="12700" marR="514984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You must find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single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(call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property:</a:t>
            </a:r>
            <a:endParaRPr sz="2400" dirty="0">
              <a:latin typeface="Arial MT"/>
              <a:cs typeface="Arial MT"/>
            </a:endParaRPr>
          </a:p>
          <a:p>
            <a:pPr marL="12700" marR="941705" algn="just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Arial MT"/>
                <a:cs typeface="Arial MT"/>
              </a:rPr>
              <a:t>•After you have found your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 </a:t>
            </a:r>
            <a:r>
              <a:rPr sz="2400" spc="-5" dirty="0">
                <a:latin typeface="Arial MT"/>
                <a:cs typeface="Arial MT"/>
              </a:rPr>
              <a:t>someone is allowed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choose any element whatsoever from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. The person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challenges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 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Arial MT"/>
                <a:cs typeface="Arial MT"/>
              </a:rPr>
              <a:t>•Your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job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together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person’s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endParaRPr sz="24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satisfy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59751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9299157-3040-596C-02FC-F27BA1A5988C}"/>
              </a:ext>
            </a:extLst>
          </p:cNvPr>
          <p:cNvSpPr txBox="1"/>
          <p:nvPr/>
        </p:nvSpPr>
        <p:spPr>
          <a:xfrm>
            <a:off x="993140" y="1944117"/>
            <a:ext cx="10628589" cy="4506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3281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Here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summary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convention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interpreting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different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quantifiers: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16205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Interpreting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Statements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5" dirty="0">
                <a:latin typeface="Arial"/>
                <a:cs typeface="Arial"/>
              </a:rPr>
              <a:t>Two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Different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Quantifiers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establish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02235" algn="ctr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dirty="0">
                <a:latin typeface="Arial"/>
                <a:cs typeface="Arial"/>
              </a:rPr>
              <a:t>E </a:t>
            </a:r>
            <a:r>
              <a:rPr sz="2400" spc="-5" dirty="0">
                <a:latin typeface="Arial MT"/>
                <a:cs typeface="Arial MT"/>
              </a:rPr>
              <a:t>such 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2679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your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challenge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allow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someone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pick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whatever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they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wish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 find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“works”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particular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351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C415B17-D9C7-AC35-5411-A5A0C6B5C564}"/>
              </a:ext>
            </a:extLst>
          </p:cNvPr>
          <p:cNvSpPr txBox="1"/>
          <p:nvPr/>
        </p:nvSpPr>
        <p:spPr>
          <a:xfrm>
            <a:off x="993140" y="1944117"/>
            <a:ext cx="10746576" cy="22595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establish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truth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 form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87325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13335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your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job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will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“work”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matter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anyone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might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challenge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53710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4DB2DCF-0F8F-6F50-D92B-C44757FEE441}"/>
              </a:ext>
            </a:extLst>
          </p:cNvPr>
          <p:cNvSpPr txBox="1"/>
          <p:nvPr/>
        </p:nvSpPr>
        <p:spPr>
          <a:xfrm>
            <a:off x="993139" y="1944117"/>
            <a:ext cx="10790821" cy="44819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48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college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cafeteria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four stations: salads,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main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courses,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desserts, 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beverages.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salad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offers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choice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green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salad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fruit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salad;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main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course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offers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spaghetti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fish;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dessert station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offers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cake;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beverage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offers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milk,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soda,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coffee.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Three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students,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Uta, Tim,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Yuen,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through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make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choices: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Uta: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green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salad,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spaghetti,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pie,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milk</a:t>
            </a:r>
            <a:endParaRPr sz="2400" dirty="0">
              <a:latin typeface="Arial MT"/>
              <a:cs typeface="Arial MT"/>
            </a:endParaRPr>
          </a:p>
          <a:p>
            <a:pPr marL="12700" marR="2194560">
              <a:lnSpc>
                <a:spcPct val="183300"/>
              </a:lnSpc>
            </a:pPr>
            <a:r>
              <a:rPr sz="2400" spc="-5" dirty="0">
                <a:latin typeface="Arial MT"/>
                <a:cs typeface="Arial MT"/>
              </a:rPr>
              <a:t>Tim: fruit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salad,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fish, pie,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cake, milk,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coffee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Yuen: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spaghetti,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fish,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soda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119023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E108C334-F6D0-21B1-0E8B-095D8B3247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74" y="2572490"/>
            <a:ext cx="4699927" cy="3828924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83A65CB6-E2FE-1FC8-C10F-E83D09B0EDBD}"/>
              </a:ext>
            </a:extLst>
          </p:cNvPr>
          <p:cNvSpPr txBox="1"/>
          <p:nvPr/>
        </p:nvSpPr>
        <p:spPr>
          <a:xfrm>
            <a:off x="4908755" y="1501665"/>
            <a:ext cx="6843252" cy="524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114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Write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following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informally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buFont typeface="Arial"/>
              <a:buAutoNum type="alphaLcPeriod"/>
              <a:tabLst>
                <a:tab pos="351155" algn="l"/>
              </a:tabLst>
            </a:pP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2500" dirty="0">
              <a:latin typeface="Arial MT"/>
              <a:cs typeface="Arial MT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 </a:t>
            </a:r>
            <a:r>
              <a:rPr sz="2400" spc="-5" dirty="0">
                <a:latin typeface="Arial MT"/>
                <a:cs typeface="Arial MT"/>
              </a:rPr>
              <a:t>such that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items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2500" dirty="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buFont typeface="Arial"/>
              <a:buAutoNum type="alphaLcPeriod"/>
              <a:tabLst>
                <a:tab pos="351155" algn="l"/>
              </a:tabLst>
            </a:pP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Z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endParaRPr sz="2400" dirty="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 startAt="4"/>
              <a:tabLst>
                <a:tab pos="366395" algn="l"/>
              </a:tabLst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Z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endParaRPr sz="2400" dirty="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4245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3AB-4617-AE49-9415-E60C2ED6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with multiple Quantifiers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24310B1-4597-7BC3-99E9-DF10AB847E8C}"/>
              </a:ext>
            </a:extLst>
          </p:cNvPr>
          <p:cNvSpPr txBox="1"/>
          <p:nvPr/>
        </p:nvSpPr>
        <p:spPr>
          <a:xfrm>
            <a:off x="993140" y="1944117"/>
            <a:ext cx="10643337" cy="4583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156845" indent="-344805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 MT"/>
                <a:cs typeface="Arial MT"/>
              </a:rPr>
              <a:t>There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 that was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student. This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true;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 chose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 MT"/>
              <a:cs typeface="Arial MT"/>
            </a:endParaRPr>
          </a:p>
          <a:p>
            <a:pPr marL="356870" marR="172085" indent="-34480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5" dirty="0">
                <a:latin typeface="Arial MT"/>
                <a:cs typeface="Arial MT"/>
              </a:rPr>
              <a:t>There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available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item.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false; no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nine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 MT"/>
              <a:cs typeface="Arial MT"/>
            </a:endParaRPr>
          </a:p>
          <a:p>
            <a:pPr marL="356870" marR="556260" indent="-344805"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 MT"/>
                <a:cs typeface="Arial MT"/>
              </a:rPr>
              <a:t>There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 who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 least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station. 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true;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Uta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Tim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least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 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student chose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 least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item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station.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false;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Yuen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 choose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salad.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40346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68D5-A198-8D99-970A-70B9944E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Multiple Quantified Statements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6D4171C-B27C-57A6-6039-90D089EBF1D6}"/>
              </a:ext>
            </a:extLst>
          </p:cNvPr>
          <p:cNvSpPr txBox="1"/>
          <p:nvPr/>
        </p:nvSpPr>
        <p:spPr>
          <a:xfrm>
            <a:off x="993140" y="1944117"/>
            <a:ext cx="10127144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You can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rules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negate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multiply-quantified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negate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simpler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 known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368935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 </a:t>
            </a: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and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370840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 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 </a:t>
            </a: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13902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68D5-A198-8D99-970A-70B9944E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Multiple Quantified Statements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DD12B08-F709-AD9C-A517-971D37850A52}"/>
              </a:ext>
            </a:extLst>
          </p:cNvPr>
          <p:cNvSpPr txBox="1"/>
          <p:nvPr/>
        </p:nvSpPr>
        <p:spPr>
          <a:xfrm>
            <a:off x="993140" y="1944117"/>
            <a:ext cx="10068150" cy="413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these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laws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find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269875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 that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moving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stages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left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along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sentence.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First version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negation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endParaRPr sz="2400" dirty="0">
              <a:latin typeface="Arial MT"/>
              <a:cs typeface="Arial MT"/>
            </a:endParaRPr>
          </a:p>
          <a:p>
            <a:pPr marL="34290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Final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version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negation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 that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,</a:t>
            </a:r>
            <a:endParaRPr sz="2400" dirty="0">
              <a:latin typeface="Arial MT"/>
              <a:cs typeface="Arial MT"/>
            </a:endParaRPr>
          </a:p>
          <a:p>
            <a:pPr marL="3420110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388652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Multiple Quantified Statements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401E1D1-C5AD-9CD3-0942-03885130172E}"/>
              </a:ext>
            </a:extLst>
          </p:cNvPr>
          <p:cNvSpPr txBox="1"/>
          <p:nvPr/>
        </p:nvSpPr>
        <p:spPr>
          <a:xfrm>
            <a:off x="993140" y="1944117"/>
            <a:ext cx="10009157" cy="373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Similarly,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find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598930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)),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200000"/>
              </a:lnSpc>
              <a:tabLst>
                <a:tab pos="3519170" algn="l"/>
              </a:tabLst>
            </a:pPr>
            <a:r>
              <a:rPr sz="2400" i="1" spc="-5" dirty="0">
                <a:latin typeface="Arial"/>
                <a:cs typeface="Arial"/>
              </a:rPr>
              <a:t>First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version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negation</a:t>
            </a:r>
            <a:r>
              <a:rPr sz="2400" spc="-5" dirty="0">
                <a:latin typeface="Arial MT"/>
                <a:cs typeface="Arial MT"/>
              </a:rPr>
              <a:t>:	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y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)).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Final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version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negation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endParaRPr sz="2400" dirty="0">
              <a:latin typeface="Arial MT"/>
              <a:cs typeface="Arial MT"/>
            </a:endParaRPr>
          </a:p>
          <a:p>
            <a:pPr marL="1069340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41334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Multiple Quantified Statements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4CDF96B-B0D0-F6E0-30F3-CB2CD3F6DF3C}"/>
              </a:ext>
            </a:extLst>
          </p:cNvPr>
          <p:cNvSpPr txBox="1"/>
          <p:nvPr/>
        </p:nvSpPr>
        <p:spPr>
          <a:xfrm>
            <a:off x="1481361" y="1894176"/>
            <a:ext cx="5851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These facts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summarized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follows: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E32862D-B265-955E-28D5-39296B8D26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7711" y="2796644"/>
            <a:ext cx="7981312" cy="126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26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Multiple Quantified Statements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625E33D-90CF-ACB1-E3EB-2DD61B22FD2A}"/>
              </a:ext>
            </a:extLst>
          </p:cNvPr>
          <p:cNvSpPr txBox="1"/>
          <p:nvPr/>
        </p:nvSpPr>
        <p:spPr>
          <a:xfrm>
            <a:off x="1083154" y="1413175"/>
            <a:ext cx="5481320" cy="3813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Refer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Tarski world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Figure.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Arial MT"/>
              <a:cs typeface="Arial MT"/>
            </a:endParaRPr>
          </a:p>
          <a:p>
            <a:pPr marL="12700" marR="57848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Write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negation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determine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negation.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410845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circle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 that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spc="-5" dirty="0">
                <a:latin typeface="Arial MT"/>
                <a:cs typeface="Arial MT"/>
              </a:rPr>
              <a:t>have the same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B1030C-3BDE-DB3C-312B-4A68D8BDE78D}"/>
              </a:ext>
            </a:extLst>
          </p:cNvPr>
          <p:cNvSpPr txBox="1"/>
          <p:nvPr/>
        </p:nvSpPr>
        <p:spPr>
          <a:xfrm>
            <a:off x="1083154" y="5509690"/>
            <a:ext cx="5206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triangle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all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right 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81A8FB6B-C444-62E2-496A-4EEA196150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5114" y="2394873"/>
            <a:ext cx="2793994" cy="278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29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Multiple Quantified Statements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E173CDD-70F5-C641-4C5A-1E3165CDF650}"/>
              </a:ext>
            </a:extLst>
          </p:cNvPr>
          <p:cNvSpPr txBox="1"/>
          <p:nvPr/>
        </p:nvSpPr>
        <p:spPr>
          <a:xfrm>
            <a:off x="993140" y="1944117"/>
            <a:ext cx="10053402" cy="367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First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version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negation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endParaRPr sz="2400" dirty="0">
              <a:latin typeface="Arial MT"/>
              <a:cs typeface="Arial MT"/>
            </a:endParaRPr>
          </a:p>
          <a:p>
            <a:pPr marL="3378835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endParaRPr sz="2400" dirty="0">
              <a:latin typeface="Arial"/>
              <a:cs typeface="Arial"/>
            </a:endParaRPr>
          </a:p>
          <a:p>
            <a:pPr marL="337883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color).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Final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version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negation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endParaRPr sz="2400" dirty="0">
              <a:latin typeface="Arial MT"/>
              <a:cs typeface="Arial MT"/>
            </a:endParaRPr>
          </a:p>
          <a:p>
            <a:pPr marL="12700" marR="3338829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spc="-5" dirty="0">
                <a:latin typeface="Arial MT"/>
                <a:cs typeface="Arial MT"/>
              </a:rPr>
              <a:t>do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5461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The negation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true.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563671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Multiple Quantified Statements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CD155BF-BD5A-0238-27ED-1DF52D99CFAC}"/>
              </a:ext>
            </a:extLst>
          </p:cNvPr>
          <p:cNvSpPr txBox="1"/>
          <p:nvPr/>
        </p:nvSpPr>
        <p:spPr>
          <a:xfrm>
            <a:off x="993140" y="1944117"/>
            <a:ext cx="10038654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First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version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negation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dirty="0">
                <a:latin typeface="Cambria Math"/>
                <a:cs typeface="Cambria Math"/>
              </a:rPr>
              <a:t>∼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endParaRPr sz="2400" dirty="0">
              <a:latin typeface="Arial MT"/>
              <a:cs typeface="Arial MT"/>
            </a:endParaRPr>
          </a:p>
          <a:p>
            <a:pPr marL="34290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 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Final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version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negation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endParaRPr sz="2400" dirty="0">
              <a:latin typeface="Arial MT"/>
              <a:cs typeface="Arial MT"/>
            </a:endParaRPr>
          </a:p>
          <a:p>
            <a:pPr marL="351282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355600" marR="381000" indent="-3429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 negation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because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matter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chosen,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square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g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(or 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35" dirty="0">
                <a:latin typeface="Arial"/>
                <a:cs typeface="Arial"/>
              </a:rPr>
              <a:t>j</a:t>
            </a:r>
            <a:r>
              <a:rPr sz="2400" spc="35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6473139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Quantifiers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466B2C1-486F-37A4-5F47-11529F2B4BE6}"/>
              </a:ext>
            </a:extLst>
          </p:cNvPr>
          <p:cNvSpPr txBox="1"/>
          <p:nvPr/>
        </p:nvSpPr>
        <p:spPr>
          <a:xfrm>
            <a:off x="993140" y="1944117"/>
            <a:ext cx="10515600" cy="4301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Consider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following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two statements: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people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 person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loves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a person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spc="-5" dirty="0">
                <a:latin typeface="Arial MT"/>
                <a:cs typeface="Arial MT"/>
              </a:rPr>
              <a:t>such 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people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loves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78994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Note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except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order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quantifiers,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these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identical.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However,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first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person,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is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possible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whom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person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loves,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whereas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second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amazing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individual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loved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people.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75846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Quantifiers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B0CAABE-A29F-5D03-C44D-ABD300B9EA03}"/>
              </a:ext>
            </a:extLst>
          </p:cNvPr>
          <p:cNvSpPr txBox="1"/>
          <p:nvPr/>
        </p:nvSpPr>
        <p:spPr>
          <a:xfrm>
            <a:off x="994664" y="1944117"/>
            <a:ext cx="10359136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two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sentences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illustrate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extremely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important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about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multiply-quantified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99EF763-5D06-F0C1-A7C2-674DE658F506}"/>
              </a:ext>
            </a:extLst>
          </p:cNvPr>
          <p:cNvSpPr txBox="1"/>
          <p:nvPr/>
        </p:nvSpPr>
        <p:spPr>
          <a:xfrm>
            <a:off x="994664" y="4504439"/>
            <a:ext cx="10359136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Interestingly,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however,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immediately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another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of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same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type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order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 affect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meaning.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CB9A1C0B-2B56-7598-E2F1-5D476CB598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483" y="3191390"/>
            <a:ext cx="7806465" cy="74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751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049910F-754E-93F8-B723-AFED6431E173}"/>
              </a:ext>
            </a:extLst>
          </p:cNvPr>
          <p:cNvSpPr txBox="1"/>
          <p:nvPr/>
        </p:nvSpPr>
        <p:spPr>
          <a:xfrm>
            <a:off x="993140" y="1944117"/>
            <a:ext cx="10805570" cy="4673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computer science,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logical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expressed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purely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symbolic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notation.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 dirty="0">
              <a:latin typeface="Arial MT"/>
              <a:cs typeface="Arial MT"/>
            </a:endParaRPr>
          </a:p>
          <a:p>
            <a:pPr marL="12700" marR="8953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 notation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involves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describe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properties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variables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omitting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words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such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that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existential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 formalism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also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depends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facts: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 MT"/>
              <a:cs typeface="Arial MT"/>
            </a:endParaRPr>
          </a:p>
          <a:p>
            <a:pPr marL="12700" marR="26987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“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)”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written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)),”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)”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written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“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)).”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illustrate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these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facts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Example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654294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79F-410D-2020-37FC-DF5D4B84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F9CB06B-6B13-60C1-99B4-0DDCB8065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3888" y="1822102"/>
            <a:ext cx="3221713" cy="3213795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2A5573D3-A247-2576-2B77-89028A8DDB43}"/>
              </a:ext>
            </a:extLst>
          </p:cNvPr>
          <p:cNvSpPr txBox="1"/>
          <p:nvPr/>
        </p:nvSpPr>
        <p:spPr>
          <a:xfrm>
            <a:off x="838200" y="1595500"/>
            <a:ext cx="6204073" cy="52142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7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Let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triangle,”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circle,”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square”; let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Blue(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Gray(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blue,”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gray,”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black”;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let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RightOf(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Above(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SameColorAs(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mean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the right of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,” “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is above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,”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has the same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 as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”; </a:t>
            </a:r>
            <a:r>
              <a:rPr sz="2400" spc="-5" dirty="0">
                <a:latin typeface="Arial MT"/>
                <a:cs typeface="Arial MT"/>
              </a:rPr>
              <a:t>and use the notation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 MT"/>
                <a:cs typeface="Arial MT"/>
              </a:rPr>
              <a:t>=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denote 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”.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23749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Let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common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domain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of 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 of all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Tarski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world.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095102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E219-FFA4-5D7B-F68B-E895080B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3608772-14E2-1E62-EEA5-E6A5CB0C24C7}"/>
              </a:ext>
            </a:extLst>
          </p:cNvPr>
          <p:cNvSpPr txBox="1"/>
          <p:nvPr/>
        </p:nvSpPr>
        <p:spPr>
          <a:xfrm>
            <a:off x="993140" y="1944117"/>
            <a:ext cx="10053402" cy="413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Use formal, logical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formal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negation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above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2500" dirty="0">
              <a:latin typeface="Arial MT"/>
              <a:cs typeface="Arial MT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5" dirty="0">
                <a:latin typeface="Arial MT"/>
                <a:cs typeface="Arial MT"/>
              </a:rPr>
              <a:t>There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2500" dirty="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circles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" dirty="0">
                <a:latin typeface="Arial MT"/>
                <a:cs typeface="Arial MT"/>
              </a:rPr>
              <a:t> there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have 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482600">
              <a:lnSpc>
                <a:spcPct val="100000"/>
              </a:lnSpc>
              <a:buFont typeface="Arial"/>
              <a:buAutoNum type="alphaLcPeriod" startAt="4"/>
              <a:tabLst>
                <a:tab pos="366395" algn="l"/>
              </a:tabLst>
            </a:pPr>
            <a:r>
              <a:rPr sz="2400" spc="-5" dirty="0">
                <a:latin typeface="Arial MT"/>
                <a:cs typeface="Arial MT"/>
              </a:rPr>
              <a:t>There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 that 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triangles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01595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E219-FFA4-5D7B-F68B-E895080B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FA8FF45-4C16-5591-B132-662164FF746A}"/>
              </a:ext>
            </a:extLst>
          </p:cNvPr>
          <p:cNvSpPr txBox="1"/>
          <p:nvPr/>
        </p:nvSpPr>
        <p:spPr>
          <a:xfrm>
            <a:off x="993140" y="1944117"/>
            <a:ext cx="10215634" cy="41831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Statement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1480185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10" dirty="0">
                <a:latin typeface="Arial MT"/>
                <a:cs typeface="Arial MT"/>
              </a:rPr>
              <a:t>Ci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c</a:t>
            </a:r>
            <a:r>
              <a:rPr sz="2400" spc="-10" dirty="0">
                <a:latin typeface="Arial MT"/>
                <a:cs typeface="Arial MT"/>
              </a:rPr>
              <a:t>le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bo</a:t>
            </a:r>
            <a:r>
              <a:rPr sz="2400" spc="-5" dirty="0">
                <a:latin typeface="Arial MT"/>
                <a:cs typeface="Arial MT"/>
              </a:rPr>
              <a:t>v</a:t>
            </a:r>
            <a:r>
              <a:rPr sz="2400" spc="-1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i="1" spc="-4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)).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Negation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1480185">
              <a:lnSpc>
                <a:spcPct val="100000"/>
              </a:lnSpc>
            </a:pPr>
            <a:r>
              <a:rPr sz="2400" spc="-10" dirty="0">
                <a:latin typeface="Cambria Math"/>
                <a:cs typeface="Cambria Math"/>
              </a:rPr>
              <a:t>∼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10" dirty="0">
                <a:latin typeface="Arial MT"/>
                <a:cs typeface="Arial MT"/>
              </a:rPr>
              <a:t>Ci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c</a:t>
            </a:r>
            <a:r>
              <a:rPr sz="2400" spc="-10" dirty="0">
                <a:latin typeface="Arial MT"/>
                <a:cs typeface="Arial MT"/>
              </a:rPr>
              <a:t>le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bo</a:t>
            </a:r>
            <a:r>
              <a:rPr sz="2400" spc="-5" dirty="0">
                <a:latin typeface="Arial MT"/>
                <a:cs typeface="Arial MT"/>
              </a:rPr>
              <a:t>v</a:t>
            </a:r>
            <a:r>
              <a:rPr sz="2400" spc="-1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i="1" spc="-4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))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34290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∼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10" dirty="0">
                <a:latin typeface="Arial MT"/>
                <a:cs typeface="Arial MT"/>
              </a:rPr>
              <a:t>Ci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c</a:t>
            </a:r>
            <a:r>
              <a:rPr sz="2400" spc="-10" dirty="0">
                <a:latin typeface="Arial MT"/>
                <a:cs typeface="Arial MT"/>
              </a:rPr>
              <a:t>le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bo</a:t>
            </a:r>
            <a:r>
              <a:rPr sz="2400" spc="-5" dirty="0">
                <a:latin typeface="Arial MT"/>
                <a:cs typeface="Arial MT"/>
              </a:rPr>
              <a:t>v</a:t>
            </a:r>
            <a:r>
              <a:rPr sz="2400" spc="-1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i="1" spc="-4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))</a:t>
            </a:r>
          </a:p>
          <a:p>
            <a:pPr marL="46609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Cambria Math"/>
                <a:cs typeface="Cambria Math"/>
              </a:rPr>
              <a:t>∀</a:t>
            </a:r>
            <a:r>
              <a:rPr sz="1400" spc="65" dirty="0">
                <a:solidFill>
                  <a:srgbClr val="00ADEE"/>
                </a:solidFill>
                <a:latin typeface="Cambria Math"/>
                <a:cs typeface="Cambria Math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Arial MT"/>
              <a:cs typeface="Arial MT"/>
            </a:endParaRPr>
          </a:p>
          <a:p>
            <a:pPr marL="34290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10" dirty="0">
                <a:latin typeface="Arial MT"/>
                <a:cs typeface="Arial MT"/>
              </a:rPr>
              <a:t>Ci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c</a:t>
            </a:r>
            <a:r>
              <a:rPr sz="2400" spc="-10" dirty="0">
                <a:latin typeface="Arial MT"/>
                <a:cs typeface="Arial MT"/>
              </a:rPr>
              <a:t>le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bo</a:t>
            </a:r>
            <a:r>
              <a:rPr sz="2400" spc="-5" dirty="0">
                <a:latin typeface="Arial MT"/>
                <a:cs typeface="Arial MT"/>
              </a:rPr>
              <a:t>v</a:t>
            </a:r>
            <a:r>
              <a:rPr sz="2400" spc="-1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i="1" spc="-4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))</a:t>
            </a:r>
          </a:p>
          <a:p>
            <a:pPr marL="4677410">
              <a:lnSpc>
                <a:spcPct val="100000"/>
              </a:lnSpc>
              <a:spcBef>
                <a:spcPts val="111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of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3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an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if-then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2445094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E219-FFA4-5D7B-F68B-E895080B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4F58700-3063-F716-1AFE-E9CC8F6387CA}"/>
              </a:ext>
            </a:extLst>
          </p:cNvPr>
          <p:cNvSpPr txBox="1"/>
          <p:nvPr/>
        </p:nvSpPr>
        <p:spPr>
          <a:xfrm>
            <a:off x="993140" y="1944117"/>
            <a:ext cx="7818755" cy="4110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Statement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1394460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Negation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1480185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359854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∼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Black(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</a:t>
            </a:r>
            <a:endParaRPr sz="2400" dirty="0">
              <a:latin typeface="Arial MT"/>
              <a:cs typeface="Arial MT"/>
            </a:endParaRPr>
          </a:p>
          <a:p>
            <a:pPr marL="4889500">
              <a:lnSpc>
                <a:spcPct val="100000"/>
              </a:lnSpc>
              <a:spcBef>
                <a:spcPts val="82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Cambria Math"/>
                <a:cs typeface="Cambria Math"/>
              </a:rPr>
              <a:t>∃</a:t>
            </a:r>
            <a:r>
              <a:rPr sz="1400" spc="75" dirty="0">
                <a:solidFill>
                  <a:srgbClr val="00ADEE"/>
                </a:solidFill>
                <a:latin typeface="Cambria Math"/>
                <a:cs typeface="Cambria Math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 dirty="0">
              <a:latin typeface="Arial MT"/>
              <a:cs typeface="Arial MT"/>
            </a:endParaRPr>
          </a:p>
          <a:p>
            <a:pPr marL="3598545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300" dirty="0">
                <a:latin typeface="Cambria Math"/>
                <a:cs typeface="Cambria Math"/>
              </a:rPr>
              <a:t>𝗏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Black(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))</a:t>
            </a:r>
            <a:endParaRPr sz="2400" dirty="0">
              <a:latin typeface="Arial MT"/>
              <a:cs typeface="Arial MT"/>
            </a:endParaRPr>
          </a:p>
          <a:p>
            <a:pPr marL="4887595">
              <a:lnSpc>
                <a:spcPct val="100000"/>
              </a:lnSpc>
              <a:spcBef>
                <a:spcPts val="111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3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Morgan’s</a:t>
            </a:r>
            <a:r>
              <a:rPr sz="1400" spc="-3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endParaRPr sz="1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571109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E219-FFA4-5D7B-F68B-E895080B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8A6EC97-9AFB-B462-6CEA-0407FA07639B}"/>
              </a:ext>
            </a:extLst>
          </p:cNvPr>
          <p:cNvSpPr txBox="1"/>
          <p:nvPr/>
        </p:nvSpPr>
        <p:spPr>
          <a:xfrm>
            <a:off x="1568327" y="1541145"/>
            <a:ext cx="7787005" cy="4951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Statement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497840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(Circle(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SameColor(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))).</a:t>
            </a:r>
          </a:p>
          <a:p>
            <a:pPr>
              <a:lnSpc>
                <a:spcPct val="100000"/>
              </a:lnSpc>
            </a:pPr>
            <a:endParaRPr sz="22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Arial"/>
                <a:cs typeface="Arial"/>
              </a:rPr>
              <a:t>Negation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496570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(Circle(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Arial MT"/>
                <a:cs typeface="Arial MT"/>
              </a:rPr>
              <a:t>y(Square(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SameColor(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))))</a:t>
            </a:r>
          </a:p>
          <a:p>
            <a:pPr>
              <a:lnSpc>
                <a:spcPct val="100000"/>
              </a:lnSpc>
            </a:pPr>
            <a:endParaRPr sz="2250" dirty="0">
              <a:latin typeface="Arial MT"/>
              <a:cs typeface="Arial MT"/>
            </a:endParaRPr>
          </a:p>
          <a:p>
            <a:pPr marL="541020"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∼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(Circle(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SameColor(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</a:t>
            </a:r>
          </a:p>
          <a:p>
            <a:pPr marL="4255135">
              <a:lnSpc>
                <a:spcPct val="100000"/>
              </a:lnSpc>
              <a:spcBef>
                <a:spcPts val="12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Cambria Math"/>
                <a:cs typeface="Cambria Math"/>
              </a:rPr>
              <a:t>∀</a:t>
            </a:r>
            <a:r>
              <a:rPr sz="1400" spc="65" dirty="0">
                <a:solidFill>
                  <a:srgbClr val="00ADEE"/>
                </a:solidFill>
                <a:latin typeface="Cambria Math"/>
                <a:cs typeface="Cambria Math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  <a:p>
            <a:pPr marL="553720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(Circle(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SameColor(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))))</a:t>
            </a:r>
          </a:p>
          <a:p>
            <a:pPr marL="4246245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an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if-then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  <a:spcBef>
                <a:spcPts val="835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(Circle(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SameColor(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))))</a:t>
            </a:r>
          </a:p>
          <a:p>
            <a:pPr marL="4277995">
              <a:lnSpc>
                <a:spcPct val="100000"/>
              </a:lnSpc>
              <a:spcBef>
                <a:spcPts val="58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Cambria Math"/>
                <a:cs typeface="Cambria Math"/>
              </a:rPr>
              <a:t>∃</a:t>
            </a:r>
            <a:r>
              <a:rPr sz="1400" spc="75" dirty="0">
                <a:solidFill>
                  <a:srgbClr val="00ADEE"/>
                </a:solidFill>
                <a:latin typeface="Cambria Math"/>
                <a:cs typeface="Cambria Math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  <a:spcBef>
                <a:spcPts val="335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(Circle(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300" dirty="0">
                <a:latin typeface="Cambria Math"/>
                <a:cs typeface="Cambria Math"/>
              </a:rPr>
              <a:t>𝗏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SameColor(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</a:t>
            </a:r>
          </a:p>
          <a:p>
            <a:pPr marL="4319270">
              <a:lnSpc>
                <a:spcPct val="100000"/>
              </a:lnSpc>
              <a:spcBef>
                <a:spcPts val="1105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3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Morgan’s</a:t>
            </a:r>
            <a:r>
              <a:rPr sz="1400" spc="-3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endParaRPr sz="1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236185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32DD-916E-6965-26CA-E1CD1F5B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5130CD4-43C7-5C27-ABD0-22B28EFF3800}"/>
              </a:ext>
            </a:extLst>
          </p:cNvPr>
          <p:cNvSpPr txBox="1"/>
          <p:nvPr/>
        </p:nvSpPr>
        <p:spPr>
          <a:xfrm>
            <a:off x="993140" y="1944117"/>
            <a:ext cx="9905918" cy="4957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Statement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R="182245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(Triangle(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RightOf(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))).</a:t>
            </a:r>
          </a:p>
          <a:p>
            <a:pPr>
              <a:lnSpc>
                <a:spcPct val="100000"/>
              </a:lnSpc>
            </a:pPr>
            <a:endParaRPr sz="22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Arial"/>
                <a:cs typeface="Arial"/>
              </a:rPr>
              <a:t>Negation</a:t>
            </a:r>
            <a:r>
              <a:rPr sz="2400" spc="-5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R="184150" algn="ctr">
              <a:lnSpc>
                <a:spcPct val="100000"/>
              </a:lnSpc>
            </a:pP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(Triangle(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RightOf(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))))</a:t>
            </a:r>
          </a:p>
          <a:p>
            <a:pPr>
              <a:lnSpc>
                <a:spcPct val="100000"/>
              </a:lnSpc>
            </a:pPr>
            <a:endParaRPr sz="2250" dirty="0">
              <a:latin typeface="Arial MT"/>
              <a:cs typeface="Arial MT"/>
            </a:endParaRPr>
          </a:p>
          <a:p>
            <a:pPr marR="185420"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∼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Arial MT"/>
                <a:cs typeface="Arial MT"/>
              </a:rPr>
              <a:t>(Square(x)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Arial MT"/>
                <a:cs typeface="Arial MT"/>
              </a:rPr>
              <a:t>y(Triangle(x)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RightOf(x,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y)))</a:t>
            </a:r>
          </a:p>
          <a:p>
            <a:pPr marL="45085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Cambria Math"/>
                <a:cs typeface="Cambria Math"/>
              </a:rPr>
              <a:t>∃</a:t>
            </a:r>
            <a:r>
              <a:rPr sz="1400" spc="75" dirty="0">
                <a:solidFill>
                  <a:srgbClr val="00ADEE"/>
                </a:solidFill>
                <a:latin typeface="Cambria Math"/>
                <a:cs typeface="Cambria Math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90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300" dirty="0">
                <a:latin typeface="Cambria Math"/>
                <a:cs typeface="Cambria Math"/>
              </a:rPr>
              <a:t>𝗏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(Triangle(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RightOf(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))))</a:t>
            </a:r>
          </a:p>
          <a:p>
            <a:pPr marL="4509770">
              <a:lnSpc>
                <a:spcPct val="100000"/>
              </a:lnSpc>
              <a:spcBef>
                <a:spcPts val="65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3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Morgan’s</a:t>
            </a:r>
            <a:r>
              <a:rPr sz="1400" spc="-3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endParaRPr sz="1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300" dirty="0">
                <a:latin typeface="Cambria Math"/>
                <a:cs typeface="Cambria Math"/>
              </a:rPr>
              <a:t>𝗏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(Triangle(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Arial MT"/>
                <a:cs typeface="Arial MT"/>
              </a:rPr>
              <a:t>RightOf(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))))</a:t>
            </a:r>
          </a:p>
          <a:p>
            <a:pPr marL="4509770">
              <a:lnSpc>
                <a:spcPct val="100000"/>
              </a:lnSpc>
              <a:spcBef>
                <a:spcPts val="560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Cambria Math"/>
                <a:cs typeface="Cambria Math"/>
              </a:rPr>
              <a:t>∀</a:t>
            </a:r>
            <a:r>
              <a:rPr sz="1400" spc="65" dirty="0">
                <a:solidFill>
                  <a:srgbClr val="00ADEE"/>
                </a:solidFill>
                <a:latin typeface="Cambria Math"/>
                <a:cs typeface="Cambria Math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55"/>
              </a:spcBef>
            </a:pPr>
            <a:r>
              <a:rPr sz="2400" spc="-5" dirty="0">
                <a:latin typeface="Microsoft Sans Serif"/>
                <a:cs typeface="Microsoft Sans Serif"/>
              </a:rPr>
              <a:t>≡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Square(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300" dirty="0">
                <a:latin typeface="Cambria Math"/>
                <a:cs typeface="Cambria Math"/>
              </a:rPr>
              <a:t>𝗏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(Triangle(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∼</a:t>
            </a:r>
            <a:r>
              <a:rPr sz="2400" spc="-5" dirty="0">
                <a:latin typeface="Arial MT"/>
                <a:cs typeface="Arial MT"/>
              </a:rPr>
              <a:t>RightOf(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)))</a:t>
            </a:r>
          </a:p>
          <a:p>
            <a:pPr marL="4551045">
              <a:lnSpc>
                <a:spcPct val="100000"/>
              </a:lnSpc>
              <a:spcBef>
                <a:spcPts val="505"/>
              </a:spcBef>
            </a:pP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by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law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for</a:t>
            </a:r>
            <a:r>
              <a:rPr sz="140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negating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an</a:t>
            </a:r>
            <a:r>
              <a:rPr sz="1400" spc="-1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ADEE"/>
                </a:solidFill>
                <a:latin typeface="Arial MT"/>
                <a:cs typeface="Arial MT"/>
              </a:rPr>
              <a:t>if-then</a:t>
            </a:r>
            <a:r>
              <a:rPr sz="140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00ADEE"/>
                </a:solidFill>
                <a:latin typeface="Arial MT"/>
                <a:cs typeface="Arial MT"/>
              </a:rPr>
              <a:t>statement</a:t>
            </a:r>
            <a:endParaRPr sz="1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237405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32DD-916E-6965-26CA-E1CD1F5B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 Notation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0E88AB1-900E-A841-4A6B-B73A308A0F47}"/>
              </a:ext>
            </a:extLst>
          </p:cNvPr>
          <p:cNvSpPr txBox="1"/>
          <p:nvPr/>
        </p:nvSpPr>
        <p:spPr>
          <a:xfrm>
            <a:off x="993140" y="1944117"/>
            <a:ext cx="10215634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684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Formal logical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branches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computer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science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 artificial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intelligence,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verification,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automata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formal languages.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Taken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together,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symbols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quantifiers,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logical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connectives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make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up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language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 first-order logic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410209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Even though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language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simpler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respects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than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language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day, learning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requires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kind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practice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needed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acquire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foreign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language.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475691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2458-4300-15E2-D9BF-B34A6E51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 with Quantified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9805663-6B44-F5A2-ED1A-A0EC7FF6722C}"/>
              </a:ext>
            </a:extLst>
          </p:cNvPr>
          <p:cNvSpPr txBox="1"/>
          <p:nvPr/>
        </p:nvSpPr>
        <p:spPr>
          <a:xfrm>
            <a:off x="994664" y="1944117"/>
            <a:ext cx="965367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rule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universal</a:t>
            </a:r>
            <a:r>
              <a:rPr sz="2400" i="1" spc="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instantiation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(in-stan-she-AY-shun)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says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843823C-4D79-266E-F213-D92D345C41C5}"/>
              </a:ext>
            </a:extLst>
          </p:cNvPr>
          <p:cNvSpPr txBox="1"/>
          <p:nvPr/>
        </p:nvSpPr>
        <p:spPr>
          <a:xfrm>
            <a:off x="994664" y="4065527"/>
            <a:ext cx="10065189" cy="20287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Universal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instantiation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fundamental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tool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deductive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reasoning.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15875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Mathematical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formulas, definitions,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theorems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 like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general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templates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over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wide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variety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particular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situations.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6A09EAB0-36DE-FE5E-9286-FC9CC8AC19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759" y="3058547"/>
            <a:ext cx="10510584" cy="72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331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E18D-6A5E-774B-22D1-C58D375B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 with Quantified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9D2684F-C7D1-4D48-4AA5-B63B69E16C63}"/>
              </a:ext>
            </a:extLst>
          </p:cNvPr>
          <p:cNvSpPr txBox="1"/>
          <p:nvPr/>
        </p:nvSpPr>
        <p:spPr>
          <a:xfrm>
            <a:off x="993140" y="1944117"/>
            <a:ext cx="10360660" cy="367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163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theorem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says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things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certain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type.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If,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situation,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that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type, then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instantiation,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conclude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particular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29464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repeat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10, 20, 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times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single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problem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solution.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501320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C4C6-6134-6549-EA07-45539891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194743D-6B8D-189A-2496-DF90D7908A3C}"/>
              </a:ext>
            </a:extLst>
          </p:cNvPr>
          <p:cNvSpPr txBox="1"/>
          <p:nvPr/>
        </p:nvSpPr>
        <p:spPr>
          <a:xfrm>
            <a:off x="994664" y="1944117"/>
            <a:ext cx="991914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rule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instantiation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ponens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obtain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valid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called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universal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modus</a:t>
            </a:r>
            <a:r>
              <a:rPr sz="2400" i="1" spc="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ponens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829836F-3767-A9F7-28A6-FE9823559F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758" y="3374703"/>
            <a:ext cx="8209777" cy="203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665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BEF7-141C-E3AF-1ACD-8DB4988A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5A9E92A-837D-A250-7FD5-4D1038C1075E}"/>
              </a:ext>
            </a:extLst>
          </p:cNvPr>
          <p:cNvSpPr txBox="1"/>
          <p:nvPr/>
        </p:nvSpPr>
        <p:spPr>
          <a:xfrm>
            <a:off x="993140" y="1944117"/>
            <a:ext cx="10360660" cy="2398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Note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the first,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major,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premise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universal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ponens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could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written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things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make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25" dirty="0">
                <a:latin typeface="Arial"/>
                <a:cs typeface="Arial"/>
              </a:rPr>
              <a:t>P</a:t>
            </a:r>
            <a:r>
              <a:rPr sz="2400" spc="25" dirty="0">
                <a:latin typeface="Arial MT"/>
                <a:cs typeface="Arial MT"/>
              </a:rPr>
              <a:t>(</a:t>
            </a:r>
            <a:r>
              <a:rPr sz="2400" i="1" spc="25" dirty="0">
                <a:latin typeface="Arial"/>
                <a:cs typeface="Arial"/>
              </a:rPr>
              <a:t>x</a:t>
            </a:r>
            <a:r>
              <a:rPr sz="2400" spc="25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true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make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25" dirty="0">
                <a:latin typeface="Arial"/>
                <a:cs typeface="Arial"/>
              </a:rPr>
              <a:t>Q</a:t>
            </a:r>
            <a:r>
              <a:rPr sz="2400" spc="25" dirty="0">
                <a:latin typeface="Arial MT"/>
                <a:cs typeface="Arial MT"/>
              </a:rPr>
              <a:t>(</a:t>
            </a:r>
            <a:r>
              <a:rPr sz="2400" i="1" spc="25" dirty="0">
                <a:latin typeface="Arial"/>
                <a:cs typeface="Arial"/>
              </a:rPr>
              <a:t>x</a:t>
            </a:r>
            <a:r>
              <a:rPr sz="2400" spc="25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true,”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conclusion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would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instantiation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alone.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66357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However,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if-then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natural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5" dirty="0">
                <a:latin typeface="Arial MT"/>
                <a:cs typeface="Arial MT"/>
              </a:rPr>
              <a:t> use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majority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mathematical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situations.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133685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BEF7-141C-E3AF-1ACD-8DB4988A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743709-1855-C5A7-D0E0-EDD1715C4868}"/>
              </a:ext>
            </a:extLst>
          </p:cNvPr>
          <p:cNvSpPr txBox="1"/>
          <p:nvPr/>
        </p:nvSpPr>
        <p:spPr>
          <a:xfrm>
            <a:off x="931164" y="1944117"/>
            <a:ext cx="10307107" cy="4301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304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Rewrite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symbols.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valid?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Why?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 marL="5334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 its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  <a:p>
            <a:pPr marL="53340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particular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  <a:p>
            <a:pPr marL="520700" indent="-445134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520700" algn="l"/>
                <a:tab pos="521334" algn="l"/>
              </a:tabLst>
            </a:pPr>
            <a:r>
              <a:rPr sz="2400" i="1" spc="-5" dirty="0">
                <a:latin typeface="Arial"/>
                <a:cs typeface="Arial"/>
              </a:rPr>
              <a:t>k</a:t>
            </a:r>
            <a:r>
              <a:rPr sz="2400" spc="-7" baseline="24305" dirty="0">
                <a:latin typeface="Arial MT"/>
                <a:cs typeface="Arial MT"/>
              </a:rPr>
              <a:t>2</a:t>
            </a:r>
            <a:r>
              <a:rPr sz="2400" spc="262" baseline="2430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</a:pPr>
            <a:r>
              <a:rPr sz="2400" spc="-5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 dirty="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major premise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rewritten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endParaRPr sz="2400" dirty="0">
              <a:latin typeface="Arial MT"/>
              <a:cs typeface="Arial MT"/>
            </a:endParaRPr>
          </a:p>
          <a:p>
            <a:pPr marL="514984" algn="ctr">
              <a:lnSpc>
                <a:spcPct val="100000"/>
              </a:lnSpc>
              <a:spcBef>
                <a:spcPts val="2014"/>
              </a:spcBef>
            </a:pP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even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 MT"/>
                <a:cs typeface="Arial MT"/>
              </a:rPr>
              <a:t>2</a:t>
            </a:r>
            <a:r>
              <a:rPr sz="2400" spc="330" baseline="2430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0081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BEF7-141C-E3AF-1ACD-8DB4988A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08DC120-6892-FBED-DDCA-033933E966C2}"/>
              </a:ext>
            </a:extLst>
          </p:cNvPr>
          <p:cNvSpPr txBox="1"/>
          <p:nvPr/>
        </p:nvSpPr>
        <p:spPr>
          <a:xfrm>
            <a:off x="905763" y="1944117"/>
            <a:ext cx="10642223" cy="49039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939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Let </a:t>
            </a:r>
            <a:r>
              <a:rPr sz="2400" i="1" spc="25" dirty="0">
                <a:latin typeface="Arial"/>
                <a:cs typeface="Arial"/>
              </a:rPr>
              <a:t>E</a:t>
            </a:r>
            <a:r>
              <a:rPr sz="2400" spc="25" dirty="0">
                <a:latin typeface="Arial MT"/>
                <a:cs typeface="Arial MT"/>
              </a:rPr>
              <a:t>(</a:t>
            </a:r>
            <a:r>
              <a:rPr sz="2400" i="1" spc="25" dirty="0">
                <a:latin typeface="Arial"/>
                <a:cs typeface="Arial"/>
              </a:rPr>
              <a:t>x</a:t>
            </a:r>
            <a:r>
              <a:rPr sz="2400" spc="25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be</a:t>
            </a:r>
            <a:r>
              <a:rPr sz="2400" dirty="0">
                <a:latin typeface="Arial MT"/>
                <a:cs typeface="Arial MT"/>
              </a:rPr>
              <a:t> 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integer,”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25" dirty="0">
                <a:latin typeface="Arial"/>
                <a:cs typeface="Arial"/>
              </a:rPr>
              <a:t>S</a:t>
            </a:r>
            <a:r>
              <a:rPr sz="2400" spc="25" dirty="0">
                <a:latin typeface="Arial MT"/>
                <a:cs typeface="Arial MT"/>
              </a:rPr>
              <a:t>(</a:t>
            </a:r>
            <a:r>
              <a:rPr sz="2400" i="1" spc="25" dirty="0">
                <a:latin typeface="Arial"/>
                <a:cs typeface="Arial"/>
              </a:rPr>
              <a:t>x</a:t>
            </a:r>
            <a:r>
              <a:rPr sz="2400" spc="25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 MT"/>
                <a:cs typeface="Arial MT"/>
              </a:rPr>
              <a:t>2</a:t>
            </a:r>
            <a:r>
              <a:rPr sz="2400" spc="322" baseline="2430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even,”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let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Then the argument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 MT"/>
              <a:cs typeface="Arial MT"/>
            </a:endParaRPr>
          </a:p>
          <a:p>
            <a:pPr marR="1552575" algn="ctr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 </a:t>
            </a:r>
            <a:r>
              <a:rPr sz="2400" i="1" spc="25" dirty="0">
                <a:latin typeface="Arial"/>
                <a:cs typeface="Arial"/>
              </a:rPr>
              <a:t>E</a:t>
            </a:r>
            <a:r>
              <a:rPr sz="2400" spc="25" dirty="0">
                <a:latin typeface="Arial MT"/>
                <a:cs typeface="Arial MT"/>
              </a:rPr>
              <a:t>(</a:t>
            </a:r>
            <a:r>
              <a:rPr sz="2400" i="1" spc="25" dirty="0">
                <a:latin typeface="Arial"/>
                <a:cs typeface="Arial"/>
              </a:rPr>
              <a:t>x)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20" dirty="0">
                <a:latin typeface="Arial"/>
                <a:cs typeface="Arial"/>
              </a:rPr>
              <a:t>S</a:t>
            </a:r>
            <a:r>
              <a:rPr sz="2400" spc="20" dirty="0">
                <a:latin typeface="Arial MT"/>
                <a:cs typeface="Arial MT"/>
              </a:rPr>
              <a:t>(</a:t>
            </a:r>
            <a:r>
              <a:rPr sz="2400" i="1" spc="20" dirty="0">
                <a:latin typeface="Arial"/>
                <a:cs typeface="Arial"/>
              </a:rPr>
              <a:t>x</a:t>
            </a:r>
            <a:r>
              <a:rPr sz="2400" spc="20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  <a:p>
            <a:pPr marR="1595120" algn="ctr">
              <a:lnSpc>
                <a:spcPct val="100000"/>
              </a:lnSpc>
              <a:spcBef>
                <a:spcPts val="1870"/>
              </a:spcBef>
            </a:pPr>
            <a:r>
              <a:rPr sz="2400" i="1" spc="20" dirty="0">
                <a:latin typeface="Arial"/>
                <a:cs typeface="Arial"/>
              </a:rPr>
              <a:t>E</a:t>
            </a:r>
            <a:r>
              <a:rPr sz="2400" spc="20" dirty="0">
                <a:latin typeface="Arial MT"/>
                <a:cs typeface="Arial MT"/>
              </a:rPr>
              <a:t>(</a:t>
            </a:r>
            <a:r>
              <a:rPr sz="2400" i="1" spc="20" dirty="0">
                <a:latin typeface="Arial"/>
                <a:cs typeface="Arial"/>
              </a:rPr>
              <a:t>k</a:t>
            </a:r>
            <a:r>
              <a:rPr sz="2400" spc="20" dirty="0">
                <a:latin typeface="Arial MT"/>
                <a:cs typeface="Arial MT"/>
              </a:rPr>
              <a:t>),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 MT"/>
              <a:cs typeface="Arial MT"/>
            </a:endParaRPr>
          </a:p>
          <a:p>
            <a:pPr marL="1447799">
              <a:lnSpc>
                <a:spcPct val="100000"/>
              </a:lnSpc>
              <a:tabLst>
                <a:tab pos="1638300" algn="l"/>
              </a:tabLst>
            </a:pPr>
            <a:r>
              <a:rPr lang="en-US" sz="2400" i="1" spc="20" dirty="0">
                <a:latin typeface="Arial"/>
                <a:cs typeface="Arial"/>
              </a:rPr>
              <a:t>                Therefore, </a:t>
            </a:r>
            <a:r>
              <a:rPr sz="2400" i="1" spc="20" dirty="0">
                <a:latin typeface="Arial"/>
                <a:cs typeface="Arial"/>
              </a:rPr>
              <a:t>S</a:t>
            </a:r>
            <a:r>
              <a:rPr sz="2400" spc="20" dirty="0">
                <a:latin typeface="Arial MT"/>
                <a:cs typeface="Arial MT"/>
              </a:rPr>
              <a:t>(</a:t>
            </a:r>
            <a:r>
              <a:rPr sz="2400" i="1" spc="20" dirty="0">
                <a:latin typeface="Arial"/>
                <a:cs typeface="Arial"/>
              </a:rPr>
              <a:t>k</a:t>
            </a:r>
            <a:r>
              <a:rPr sz="2400" spc="20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 MT"/>
              <a:cs typeface="Arial MT"/>
            </a:endParaRPr>
          </a:p>
          <a:p>
            <a:pPr marL="101600" marR="3352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universal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ponens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therefore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valid.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380967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BEF7-141C-E3AF-1ACD-8DB4988A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0397CF8-5515-5F68-F7C2-A0B32260423B}"/>
              </a:ext>
            </a:extLst>
          </p:cNvPr>
          <p:cNvSpPr txBox="1"/>
          <p:nvPr/>
        </p:nvSpPr>
        <p:spPr>
          <a:xfrm>
            <a:off x="956564" y="1944117"/>
            <a:ext cx="10738907" cy="3306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482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Here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sum of any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50165" marR="147320">
              <a:lnSpc>
                <a:spcPct val="100000"/>
              </a:lnSpc>
              <a:tabLst>
                <a:tab pos="4027804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makes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definition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even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integer, namely,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integer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even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if, 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if, it equals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twice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integer.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(Or,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formally:	integers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is even if, and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onl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f,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ege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spc="-5" dirty="0">
                <a:latin typeface="Arial MT"/>
                <a:cs typeface="Arial MT"/>
              </a:rPr>
              <a:t>ch</a:t>
            </a:r>
            <a:r>
              <a:rPr sz="2400" dirty="0">
                <a:latin typeface="Arial MT"/>
                <a:cs typeface="Arial MT"/>
              </a:rPr>
              <a:t> t</a:t>
            </a:r>
            <a:r>
              <a:rPr sz="2400" spc="-10" dirty="0">
                <a:latin typeface="Arial MT"/>
                <a:cs typeface="Arial MT"/>
              </a:rPr>
              <a:t>ha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.)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50800" marR="431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but arbitrarily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integers. Then </a:t>
            </a:r>
            <a:r>
              <a:rPr sz="2400" i="1" dirty="0">
                <a:latin typeface="Arial"/>
                <a:cs typeface="Arial"/>
              </a:rPr>
              <a:t>m </a:t>
            </a:r>
            <a:r>
              <a:rPr sz="2400" dirty="0">
                <a:latin typeface="Arial MT"/>
                <a:cs typeface="Arial MT"/>
              </a:rPr>
              <a:t>= </a:t>
            </a:r>
            <a:r>
              <a:rPr sz="2400" spc="-5" dirty="0">
                <a:latin typeface="Arial MT"/>
                <a:cs typeface="Arial MT"/>
              </a:rPr>
              <a:t>2</a:t>
            </a:r>
            <a:r>
              <a:rPr sz="2400" i="1" spc="-5" dirty="0">
                <a:latin typeface="Arial"/>
                <a:cs typeface="Arial"/>
              </a:rPr>
              <a:t>r </a:t>
            </a:r>
            <a:r>
              <a:rPr sz="2400" spc="-5" dirty="0">
                <a:latin typeface="Arial MT"/>
                <a:cs typeface="Arial MT"/>
              </a:rPr>
              <a:t>for some integer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7" baseline="24305" dirty="0">
                <a:solidFill>
                  <a:srgbClr val="00ADEE"/>
                </a:solidFill>
                <a:latin typeface="Arial MT"/>
                <a:cs typeface="Arial MT"/>
              </a:rPr>
              <a:t>(1)</a:t>
            </a:r>
            <a:r>
              <a:rPr sz="2400" baseline="2430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dirty="0">
                <a:latin typeface="Arial MT"/>
                <a:cs typeface="Arial MT"/>
              </a:rPr>
              <a:t>= </a:t>
            </a:r>
            <a:r>
              <a:rPr sz="2400" spc="-5" dirty="0">
                <a:latin typeface="Arial MT"/>
                <a:cs typeface="Arial MT"/>
              </a:rPr>
              <a:t>2</a:t>
            </a:r>
            <a:r>
              <a:rPr sz="2400" i="1" spc="-5" dirty="0">
                <a:latin typeface="Arial"/>
                <a:cs typeface="Arial"/>
              </a:rPr>
              <a:t>s </a:t>
            </a:r>
            <a:r>
              <a:rPr sz="2400" spc="-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 integer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spc="-7" baseline="24305" dirty="0">
                <a:solidFill>
                  <a:srgbClr val="00ADEE"/>
                </a:solidFill>
                <a:latin typeface="Arial MT"/>
                <a:cs typeface="Arial MT"/>
              </a:rPr>
              <a:t>(2)</a:t>
            </a:r>
            <a:endParaRPr sz="2400" baseline="24305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488168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BEF7-141C-E3AF-1ACD-8DB4988A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7A7820D-7020-67A6-708B-A90E4607FDF8}"/>
              </a:ext>
            </a:extLst>
          </p:cNvPr>
          <p:cNvSpPr txBox="1"/>
          <p:nvPr/>
        </p:nvSpPr>
        <p:spPr>
          <a:xfrm>
            <a:off x="994664" y="1944117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Hen</a:t>
            </a:r>
            <a:r>
              <a:rPr sz="2400" spc="-5" dirty="0">
                <a:latin typeface="Arial MT"/>
                <a:cs typeface="Arial MT"/>
              </a:rPr>
              <a:t>ce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C93D573-0863-84DF-BDC5-B6BB0F3F5580}"/>
              </a:ext>
            </a:extLst>
          </p:cNvPr>
          <p:cNvSpPr txBox="1"/>
          <p:nvPr/>
        </p:nvSpPr>
        <p:spPr>
          <a:xfrm>
            <a:off x="956564" y="3699766"/>
            <a:ext cx="691642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Now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integer,</a:t>
            </a:r>
            <a:r>
              <a:rPr sz="2400" spc="-7" baseline="24305" dirty="0">
                <a:solidFill>
                  <a:srgbClr val="00ADEE"/>
                </a:solidFill>
                <a:latin typeface="Arial MT"/>
                <a:cs typeface="Arial MT"/>
              </a:rPr>
              <a:t>(4)</a:t>
            </a:r>
            <a:r>
              <a:rPr sz="2400" spc="367" baseline="2430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so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2(</a:t>
            </a:r>
            <a:r>
              <a:rPr sz="2400" i="1" spc="-5" dirty="0">
                <a:latin typeface="Arial"/>
                <a:cs typeface="Arial"/>
              </a:rPr>
              <a:t>r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r>
              <a:rPr sz="2400" spc="-7" baseline="24305" dirty="0">
                <a:solidFill>
                  <a:srgbClr val="00ADEE"/>
                </a:solidFill>
                <a:latin typeface="Arial MT"/>
                <a:cs typeface="Arial MT"/>
              </a:rPr>
              <a:t>(5)</a:t>
            </a:r>
            <a:endParaRPr sz="2400" baseline="24305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Thus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3D214C27-D715-BCA4-EA69-A70794B2D2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428" y="2584704"/>
            <a:ext cx="5155645" cy="7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639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CBF5-261E-45BB-259F-C015766F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760A145-0684-8721-4D7D-48F8C11656B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22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expansion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steps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justified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are valid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ponens.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554990" indent="-542925">
              <a:lnSpc>
                <a:spcPct val="100000"/>
              </a:lnSpc>
              <a:buClr>
                <a:srgbClr val="00ADEE"/>
              </a:buClr>
              <a:buAutoNum type="arabicParenBoth"/>
              <a:tabLst>
                <a:tab pos="554990" algn="l"/>
                <a:tab pos="55562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equals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twice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integer.</a:t>
            </a:r>
            <a:endParaRPr sz="2400" dirty="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a particular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integer.</a:t>
            </a:r>
            <a:endParaRPr sz="2400" dirty="0">
              <a:latin typeface="Arial MT"/>
              <a:cs typeface="Arial MT"/>
            </a:endParaRPr>
          </a:p>
          <a:p>
            <a:pPr marL="792480" lvl="1" indent="-274955">
              <a:lnSpc>
                <a:spcPct val="100000"/>
              </a:lnSpc>
              <a:spcBef>
                <a:spcPts val="575"/>
              </a:spcBef>
              <a:buChar char="•"/>
              <a:tabLst>
                <a:tab pos="792480" algn="l"/>
                <a:tab pos="793115" algn="l"/>
              </a:tabLst>
            </a:pP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twice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 dirty="0">
              <a:latin typeface="Arial MT"/>
              <a:cs typeface="Arial MT"/>
            </a:endParaRPr>
          </a:p>
          <a:p>
            <a:pPr marL="554990" indent="-542925">
              <a:lnSpc>
                <a:spcPct val="100000"/>
              </a:lnSpc>
              <a:buClr>
                <a:srgbClr val="00ADEE"/>
              </a:buClr>
              <a:buAutoNum type="arabicParenBoth" startAt="2"/>
              <a:tabLst>
                <a:tab pos="554990" algn="l"/>
                <a:tab pos="55562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equals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twice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integer.</a:t>
            </a:r>
            <a:endParaRPr sz="2400" dirty="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  <a:spcBef>
                <a:spcPts val="575"/>
              </a:spcBef>
            </a:pP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integer.</a:t>
            </a:r>
            <a:endParaRPr sz="2400" dirty="0">
              <a:latin typeface="Arial MT"/>
              <a:cs typeface="Arial MT"/>
            </a:endParaRPr>
          </a:p>
          <a:p>
            <a:pPr marL="792480" lvl="1" indent="-274955">
              <a:lnSpc>
                <a:spcPct val="100000"/>
              </a:lnSpc>
              <a:spcBef>
                <a:spcPts val="575"/>
              </a:spcBef>
              <a:buChar char="•"/>
              <a:tabLst>
                <a:tab pos="792480" algn="l"/>
                <a:tab pos="793115" algn="l"/>
              </a:tabLst>
            </a:pP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twice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9659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B6EB-8016-8F27-E45B-22F99B9B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6BD56314-90F4-16DC-77A4-654944164AC5}"/>
              </a:ext>
            </a:extLst>
          </p:cNvPr>
          <p:cNvSpPr txBox="1"/>
          <p:nvPr/>
        </p:nvSpPr>
        <p:spPr>
          <a:xfrm>
            <a:off x="993140" y="1870965"/>
            <a:ext cx="7241540" cy="3317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54990" indent="-542925">
              <a:lnSpc>
                <a:spcPct val="100000"/>
              </a:lnSpc>
              <a:spcBef>
                <a:spcPts val="675"/>
              </a:spcBef>
              <a:buClr>
                <a:srgbClr val="00ADEE"/>
              </a:buClr>
              <a:buAutoNum type="arabicParenBoth" startAt="3"/>
              <a:tabLst>
                <a:tab pos="554990" algn="l"/>
                <a:tab pos="55562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quantity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number.</a:t>
            </a:r>
            <a:endParaRPr sz="2400" dirty="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integers.</a:t>
            </a:r>
            <a:endParaRPr sz="2400" dirty="0">
              <a:latin typeface="Arial MT"/>
              <a:cs typeface="Arial MT"/>
            </a:endParaRPr>
          </a:p>
          <a:p>
            <a:pPr marL="792480" lvl="1" indent="-274955">
              <a:lnSpc>
                <a:spcPct val="100000"/>
              </a:lnSpc>
              <a:spcBef>
                <a:spcPts val="575"/>
              </a:spcBef>
              <a:buChar char="•"/>
              <a:tabLst>
                <a:tab pos="792480" algn="l"/>
                <a:tab pos="793115" algn="l"/>
              </a:tabLst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numbers.</a:t>
            </a:r>
            <a:endParaRPr sz="24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 dirty="0">
              <a:latin typeface="Arial MT"/>
              <a:cs typeface="Arial MT"/>
            </a:endParaRPr>
          </a:p>
          <a:p>
            <a:pPr marL="518159" marR="5969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a, b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a, b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numbers,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ab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ac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30" dirty="0">
                <a:latin typeface="Arial"/>
                <a:cs typeface="Arial"/>
              </a:rPr>
              <a:t>a</a:t>
            </a:r>
            <a:r>
              <a:rPr sz="2400" spc="30" dirty="0">
                <a:latin typeface="Arial MT"/>
                <a:cs typeface="Arial MT"/>
              </a:rPr>
              <a:t>(</a:t>
            </a:r>
            <a:r>
              <a:rPr sz="2400" i="1" spc="30" dirty="0">
                <a:latin typeface="Arial"/>
                <a:cs typeface="Arial"/>
              </a:rPr>
              <a:t>b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dirty="0">
                <a:latin typeface="Arial MT"/>
                <a:cs typeface="Arial MT"/>
              </a:rPr>
              <a:t>).</a:t>
            </a:r>
          </a:p>
          <a:p>
            <a:pPr marL="518159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2,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 particular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numbers.</a:t>
            </a:r>
            <a:endParaRPr sz="2400" dirty="0">
              <a:latin typeface="Arial MT"/>
              <a:cs typeface="Arial MT"/>
            </a:endParaRPr>
          </a:p>
          <a:p>
            <a:pPr marL="792480" lvl="1" indent="-27495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92480" algn="l"/>
                <a:tab pos="793115" algn="l"/>
              </a:tabLst>
            </a:pPr>
            <a:r>
              <a:rPr sz="2400" spc="-5" dirty="0">
                <a:latin typeface="Arial MT"/>
                <a:cs typeface="Arial MT"/>
              </a:rPr>
              <a:t>2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</a:t>
            </a:r>
            <a:r>
              <a:rPr sz="2400" i="1" spc="-5" dirty="0">
                <a:latin typeface="Arial"/>
                <a:cs typeface="Arial"/>
              </a:rPr>
              <a:t>s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2(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954013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ACBE-054B-FAA0-19BE-F0D70CC0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Ponens</a:t>
            </a: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A1ED9D1F-BDC8-7DEA-5112-E27CCD5690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8159" marR="5080" indent="-506095">
              <a:lnSpc>
                <a:spcPct val="100000"/>
              </a:lnSpc>
              <a:spcBef>
                <a:spcPts val="100"/>
              </a:spcBef>
              <a:buClr>
                <a:srgbClr val="00ADEE"/>
              </a:buClr>
              <a:buFont typeface="Arial MT"/>
              <a:buAutoNum type="arabicParenBoth" startAt="4"/>
              <a:tabLst>
                <a:tab pos="554990" algn="l"/>
                <a:tab pos="555625" algn="l"/>
              </a:tabLst>
            </a:pPr>
            <a:r>
              <a:rPr dirty="0"/>
              <a:t>	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u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v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u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v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u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v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integer.</a:t>
            </a:r>
            <a:endParaRPr sz="2400" dirty="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 two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particular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integers.</a:t>
            </a:r>
            <a:endParaRPr sz="2400" dirty="0">
              <a:latin typeface="Arial MT"/>
              <a:cs typeface="Arial MT"/>
            </a:endParaRPr>
          </a:p>
          <a:p>
            <a:pPr marL="792480" lvl="1" indent="-274955">
              <a:lnSpc>
                <a:spcPct val="100000"/>
              </a:lnSpc>
              <a:spcBef>
                <a:spcPts val="575"/>
              </a:spcBef>
              <a:buChar char="•"/>
              <a:tabLst>
                <a:tab pos="792480" algn="l"/>
                <a:tab pos="793115" algn="l"/>
              </a:tabLst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an integer.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48B4314-6E26-6A97-B142-D20D9EC54847}"/>
              </a:ext>
            </a:extLst>
          </p:cNvPr>
          <p:cNvSpPr txBox="1"/>
          <p:nvPr/>
        </p:nvSpPr>
        <p:spPr>
          <a:xfrm>
            <a:off x="1022636" y="4001294"/>
            <a:ext cx="819086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8159" marR="5080" indent="-506095">
              <a:lnSpc>
                <a:spcPct val="100000"/>
              </a:lnSpc>
              <a:spcBef>
                <a:spcPts val="100"/>
              </a:spcBef>
              <a:buClr>
                <a:srgbClr val="00ADEE"/>
              </a:buClr>
              <a:buFont typeface="Arial MT"/>
              <a:buAutoNum type="arabicParenBoth" startAt="5"/>
              <a:tabLst>
                <a:tab pos="554990" algn="l"/>
                <a:tab pos="555625" algn="l"/>
              </a:tabLst>
            </a:pPr>
            <a:r>
              <a:rPr dirty="0"/>
              <a:t>	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twice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 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2(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twice the integer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.</a:t>
            </a:r>
          </a:p>
          <a:p>
            <a:pPr marL="792480" lvl="1" indent="-27495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92480" algn="l"/>
                <a:tab pos="793115" algn="l"/>
              </a:tabLst>
            </a:pPr>
            <a:r>
              <a:rPr sz="2400" spc="-5" dirty="0">
                <a:latin typeface="Arial MT"/>
                <a:cs typeface="Arial MT"/>
              </a:rPr>
              <a:t>2(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666827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2573C-9F65-7955-03FE-A6F0F830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</a:t>
            </a:r>
            <a:r>
              <a:rPr lang="en-US" dirty="0" err="1"/>
              <a:t>Tollen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C7CA07C-3ECA-CBBD-5861-FDC4D436AC8B}"/>
              </a:ext>
            </a:extLst>
          </p:cNvPr>
          <p:cNvSpPr txBox="1"/>
          <p:nvPr/>
        </p:nvSpPr>
        <p:spPr>
          <a:xfrm>
            <a:off x="943898" y="1573595"/>
            <a:ext cx="10648334" cy="20287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35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Another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crucially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important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rule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inference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universal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modus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tollens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validity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results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instantiation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tollens.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Universal modus tollens is the heart of proof of contradiction,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 is one of the most important methods of mathematical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E849AC3-8C60-4587-0583-A8BABCC2343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251" y="4396582"/>
            <a:ext cx="7641179" cy="209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013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6E4C-876A-24BE-A02F-03AF6E89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</a:t>
            </a:r>
            <a:r>
              <a:rPr lang="en-US" dirty="0" err="1"/>
              <a:t>Tollen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CEFB88D-6E25-ABF1-BA95-03496ED91D8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Rewrite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quantifiers,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symbols.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major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premise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conditional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form.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valid?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Why?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Arial MT"/>
              <a:cs typeface="Arial MT"/>
            </a:endParaRPr>
          </a:p>
          <a:p>
            <a:pPr marL="1384300" marR="2717800">
              <a:lnSpc>
                <a:spcPct val="120000"/>
              </a:lnSpc>
            </a:pPr>
            <a:r>
              <a:rPr sz="2400" spc="-5" dirty="0">
                <a:latin typeface="Arial MT"/>
                <a:cs typeface="Arial MT"/>
              </a:rPr>
              <a:t>All human beings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mortal.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Zeus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mortal.</a:t>
            </a:r>
            <a:endParaRPr sz="2400" dirty="0">
              <a:latin typeface="Arial MT"/>
              <a:cs typeface="Arial MT"/>
            </a:endParaRPr>
          </a:p>
          <a:p>
            <a:pPr marL="1381125" indent="-1898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381760" algn="l"/>
              </a:tabLst>
            </a:pPr>
            <a:r>
              <a:rPr sz="2400" spc="-5" dirty="0">
                <a:latin typeface="Arial MT"/>
                <a:cs typeface="Arial MT"/>
              </a:rPr>
              <a:t>Zeus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human.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The major premise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rewritten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endParaRPr sz="2400" dirty="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human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mortal.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1484205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8C07-0821-63BF-6788-CC6246B0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Modus </a:t>
            </a:r>
            <a:r>
              <a:rPr lang="en-US" dirty="0" err="1"/>
              <a:t>Tollen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CC6E203-D97D-415B-4D32-074D3E82182F}"/>
              </a:ext>
            </a:extLst>
          </p:cNvPr>
          <p:cNvSpPr txBox="1"/>
          <p:nvPr/>
        </p:nvSpPr>
        <p:spPr>
          <a:xfrm>
            <a:off x="994664" y="1944117"/>
            <a:ext cx="796290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Let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25" dirty="0">
                <a:latin typeface="Arial"/>
                <a:cs typeface="Arial"/>
              </a:rPr>
              <a:t>H</a:t>
            </a:r>
            <a:r>
              <a:rPr sz="2400" spc="25" dirty="0">
                <a:latin typeface="Arial MT"/>
                <a:cs typeface="Arial MT"/>
              </a:rPr>
              <a:t>(</a:t>
            </a:r>
            <a:r>
              <a:rPr sz="2400" i="1" spc="25" dirty="0">
                <a:latin typeface="Arial"/>
                <a:cs typeface="Arial"/>
              </a:rPr>
              <a:t>x</a:t>
            </a:r>
            <a:r>
              <a:rPr sz="2400" spc="25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be</a:t>
            </a:r>
            <a:r>
              <a:rPr sz="2400" dirty="0">
                <a:latin typeface="Arial MT"/>
                <a:cs typeface="Arial MT"/>
              </a:rPr>
              <a:t> 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human,”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let </a:t>
            </a:r>
            <a:r>
              <a:rPr sz="2400" i="1" spc="25" dirty="0">
                <a:latin typeface="Arial"/>
                <a:cs typeface="Arial"/>
              </a:rPr>
              <a:t>M</a:t>
            </a:r>
            <a:r>
              <a:rPr sz="2400" spc="25" dirty="0">
                <a:latin typeface="Arial MT"/>
                <a:cs typeface="Arial MT"/>
              </a:rPr>
              <a:t>(</a:t>
            </a:r>
            <a:r>
              <a:rPr sz="2400" i="1" spc="25" dirty="0">
                <a:latin typeface="Arial"/>
                <a:cs typeface="Arial"/>
              </a:rPr>
              <a:t>x</a:t>
            </a:r>
            <a:r>
              <a:rPr sz="2400" spc="25" dirty="0">
                <a:latin typeface="Arial MT"/>
                <a:cs typeface="Arial MT"/>
              </a:rPr>
              <a:t>)</a:t>
            </a:r>
            <a:r>
              <a:rPr sz="2400" spc="-5" dirty="0">
                <a:latin typeface="Arial MT"/>
                <a:cs typeface="Arial MT"/>
              </a:rPr>
              <a:t> be</a:t>
            </a:r>
            <a:r>
              <a:rPr sz="2400" dirty="0">
                <a:latin typeface="Arial MT"/>
                <a:cs typeface="Arial MT"/>
              </a:rPr>
              <a:t> “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mortal,”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let </a:t>
            </a:r>
            <a:r>
              <a:rPr sz="2400" i="1" dirty="0">
                <a:latin typeface="Arial"/>
                <a:cs typeface="Arial"/>
              </a:rPr>
              <a:t>Z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stand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Zeus.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becomes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BF32BAA-A174-C4E7-23F7-59B71A2E7943}"/>
              </a:ext>
            </a:extLst>
          </p:cNvPr>
          <p:cNvSpPr txBox="1"/>
          <p:nvPr/>
        </p:nvSpPr>
        <p:spPr>
          <a:xfrm>
            <a:off x="994664" y="5565144"/>
            <a:ext cx="79571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tollens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therefore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valid.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F5F2A304-3BBF-6314-F619-7E2D8E4EA93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5831" y="3997552"/>
            <a:ext cx="3039457" cy="11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13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7B3B-22DB-6DE0-7E4F-C53615975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Transitivity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7C2132D-5690-7BBB-9831-86E2D0F5F177}"/>
              </a:ext>
            </a:extLst>
          </p:cNvPr>
          <p:cNvSpPr txBox="1"/>
          <p:nvPr/>
        </p:nvSpPr>
        <p:spPr>
          <a:xfrm>
            <a:off x="994664" y="1944117"/>
            <a:ext cx="4485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Consider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B39B9BA-F4C0-52B5-EC80-D0A6FDB2E81D}"/>
              </a:ext>
            </a:extLst>
          </p:cNvPr>
          <p:cNvSpPr txBox="1"/>
          <p:nvPr/>
        </p:nvSpPr>
        <p:spPr>
          <a:xfrm>
            <a:off x="994664" y="4065527"/>
            <a:ext cx="95799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 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instantiation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obtain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valid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3365B135-5196-DAF4-4167-CA1833FA93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8457" y="4822447"/>
            <a:ext cx="7195736" cy="1925137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8C2201F3-1A85-4622-54D5-08FF87B2EC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7162" y="2643155"/>
            <a:ext cx="1164506" cy="113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36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5053</Words>
  <Application>Microsoft Office PowerPoint</Application>
  <PresentationFormat>Widescreen</PresentationFormat>
  <Paragraphs>499</Paragraphs>
  <Slides>70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0" baseType="lpstr">
      <vt:lpstr>Aptos</vt:lpstr>
      <vt:lpstr>Aptos Display</vt:lpstr>
      <vt:lpstr>Arial</vt:lpstr>
      <vt:lpstr>Arial MT</vt:lpstr>
      <vt:lpstr>Cambria Math</vt:lpstr>
      <vt:lpstr>Microsoft Sans Serif</vt:lpstr>
      <vt:lpstr>Symbol</vt:lpstr>
      <vt:lpstr>Times New Roman</vt:lpstr>
      <vt:lpstr>WenQuanYi Micro Hei</vt:lpstr>
      <vt:lpstr>Office Theme</vt:lpstr>
      <vt:lpstr>PowerPoint Presentation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Implicit Quantification</vt:lpstr>
      <vt:lpstr>Implicit Quantification</vt:lpstr>
      <vt:lpstr>Tarski’s World</vt:lpstr>
      <vt:lpstr>Tarski’s World</vt:lpstr>
      <vt:lpstr>Tarski’s World</vt:lpstr>
      <vt:lpstr>Tarski’s World</vt:lpstr>
      <vt:lpstr>Negations of Quantified Statements </vt:lpstr>
      <vt:lpstr>Negations of Quantified Statements </vt:lpstr>
      <vt:lpstr>Negations of Quantified Statements </vt:lpstr>
      <vt:lpstr>Negations of Quantified Statements </vt:lpstr>
      <vt:lpstr>Negations of Quantified Statements </vt:lpstr>
      <vt:lpstr>Quantified Statements</vt:lpstr>
      <vt:lpstr>Quantified Statements</vt:lpstr>
      <vt:lpstr>Quantified Statements</vt:lpstr>
      <vt:lpstr>Vacuous Truth of Universal Statements</vt:lpstr>
      <vt:lpstr>Vacuous Truth of Universal Statements</vt:lpstr>
      <vt:lpstr>Vacuous Truth of Universal Statements</vt:lpstr>
      <vt:lpstr>Vacuous Truth of Universal Statements</vt:lpstr>
      <vt:lpstr>Variants of Universal Conditional Statements</vt:lpstr>
      <vt:lpstr>Variants of Universal Conditional Statements</vt:lpstr>
      <vt:lpstr>Variants of Universal Conditional Statements</vt:lpstr>
      <vt:lpstr>Statements with multiple Quantifiers</vt:lpstr>
      <vt:lpstr>Statements with multiple Quantifiers</vt:lpstr>
      <vt:lpstr>Statements with multiple Quantifiers</vt:lpstr>
      <vt:lpstr>Statements with multiple Quantifiers</vt:lpstr>
      <vt:lpstr>Statements with multiple Quantifiers</vt:lpstr>
      <vt:lpstr>Statements with multiple Quantifiers</vt:lpstr>
      <vt:lpstr>Statements with multiple Quantifiers</vt:lpstr>
      <vt:lpstr>Statements with multiple Quantifiers</vt:lpstr>
      <vt:lpstr>Statements with multiple Quantifiers</vt:lpstr>
      <vt:lpstr>Statements with multiple Quantifiers</vt:lpstr>
      <vt:lpstr>Negations of Multiple Quantified Statements</vt:lpstr>
      <vt:lpstr>Negations of Multiple Quantified Statements</vt:lpstr>
      <vt:lpstr>Negations of Multiple Quantified Statements</vt:lpstr>
      <vt:lpstr>Negations of Multiple Quantified Statements</vt:lpstr>
      <vt:lpstr>Negations of Multiple Quantified Statements</vt:lpstr>
      <vt:lpstr>Negations of Multiple Quantified Statements</vt:lpstr>
      <vt:lpstr>Negations of Multiple Quantified Statements</vt:lpstr>
      <vt:lpstr>Order of Quantifiers</vt:lpstr>
      <vt:lpstr>Order of Quantifiers</vt:lpstr>
      <vt:lpstr>Formal Logic Notation</vt:lpstr>
      <vt:lpstr>Formal Logic Notation</vt:lpstr>
      <vt:lpstr>Formal Logic Notation</vt:lpstr>
      <vt:lpstr>Formal Logic Notation</vt:lpstr>
      <vt:lpstr>Formal Logic Notation</vt:lpstr>
      <vt:lpstr>Formal Logic Notation</vt:lpstr>
      <vt:lpstr>Formal Logic Notation</vt:lpstr>
      <vt:lpstr>Formal Logic Notation</vt:lpstr>
      <vt:lpstr>Arguments with Quantified Statements</vt:lpstr>
      <vt:lpstr>Arguments with Quantified Statements</vt:lpstr>
      <vt:lpstr>Universal Modus Ponens</vt:lpstr>
      <vt:lpstr>Universal Modus Ponens</vt:lpstr>
      <vt:lpstr>Universal Modus Ponens</vt:lpstr>
      <vt:lpstr>Universal Modus Ponens</vt:lpstr>
      <vt:lpstr>Universal Modus Ponens</vt:lpstr>
      <vt:lpstr>Universal Modus Ponens</vt:lpstr>
      <vt:lpstr>Universal Modus Ponens</vt:lpstr>
      <vt:lpstr>Universal Modus Ponens</vt:lpstr>
      <vt:lpstr>Universal Modus Ponens</vt:lpstr>
      <vt:lpstr>Universal Modus Tollen</vt:lpstr>
      <vt:lpstr>Universal Modus Tollen</vt:lpstr>
      <vt:lpstr>Universal Modus Tollen</vt:lpstr>
      <vt:lpstr>Universal Transitivity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Fehmida Usmani</dc:creator>
  <cp:lastModifiedBy>Fehmida Usmani</cp:lastModifiedBy>
  <cp:revision>80</cp:revision>
  <dcterms:created xsi:type="dcterms:W3CDTF">2024-09-09T06:25:39Z</dcterms:created>
  <dcterms:modified xsi:type="dcterms:W3CDTF">2024-09-16T06:21:25Z</dcterms:modified>
</cp:coreProperties>
</file>