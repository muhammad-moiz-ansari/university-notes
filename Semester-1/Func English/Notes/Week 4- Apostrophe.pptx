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2" r:id="rId1"/>
  </p:sldMasterIdLst>
  <p:notesMasterIdLst>
    <p:notesMasterId r:id="rId13"/>
  </p:notesMasterIdLst>
  <p:handoutMasterIdLst>
    <p:handoutMasterId r:id="rId14"/>
  </p:handoutMasterIdLst>
  <p:sldIdLst>
    <p:sldId id="257" r:id="rId2"/>
    <p:sldId id="268" r:id="rId3"/>
    <p:sldId id="259" r:id="rId4"/>
    <p:sldId id="260" r:id="rId5"/>
    <p:sldId id="261" r:id="rId6"/>
    <p:sldId id="262" r:id="rId7"/>
    <p:sldId id="263" r:id="rId8"/>
    <p:sldId id="264" r:id="rId9"/>
    <p:sldId id="265" r:id="rId10"/>
    <p:sldId id="266" r:id="rId11"/>
    <p:sldId id="269" r:id="rId12"/>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945">
          <p15:clr>
            <a:srgbClr val="A4A3A4"/>
          </p15:clr>
        </p15:guide>
        <p15:guide id="3" orient="horz" pos="3888">
          <p15:clr>
            <a:srgbClr val="A4A3A4"/>
          </p15:clr>
        </p15:guide>
        <p15:guide id="4" orient="horz" pos="192">
          <p15:clr>
            <a:srgbClr val="A4A3A4"/>
          </p15:clr>
        </p15:guide>
        <p15:guide id="5" orient="horz" pos="1072">
          <p15:clr>
            <a:srgbClr val="A4A3A4"/>
          </p15:clr>
        </p15:guide>
        <p15:guide id="6" pos="3839">
          <p15:clr>
            <a:srgbClr val="A4A3A4"/>
          </p15:clr>
        </p15:guide>
        <p15:guide id="7" pos="704">
          <p15:clr>
            <a:srgbClr val="A4A3A4"/>
          </p15:clr>
        </p15:guide>
        <p15:guide id="8" pos="7102">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DBED569-4797-4DF1-A0F4-6AAB3CD982D8}">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6182" autoAdjust="0"/>
  </p:normalViewPr>
  <p:slideViewPr>
    <p:cSldViewPr showGuides="1">
      <p:cViewPr varScale="1">
        <p:scale>
          <a:sx n="66" d="100"/>
          <a:sy n="66" d="100"/>
        </p:scale>
        <p:origin x="678" y="66"/>
      </p:cViewPr>
      <p:guideLst>
        <p:guide orient="horz" pos="2160"/>
        <p:guide orient="horz" pos="945"/>
        <p:guide orient="horz" pos="3888"/>
        <p:guide orient="horz" pos="192"/>
        <p:guide orient="horz" pos="1072"/>
        <p:guide pos="3839"/>
        <p:guide pos="704"/>
        <p:guide pos="7102"/>
      </p:guideLst>
    </p:cSldViewPr>
  </p:slideViewPr>
  <p:outlineViewPr>
    <p:cViewPr>
      <p:scale>
        <a:sx n="33" d="100"/>
        <a:sy n="33" d="100"/>
      </p:scale>
      <p:origin x="0" y="-2886"/>
    </p:cViewPr>
  </p:outlineViewPr>
  <p:notesTextViewPr>
    <p:cViewPr>
      <p:scale>
        <a:sx n="3" d="2"/>
        <a:sy n="3" d="2"/>
      </p:scale>
      <p:origin x="0" y="0"/>
    </p:cViewPr>
  </p:notesTextViewPr>
  <p:notesViewPr>
    <p:cSldViewPr>
      <p:cViewPr varScale="1">
        <p:scale>
          <a:sx n="79" d="100"/>
          <a:sy n="79" d="100"/>
        </p:scale>
        <p:origin x="1644"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solidFill>
                <a:schemeClr val="tx2"/>
              </a:solidFill>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E973C59C-4E16-4A64-A766-34DB213E11B3}" type="datetimeFigureOut">
              <a:rPr lang="en-US">
                <a:solidFill>
                  <a:schemeClr val="tx2"/>
                </a:solidFill>
              </a:rPr>
              <a:t>9/14/2023</a:t>
            </a:fld>
            <a:endParaRPr>
              <a:solidFill>
                <a:schemeClr val="tx2"/>
              </a:solidFill>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solidFill>
                <a:schemeClr val="tx2"/>
              </a:solidFill>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FD77566-CD65-4859-9FA1-43956DC85B8C}" type="slidenum">
              <a:rPr>
                <a:solidFill>
                  <a:schemeClr val="tx2"/>
                </a:solidFill>
              </a:rPr>
              <a:t>‹#›</a:t>
            </a:fld>
            <a:endParaRPr>
              <a:solidFill>
                <a:schemeClr val="tx2"/>
              </a:solidFill>
            </a:endParaRPr>
          </a:p>
        </p:txBody>
      </p:sp>
    </p:spTree>
    <p:extLst>
      <p:ext uri="{BB962C8B-B14F-4D97-AF65-F5344CB8AC3E}">
        <p14:creationId xmlns:p14="http://schemas.microsoft.com/office/powerpoint/2010/main" val="27087983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solidFill>
                  <a:schemeClr val="tx2"/>
                </a:solidFill>
              </a:defRPr>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solidFill>
                  <a:schemeClr val="tx2"/>
                </a:solidFill>
              </a:defRPr>
            </a:lvl1pPr>
          </a:lstStyle>
          <a:p>
            <a:fld id="{F95CF31C-F757-429C-A789-86504F04C3BE}" type="datetimeFigureOut">
              <a:rPr lang="en-US"/>
              <a:pPr/>
              <a:t>9/14/2023</a:t>
            </a:fld>
            <a:endParaRPr/>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solidFill>
                  <a:schemeClr val="tx2"/>
                </a:solidFill>
              </a:defRPr>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solidFill>
                  <a:schemeClr val="tx2"/>
                </a:solidFill>
              </a:defRPr>
            </a:lvl1pPr>
          </a:lstStyle>
          <a:p>
            <a:fld id="{B8796F01-7154-41E0-B48B-A6921757531A}" type="slidenum">
              <a:rPr/>
              <a:pPr/>
              <a:t>‹#›</a:t>
            </a:fld>
            <a:endParaRPr/>
          </a:p>
        </p:txBody>
      </p:sp>
    </p:spTree>
    <p:extLst>
      <p:ext uri="{BB962C8B-B14F-4D97-AF65-F5344CB8AC3E}">
        <p14:creationId xmlns:p14="http://schemas.microsoft.com/office/powerpoint/2010/main" val="44077566"/>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2"/>
        </a:solidFill>
        <a:latin typeface="+mn-lt"/>
        <a:ea typeface="+mn-ea"/>
        <a:cs typeface="+mn-cs"/>
      </a:defRPr>
    </a:lvl1pPr>
    <a:lvl2pPr marL="609493" algn="l" defTabSz="1218987" rtl="0" eaLnBrk="1" latinLnBrk="0" hangingPunct="1">
      <a:defRPr sz="1600" kern="1200">
        <a:solidFill>
          <a:schemeClr val="tx2"/>
        </a:solidFill>
        <a:latin typeface="+mn-lt"/>
        <a:ea typeface="+mn-ea"/>
        <a:cs typeface="+mn-cs"/>
      </a:defRPr>
    </a:lvl2pPr>
    <a:lvl3pPr marL="1218987" algn="l" defTabSz="1218987" rtl="0" eaLnBrk="1" latinLnBrk="0" hangingPunct="1">
      <a:defRPr sz="1600" kern="1200">
        <a:solidFill>
          <a:schemeClr val="tx2"/>
        </a:solidFill>
        <a:latin typeface="+mn-lt"/>
        <a:ea typeface="+mn-ea"/>
        <a:cs typeface="+mn-cs"/>
      </a:defRPr>
    </a:lvl3pPr>
    <a:lvl4pPr marL="1828480" algn="l" defTabSz="1218987" rtl="0" eaLnBrk="1" latinLnBrk="0" hangingPunct="1">
      <a:defRPr sz="1600" kern="1200">
        <a:solidFill>
          <a:schemeClr val="tx2"/>
        </a:solidFill>
        <a:latin typeface="+mn-lt"/>
        <a:ea typeface="+mn-ea"/>
        <a:cs typeface="+mn-cs"/>
      </a:defRPr>
    </a:lvl4pPr>
    <a:lvl5pPr marL="2437973" algn="l" defTabSz="1218987" rtl="0" eaLnBrk="1" latinLnBrk="0" hangingPunct="1">
      <a:defRPr sz="1600" kern="1200">
        <a:solidFill>
          <a:schemeClr val="tx2"/>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8796F01-7154-41E0-B48B-A6921757531A}" type="slidenum">
              <a:rPr lang="en-US" smtClean="0"/>
              <a:pPr/>
              <a:t>1</a:t>
            </a:fld>
            <a:endParaRPr lang="en-US"/>
          </a:p>
        </p:txBody>
      </p:sp>
    </p:spTree>
    <p:extLst>
      <p:ext uri="{BB962C8B-B14F-4D97-AF65-F5344CB8AC3E}">
        <p14:creationId xmlns:p14="http://schemas.microsoft.com/office/powerpoint/2010/main" val="16077057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8796F01-7154-41E0-B48B-A6921757531A}" type="slidenum">
              <a:rPr lang="en-US" smtClean="0"/>
              <a:pPr/>
              <a:t>2</a:t>
            </a:fld>
            <a:endParaRPr lang="en-US"/>
          </a:p>
        </p:txBody>
      </p:sp>
    </p:spTree>
    <p:extLst>
      <p:ext uri="{BB962C8B-B14F-4D97-AF65-F5344CB8AC3E}">
        <p14:creationId xmlns:p14="http://schemas.microsoft.com/office/powerpoint/2010/main" val="312937970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bwMode="auto">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4" name="Group 13"/>
          <p:cNvGrpSpPr/>
          <p:nvPr/>
        </p:nvGrpSpPr>
        <p:grpSpPr>
          <a:xfrm>
            <a:off x="0" y="0"/>
            <a:ext cx="12190572" cy="6858000"/>
            <a:chOff x="0" y="0"/>
            <a:chExt cx="12190572" cy="6858000"/>
          </a:xfrm>
        </p:grpSpPr>
        <p:sp>
          <p:nvSpPr>
            <p:cNvPr id="13" name="Rectangle 12"/>
            <p:cNvSpPr/>
            <p:nvPr/>
          </p:nvSpPr>
          <p:spPr>
            <a:xfrm>
              <a:off x="1620" y="0"/>
              <a:ext cx="12188952" cy="6858000"/>
            </a:xfrm>
            <a:prstGeom prst="rect">
              <a:avLst/>
            </a:prstGeom>
            <a:gradFill flip="none" rotWithShape="1">
              <a:gsLst>
                <a:gs pos="0">
                  <a:schemeClr val="accent1">
                    <a:lumMod val="50000"/>
                  </a:schemeClr>
                </a:gs>
                <a:gs pos="58000">
                  <a:schemeClr val="accent1">
                    <a:lumMod val="40000"/>
                    <a:lumOff val="60000"/>
                  </a:schemeClr>
                </a:gs>
                <a:gs pos="100000">
                  <a:schemeClr val="accent1">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grpSp>
          <p:nvGrpSpPr>
            <p:cNvPr id="12" name="Group 11"/>
            <p:cNvGrpSpPr/>
            <p:nvPr/>
          </p:nvGrpSpPr>
          <p:grpSpPr>
            <a:xfrm>
              <a:off x="0" y="0"/>
              <a:ext cx="4742741" cy="6858000"/>
              <a:chOff x="0" y="0"/>
              <a:chExt cx="4742741" cy="6858000"/>
            </a:xfrm>
          </p:grpSpPr>
          <p:pic>
            <p:nvPicPr>
              <p:cNvPr id="9" name="Picture 8" descr="Stacked book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4591594" cy="6858000"/>
              </a:xfrm>
              <a:prstGeom prst="rect">
                <a:avLst/>
              </a:prstGeom>
            </p:spPr>
          </p:pic>
          <p:sp>
            <p:nvSpPr>
              <p:cNvPr id="10" name="Rectangle 9"/>
              <p:cNvSpPr/>
              <p:nvPr/>
            </p:nvSpPr>
            <p:spPr>
              <a:xfrm>
                <a:off x="4605581" y="0"/>
                <a:ext cx="13716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 name="Title 1"/>
          <p:cNvSpPr>
            <a:spLocks noGrp="1"/>
          </p:cNvSpPr>
          <p:nvPr>
            <p:ph type="ctrTitle"/>
          </p:nvPr>
        </p:nvSpPr>
        <p:spPr>
          <a:xfrm>
            <a:off x="4879346" y="1498601"/>
            <a:ext cx="7008574" cy="3298825"/>
          </a:xfrm>
        </p:spPr>
        <p:txBody>
          <a:bodyPr>
            <a:normAutofit/>
          </a:bodyPr>
          <a:lstStyle>
            <a:lvl1pPr algn="l">
              <a:lnSpc>
                <a:spcPct val="90000"/>
              </a:lnSpc>
              <a:defRPr sz="5400" b="0" cap="none" spc="0" baseline="0">
                <a:ln w="0"/>
                <a:solidFill>
                  <a:schemeClr val="tx2"/>
                </a:solidFill>
                <a:effectLst/>
              </a:defRPr>
            </a:lvl1pPr>
          </a:lstStyle>
          <a:p>
            <a:r>
              <a:rPr lang="en-US"/>
              <a:t>Click to edit Master title style</a:t>
            </a:r>
            <a:endParaRPr dirty="0"/>
          </a:p>
        </p:txBody>
      </p:sp>
      <p:sp>
        <p:nvSpPr>
          <p:cNvPr id="3" name="Subtitle 2"/>
          <p:cNvSpPr>
            <a:spLocks noGrp="1"/>
          </p:cNvSpPr>
          <p:nvPr>
            <p:ph type="subTitle" idx="1"/>
          </p:nvPr>
        </p:nvSpPr>
        <p:spPr>
          <a:xfrm>
            <a:off x="4879346" y="4927600"/>
            <a:ext cx="7008574" cy="1244600"/>
          </a:xfrm>
        </p:spPr>
        <p:txBody>
          <a:bodyPr>
            <a:normAutofit/>
          </a:bodyPr>
          <a:lstStyle>
            <a:lvl1pPr marL="0" indent="0" algn="l">
              <a:spcBef>
                <a:spcPts val="0"/>
              </a:spcBef>
              <a:buNone/>
              <a:defRPr sz="2800" b="0" cap="none" spc="0">
                <a:ln w="0"/>
                <a:solidFill>
                  <a:schemeClr val="accent2">
                    <a:lumMod val="50000"/>
                  </a:schemeClr>
                </a:solidFill>
                <a:effectLst/>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dirty="0"/>
          </a:p>
        </p:txBody>
      </p:sp>
      <p:sp>
        <p:nvSpPr>
          <p:cNvPr id="5" name="Date Placeholder 4"/>
          <p:cNvSpPr>
            <a:spLocks noGrp="1"/>
          </p:cNvSpPr>
          <p:nvPr>
            <p:ph type="dt" sz="half" idx="10"/>
          </p:nvPr>
        </p:nvSpPr>
        <p:spPr/>
        <p:txBody>
          <a:bodyPr/>
          <a:lstStyle/>
          <a:p>
            <a:fld id="{5706A09E-12D5-4B1D-B8BB-C300B1DDD423}" type="datetime1">
              <a:rPr lang="en-US" smtClean="0"/>
              <a:t>9/14/2023</a:t>
            </a:fld>
            <a:endParaRPr lang="en-US"/>
          </a:p>
        </p:txBody>
      </p:sp>
      <p:sp>
        <p:nvSpPr>
          <p:cNvPr id="7" name="Footer Placeholder 6"/>
          <p:cNvSpPr>
            <a:spLocks noGrp="1"/>
          </p:cNvSpPr>
          <p:nvPr>
            <p:ph type="ftr" sz="quarter" idx="11"/>
          </p:nvPr>
        </p:nvSpPr>
        <p:spPr/>
        <p:txBody>
          <a:bodyPr/>
          <a:lstStyle/>
          <a:p>
            <a:r>
              <a:rPr lang="en-US" dirty="0"/>
              <a:t>Add a footer</a:t>
            </a:r>
          </a:p>
        </p:txBody>
      </p:sp>
      <p:sp>
        <p:nvSpPr>
          <p:cNvPr id="11" name="Slide Number Placeholder 10"/>
          <p:cNvSpPr>
            <a:spLocks noGrp="1"/>
          </p:cNvSpPr>
          <p:nvPr>
            <p:ph type="sldNum" sz="quarter" idx="12"/>
          </p:nvPr>
        </p:nvSpPr>
        <p:spPr/>
        <p:txBody>
          <a:bodyPr/>
          <a:lstStyle/>
          <a:p>
            <a:fld id="{EB37DED6-D4C7-42EE-AB49-D2E39E64FDE4}" type="slidenum">
              <a:rPr lang="en-US" smtClean="0"/>
              <a:pPr/>
              <a:t>‹#›</a:t>
            </a:fld>
            <a:endParaRPr lang="en-US"/>
          </a:p>
        </p:txBody>
      </p:sp>
    </p:spTree>
    <p:extLst>
      <p:ext uri="{BB962C8B-B14F-4D97-AF65-F5344CB8AC3E}">
        <p14:creationId xmlns:p14="http://schemas.microsoft.com/office/powerpoint/2010/main" val="332201210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vl7pPr>
              <a:defRPr baseline="0"/>
            </a:lvl7pPr>
            <a:lvl8pPr>
              <a:defRPr baseline="0"/>
            </a:lvl8pPr>
            <a:lvl9pPr>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15A9377B-053C-438C-8A98-92C419A6701C}" type="datetime1">
              <a:rPr lang="en-US" smtClean="0"/>
              <a:t>9/14/2023</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DA60BA0E-20D0-4E7C-B286-26C960A6788F}" type="slidenum">
              <a:rPr lang="en-US" smtClean="0"/>
              <a:t>‹#›</a:t>
            </a:fld>
            <a:endParaRPr lang="en-US"/>
          </a:p>
        </p:txBody>
      </p:sp>
    </p:spTree>
    <p:extLst>
      <p:ext uri="{BB962C8B-B14F-4D97-AF65-F5344CB8AC3E}">
        <p14:creationId xmlns:p14="http://schemas.microsoft.com/office/powerpoint/2010/main" val="286535971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ection Header">
    <p:bg bwMode="auto">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2" name="Group 11"/>
          <p:cNvGrpSpPr/>
          <p:nvPr/>
        </p:nvGrpSpPr>
        <p:grpSpPr>
          <a:xfrm>
            <a:off x="1620" y="0"/>
            <a:ext cx="12188952" cy="6858000"/>
            <a:chOff x="1620" y="0"/>
            <a:chExt cx="12188952" cy="6858000"/>
          </a:xfrm>
        </p:grpSpPr>
        <p:sp>
          <p:nvSpPr>
            <p:cNvPr id="4" name="Rectangle 3"/>
            <p:cNvSpPr/>
            <p:nvPr/>
          </p:nvSpPr>
          <p:spPr>
            <a:xfrm>
              <a:off x="1620" y="0"/>
              <a:ext cx="12188952" cy="6858000"/>
            </a:xfrm>
            <a:prstGeom prst="rect">
              <a:avLst/>
            </a:prstGeom>
            <a:gradFill flip="none" rotWithShape="1">
              <a:gsLst>
                <a:gs pos="0">
                  <a:schemeClr val="accent1">
                    <a:lumMod val="50000"/>
                  </a:schemeClr>
                </a:gs>
                <a:gs pos="58000">
                  <a:schemeClr val="accent1">
                    <a:lumMod val="40000"/>
                    <a:lumOff val="60000"/>
                  </a:schemeClr>
                </a:gs>
                <a:gs pos="100000">
                  <a:schemeClr val="accent1">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98818" y="0"/>
              <a:ext cx="4591594" cy="6858000"/>
            </a:xfrm>
            <a:prstGeom prst="rect">
              <a:avLst/>
            </a:prstGeom>
          </p:spPr>
        </p:pic>
        <p:sp>
          <p:nvSpPr>
            <p:cNvPr id="11" name="Rectangle 10"/>
            <p:cNvSpPr/>
            <p:nvPr/>
          </p:nvSpPr>
          <p:spPr>
            <a:xfrm>
              <a:off x="7481252" y="0"/>
              <a:ext cx="13716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a:solidFill>
                  <a:schemeClr val="tx2"/>
                </a:solidFill>
              </a:endParaRPr>
            </a:p>
          </p:txBody>
        </p:sp>
      </p:grpSp>
      <p:pic>
        <p:nvPicPr>
          <p:cNvPr id="5" name="Picture 4" descr="Stacked book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98818" y="0"/>
            <a:ext cx="4591594" cy="6858000"/>
          </a:xfrm>
          <a:prstGeom prst="rect">
            <a:avLst/>
          </a:prstGeom>
        </p:spPr>
      </p:pic>
      <p:sp>
        <p:nvSpPr>
          <p:cNvPr id="7" name="Title 1"/>
          <p:cNvSpPr>
            <a:spLocks noGrp="1"/>
          </p:cNvSpPr>
          <p:nvPr>
            <p:ph type="ctrTitle"/>
          </p:nvPr>
        </p:nvSpPr>
        <p:spPr>
          <a:xfrm>
            <a:off x="237149" y="1498601"/>
            <a:ext cx="7008574" cy="3298825"/>
          </a:xfrm>
        </p:spPr>
        <p:txBody>
          <a:bodyPr>
            <a:normAutofit/>
          </a:bodyPr>
          <a:lstStyle>
            <a:lvl1pPr algn="l">
              <a:lnSpc>
                <a:spcPct val="90000"/>
              </a:lnSpc>
              <a:defRPr sz="5400" b="0" cap="none" spc="0" baseline="0">
                <a:ln w="0"/>
                <a:solidFill>
                  <a:schemeClr val="tx2"/>
                </a:solidFill>
                <a:effectLst/>
              </a:defRPr>
            </a:lvl1pPr>
          </a:lstStyle>
          <a:p>
            <a:r>
              <a:rPr lang="en-US"/>
              <a:t>Click to edit Master title style</a:t>
            </a:r>
            <a:endParaRPr dirty="0"/>
          </a:p>
        </p:txBody>
      </p:sp>
      <p:sp>
        <p:nvSpPr>
          <p:cNvPr id="8" name="Subtitle 2"/>
          <p:cNvSpPr>
            <a:spLocks noGrp="1"/>
          </p:cNvSpPr>
          <p:nvPr>
            <p:ph type="subTitle" idx="1"/>
          </p:nvPr>
        </p:nvSpPr>
        <p:spPr>
          <a:xfrm>
            <a:off x="237149" y="4927600"/>
            <a:ext cx="7008574" cy="1244600"/>
          </a:xfrm>
        </p:spPr>
        <p:txBody>
          <a:bodyPr>
            <a:normAutofit/>
          </a:bodyPr>
          <a:lstStyle>
            <a:lvl1pPr marL="0" indent="0" algn="l">
              <a:spcBef>
                <a:spcPts val="0"/>
              </a:spcBef>
              <a:buNone/>
              <a:defRPr sz="2800" b="0" cap="none" spc="0">
                <a:ln w="0"/>
                <a:solidFill>
                  <a:schemeClr val="accent2">
                    <a:lumMod val="50000"/>
                  </a:schemeClr>
                </a:solidFill>
                <a:effectLst/>
              </a:defRPr>
            </a:lvl1pPr>
            <a:lvl2pPr marL="609493" indent="0" algn="ctr">
              <a:buNone/>
              <a:defRPr>
                <a:solidFill>
                  <a:schemeClr val="tx1">
                    <a:tint val="75000"/>
                  </a:schemeClr>
                </a:solidFill>
              </a:defRPr>
            </a:lvl2pPr>
            <a:lvl3pPr marL="1218987" indent="0" algn="ctr">
              <a:buNone/>
              <a:defRPr>
                <a:solidFill>
                  <a:schemeClr val="tx1">
                    <a:tint val="75000"/>
                  </a:schemeClr>
                </a:solidFill>
              </a:defRPr>
            </a:lvl3pPr>
            <a:lvl4pPr marL="1828480" indent="0" algn="ctr">
              <a:buNone/>
              <a:defRPr>
                <a:solidFill>
                  <a:schemeClr val="tx1">
                    <a:tint val="75000"/>
                  </a:schemeClr>
                </a:solidFill>
              </a:defRPr>
            </a:lvl4pPr>
            <a:lvl5pPr marL="2437973" indent="0" algn="ctr">
              <a:buNone/>
              <a:defRPr>
                <a:solidFill>
                  <a:schemeClr val="tx1">
                    <a:tint val="75000"/>
                  </a:schemeClr>
                </a:solidFill>
              </a:defRPr>
            </a:lvl5pPr>
            <a:lvl6pPr marL="3047467" indent="0" algn="ctr">
              <a:buNone/>
              <a:defRPr>
                <a:solidFill>
                  <a:schemeClr val="tx1">
                    <a:tint val="75000"/>
                  </a:schemeClr>
                </a:solidFill>
              </a:defRPr>
            </a:lvl6pPr>
            <a:lvl7pPr marL="3656960" indent="0" algn="ctr">
              <a:buNone/>
              <a:defRPr>
                <a:solidFill>
                  <a:schemeClr val="tx1">
                    <a:tint val="75000"/>
                  </a:schemeClr>
                </a:solidFill>
              </a:defRPr>
            </a:lvl7pPr>
            <a:lvl8pPr marL="4266453" indent="0" algn="ctr">
              <a:buNone/>
              <a:defRPr>
                <a:solidFill>
                  <a:schemeClr val="tx1">
                    <a:tint val="75000"/>
                  </a:schemeClr>
                </a:solidFill>
              </a:defRPr>
            </a:lvl8pPr>
            <a:lvl9pPr marL="4875947" indent="0" algn="ctr">
              <a:buNone/>
              <a:defRPr>
                <a:solidFill>
                  <a:schemeClr val="tx1">
                    <a:tint val="75000"/>
                  </a:schemeClr>
                </a:solidFill>
              </a:defRPr>
            </a:lvl9pPr>
          </a:lstStyle>
          <a:p>
            <a:r>
              <a:rPr lang="en-US"/>
              <a:t>Click to edit Master subtitle style</a:t>
            </a:r>
            <a:endParaRPr dirty="0"/>
          </a:p>
        </p:txBody>
      </p:sp>
      <p:sp>
        <p:nvSpPr>
          <p:cNvPr id="2" name="Date Placeholder 1"/>
          <p:cNvSpPr>
            <a:spLocks noGrp="1"/>
          </p:cNvSpPr>
          <p:nvPr>
            <p:ph type="dt" sz="half" idx="10"/>
          </p:nvPr>
        </p:nvSpPr>
        <p:spPr/>
        <p:txBody>
          <a:bodyPr/>
          <a:lstStyle/>
          <a:p>
            <a:fld id="{B07CEF46-0123-4A75-9835-49DC49D53DE2}" type="datetime1">
              <a:rPr lang="en-US" smtClean="0"/>
              <a:t>9/14/2023</a:t>
            </a:fld>
            <a:endParaRPr lang="en-US"/>
          </a:p>
        </p:txBody>
      </p:sp>
      <p:sp>
        <p:nvSpPr>
          <p:cNvPr id="3" name="Footer Placeholder 2"/>
          <p:cNvSpPr>
            <a:spLocks noGrp="1"/>
          </p:cNvSpPr>
          <p:nvPr>
            <p:ph type="ftr" sz="quarter" idx="11"/>
          </p:nvPr>
        </p:nvSpPr>
        <p:spPr/>
        <p:txBody>
          <a:bodyPr/>
          <a:lstStyle/>
          <a:p>
            <a:r>
              <a:rPr lang="en-US" dirty="0"/>
              <a:t>Add a footer</a:t>
            </a:r>
          </a:p>
        </p:txBody>
      </p:sp>
      <p:sp>
        <p:nvSpPr>
          <p:cNvPr id="9" name="Slide Number Placeholder 8"/>
          <p:cNvSpPr>
            <a:spLocks noGrp="1"/>
          </p:cNvSpPr>
          <p:nvPr>
            <p:ph type="sldNum" sz="quarter" idx="12"/>
          </p:nvPr>
        </p:nvSpPr>
        <p:spPr/>
        <p:txBody>
          <a:bodyPr/>
          <a:lstStyle/>
          <a:p>
            <a:fld id="{EB37DED6-D4C7-42EE-AB49-D2E39E64FDE4}" type="slidenum">
              <a:rPr lang="en-US" smtClean="0"/>
              <a:pPr/>
              <a:t>‹#›</a:t>
            </a:fld>
            <a:endParaRPr lang="en-US"/>
          </a:p>
        </p:txBody>
      </p:sp>
    </p:spTree>
    <p:extLst>
      <p:ext uri="{BB962C8B-B14F-4D97-AF65-F5344CB8AC3E}">
        <p14:creationId xmlns:p14="http://schemas.microsoft.com/office/powerpoint/2010/main" val="305258273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hasCustomPrompt="1"/>
          </p:nvPr>
        </p:nvSpPr>
        <p:spPr>
          <a:xfrm>
            <a:off x="1117309" y="1701800"/>
            <a:ext cx="4977104" cy="4470400"/>
          </a:xfrm>
        </p:spPr>
        <p:txBody>
          <a:bodyPr>
            <a:normAutofit/>
          </a:bodyPr>
          <a:lstStyle>
            <a:lvl1pPr>
              <a:defRPr sz="2400"/>
            </a:lvl1pPr>
            <a:lvl2pPr>
              <a:defRPr sz="2000"/>
            </a:lvl2pPr>
            <a:lvl3pPr>
              <a:defRPr sz="1800"/>
            </a:lvl3pPr>
            <a:lvl4pPr>
              <a:defRPr sz="1800"/>
            </a:lvl4pPr>
            <a:lvl5pPr marL="2011328">
              <a:defRPr sz="1800"/>
            </a:lvl5pPr>
            <a:lvl6pPr marL="2297078" indent="-285750">
              <a:buFont typeface="Century Gothic" panose="020B0502020202020204" pitchFamily="34" charset="0"/>
              <a:buChar char="–"/>
              <a:defRPr sz="1800"/>
            </a:lvl6pPr>
            <a:lvl7pPr marL="2568575" indent="-285750">
              <a:buFont typeface="Century Gothic" panose="020B0502020202020204" pitchFamily="34" charset="0"/>
              <a:buChar char="–"/>
              <a:defRPr sz="1800"/>
            </a:lvl7pPr>
            <a:lvl8pPr marL="2860675" indent="-285750">
              <a:defRPr sz="1800"/>
            </a:lvl8pPr>
            <a:lvl9pPr marL="3151188" indent="-285750">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8"/>
            <a:endParaRPr dirty="0"/>
          </a:p>
        </p:txBody>
      </p:sp>
      <p:sp>
        <p:nvSpPr>
          <p:cNvPr id="4" name="Content Placeholder 3"/>
          <p:cNvSpPr>
            <a:spLocks noGrp="1"/>
          </p:cNvSpPr>
          <p:nvPr>
            <p:ph sz="half" idx="2" hasCustomPrompt="1"/>
          </p:nvPr>
        </p:nvSpPr>
        <p:spPr>
          <a:xfrm>
            <a:off x="6297559" y="1701800"/>
            <a:ext cx="4977104" cy="4470400"/>
          </a:xfrm>
        </p:spPr>
        <p:txBody>
          <a:bodyPr>
            <a:normAutofit/>
          </a:bodyPr>
          <a:lstStyle>
            <a:lvl1pPr>
              <a:defRPr sz="2400"/>
            </a:lvl1pPr>
            <a:lvl2pPr>
              <a:defRPr sz="2000"/>
            </a:lvl2pPr>
            <a:lvl3pPr>
              <a:defRPr sz="1800"/>
            </a:lvl3pPr>
            <a:lvl4pPr>
              <a:defRPr sz="1800"/>
            </a:lvl4pPr>
            <a:lvl5pPr marL="2011328">
              <a:defRPr sz="1800"/>
            </a:lvl5pPr>
            <a:lvl6pPr marL="2297078" indent="-285750">
              <a:buFont typeface="Century Gothic" panose="020B0502020202020204" pitchFamily="34" charset="0"/>
              <a:buChar char="–"/>
              <a:defRPr sz="1800"/>
            </a:lvl6pPr>
            <a:lvl7pPr marL="2568575" indent="-285750">
              <a:defRPr sz="1800"/>
            </a:lvl7pPr>
            <a:lvl8pPr marL="2860675" indent="-285750">
              <a:defRPr sz="1800"/>
            </a:lvl8pPr>
            <a:lvl9pPr marL="3151188" indent="-285750">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Date Placeholder 4"/>
          <p:cNvSpPr>
            <a:spLocks noGrp="1"/>
          </p:cNvSpPr>
          <p:nvPr>
            <p:ph type="dt" sz="half" idx="10"/>
          </p:nvPr>
        </p:nvSpPr>
        <p:spPr/>
        <p:txBody>
          <a:bodyPr/>
          <a:lstStyle/>
          <a:p>
            <a:fld id="{62A6378D-18AE-47D1-B10A-42F623B40082}" type="datetime1">
              <a:rPr lang="en-US" smtClean="0"/>
              <a:t>9/14/2023</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2025045924"/>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121372" y="1608836"/>
            <a:ext cx="4973041" cy="512064"/>
          </a:xfrm>
        </p:spPr>
        <p:txBody>
          <a:bodyPr anchor="b">
            <a:noAutofit/>
          </a:bodyPr>
          <a:lstStyle>
            <a:lvl1pPr marL="0" indent="0">
              <a:spcBef>
                <a:spcPts val="0"/>
              </a:spcBef>
              <a:buNone/>
              <a:defRPr sz="2400" b="1"/>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hasCustomPrompt="1"/>
          </p:nvPr>
        </p:nvSpPr>
        <p:spPr>
          <a:xfrm>
            <a:off x="1117309" y="2209800"/>
            <a:ext cx="4977104" cy="3962400"/>
          </a:xfrm>
        </p:spPr>
        <p:txBody>
          <a:bodyPr>
            <a:normAutofit/>
          </a:bodyPr>
          <a:lstStyle>
            <a:lvl1pPr>
              <a:defRPr sz="2000"/>
            </a:lvl1pPr>
            <a:lvl2pPr>
              <a:defRPr sz="1800"/>
            </a:lvl2pPr>
            <a:lvl3pPr>
              <a:defRPr sz="1800"/>
            </a:lvl3pPr>
            <a:lvl4pPr>
              <a:defRPr sz="1800"/>
            </a:lvl4pPr>
            <a:lvl5pPr marL="2011328">
              <a:defRPr sz="1800"/>
            </a:lvl5pPr>
            <a:lvl6pPr marL="2297078" indent="-285750">
              <a:buFont typeface="Century Gothic" panose="020B0502020202020204" pitchFamily="34" charset="0"/>
              <a:buChar char="–"/>
              <a:defRPr sz="1800"/>
            </a:lvl6pPr>
            <a:lvl7pPr marL="2568575" indent="-285750">
              <a:defRPr sz="1800"/>
            </a:lvl7pPr>
            <a:lvl8pPr marL="2860675" indent="-285750">
              <a:defRPr sz="1800"/>
            </a:lvl8pPr>
            <a:lvl9pPr marL="3151188" indent="-285750">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Text Placeholder 4"/>
          <p:cNvSpPr>
            <a:spLocks noGrp="1"/>
          </p:cNvSpPr>
          <p:nvPr>
            <p:ph type="body" sz="quarter" idx="3"/>
          </p:nvPr>
        </p:nvSpPr>
        <p:spPr>
          <a:xfrm>
            <a:off x="6301622" y="1608836"/>
            <a:ext cx="4973041" cy="512064"/>
          </a:xfrm>
        </p:spPr>
        <p:txBody>
          <a:bodyPr anchor="b">
            <a:noAutofit/>
          </a:bodyPr>
          <a:lstStyle>
            <a:lvl1pPr marL="0" indent="0">
              <a:spcBef>
                <a:spcPts val="0"/>
              </a:spcBef>
              <a:buNone/>
              <a:defRPr sz="2400" b="1"/>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hasCustomPrompt="1"/>
          </p:nvPr>
        </p:nvSpPr>
        <p:spPr>
          <a:xfrm>
            <a:off x="6297559" y="2209800"/>
            <a:ext cx="4977104" cy="3962400"/>
          </a:xfrm>
        </p:spPr>
        <p:txBody>
          <a:bodyPr>
            <a:normAutofit/>
          </a:bodyPr>
          <a:lstStyle>
            <a:lvl1pPr>
              <a:defRPr sz="2000"/>
            </a:lvl1pPr>
            <a:lvl2pPr>
              <a:defRPr sz="1800"/>
            </a:lvl2pPr>
            <a:lvl3pPr>
              <a:defRPr sz="1800"/>
            </a:lvl3pPr>
            <a:lvl4pPr>
              <a:defRPr sz="1800"/>
            </a:lvl4pPr>
            <a:lvl5pPr marL="2011328">
              <a:defRPr sz="1800"/>
            </a:lvl5pPr>
            <a:lvl6pPr marL="2297078" indent="-285750">
              <a:buFont typeface="Century Gothic" panose="020B0502020202020204" pitchFamily="34" charset="0"/>
              <a:buChar char="–"/>
              <a:defRPr sz="1800"/>
            </a:lvl6pPr>
            <a:lvl7pPr marL="2568575" indent="-285750">
              <a:defRPr sz="1800"/>
            </a:lvl7pPr>
            <a:lvl8pPr marL="2860675" indent="-285750">
              <a:defRPr sz="1800"/>
            </a:lvl8pPr>
            <a:lvl9pPr marL="3151188" indent="-285750">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7" name="Date Placeholder 6"/>
          <p:cNvSpPr>
            <a:spLocks noGrp="1"/>
          </p:cNvSpPr>
          <p:nvPr>
            <p:ph type="dt" sz="half" idx="10"/>
          </p:nvPr>
        </p:nvSpPr>
        <p:spPr/>
        <p:txBody>
          <a:bodyPr/>
          <a:lstStyle/>
          <a:p>
            <a:fld id="{321F6AE8-D704-41F6-B16A-5547B5672AC1}" type="datetime1">
              <a:rPr lang="en-US" smtClean="0"/>
              <a:t>9/14/2023</a:t>
            </a:fld>
            <a:endParaRPr lang="en-US"/>
          </a:p>
        </p:txBody>
      </p:sp>
      <p:sp>
        <p:nvSpPr>
          <p:cNvPr id="8" name="Footer Placeholder 7"/>
          <p:cNvSpPr>
            <a:spLocks noGrp="1"/>
          </p:cNvSpPr>
          <p:nvPr>
            <p:ph type="ftr" sz="quarter" idx="11"/>
          </p:nvPr>
        </p:nvSpPr>
        <p:spPr/>
        <p:txBody>
          <a:bodyPr/>
          <a:lstStyle/>
          <a:p>
            <a:r>
              <a:rPr lang="en-US" dirty="0"/>
              <a:t>Add a footer</a:t>
            </a:r>
          </a:p>
        </p:txBody>
      </p:sp>
      <p:sp>
        <p:nvSpPr>
          <p:cNvPr id="9" name="Slide Number Placeholder 8"/>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92007289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58AB9538-6F63-4C0B-916D-ED3F4E0A1B28}" type="datetime1">
              <a:rPr lang="en-US" smtClean="0"/>
              <a:t>9/14/2023</a:t>
            </a:fld>
            <a:endParaRPr lang="en-US"/>
          </a:p>
        </p:txBody>
      </p:sp>
      <p:sp>
        <p:nvSpPr>
          <p:cNvPr id="4" name="Footer Placeholder 3"/>
          <p:cNvSpPr>
            <a:spLocks noGrp="1"/>
          </p:cNvSpPr>
          <p:nvPr>
            <p:ph type="ftr" sz="quarter" idx="11"/>
          </p:nvPr>
        </p:nvSpPr>
        <p:spPr/>
        <p:txBody>
          <a:bodyPr/>
          <a:lstStyle/>
          <a:p>
            <a:r>
              <a:rPr lang="en-US" dirty="0"/>
              <a:t>Add a footer</a:t>
            </a:r>
          </a:p>
        </p:txBody>
      </p:sp>
      <p:sp>
        <p:nvSpPr>
          <p:cNvPr id="5" name="Slide Number Placeholder 4"/>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2304845194"/>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68F15BF-7116-4A9E-8022-5A2DC937F971}" type="datetime1">
              <a:rPr lang="en-US" smtClean="0"/>
              <a:t>9/14/2023</a:t>
            </a:fld>
            <a:endParaRPr lang="en-US"/>
          </a:p>
        </p:txBody>
      </p:sp>
      <p:sp>
        <p:nvSpPr>
          <p:cNvPr id="3" name="Footer Placeholder 2"/>
          <p:cNvSpPr>
            <a:spLocks noGrp="1"/>
          </p:cNvSpPr>
          <p:nvPr>
            <p:ph type="ftr" sz="quarter" idx="11"/>
          </p:nvPr>
        </p:nvSpPr>
        <p:spPr/>
        <p:txBody>
          <a:bodyPr/>
          <a:lstStyle/>
          <a:p>
            <a:r>
              <a:rPr lang="en-US" dirty="0"/>
              <a:t>Add a footer</a:t>
            </a:r>
          </a:p>
        </p:txBody>
      </p:sp>
      <p:sp>
        <p:nvSpPr>
          <p:cNvPr id="4" name="Slide Number Placeholder 3"/>
          <p:cNvSpPr>
            <a:spLocks noGrp="1"/>
          </p:cNvSpPr>
          <p:nvPr>
            <p:ph type="sldNum" sz="quarter" idx="12"/>
          </p:nvPr>
        </p:nvSpPr>
        <p:spPr/>
        <p:txBody>
          <a:bodyPr/>
          <a:lstStyle/>
          <a:p>
            <a:fld id="{EB37DED6-D4C7-42EE-AB49-D2E39E64FDE4}" type="slidenum">
              <a:rPr lang="en-US" smtClean="0"/>
              <a:t>‹#›</a:t>
            </a:fld>
            <a:endParaRPr lang="en-US"/>
          </a:p>
        </p:txBody>
      </p:sp>
    </p:spTree>
    <p:extLst>
      <p:ext uri="{BB962C8B-B14F-4D97-AF65-F5344CB8AC3E}">
        <p14:creationId xmlns:p14="http://schemas.microsoft.com/office/powerpoint/2010/main" val="21950725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3961368" y="0"/>
            <a:ext cx="7922736" cy="6858000"/>
          </a:xfrm>
          <a:prstGeom prst="rect">
            <a:avLst/>
          </a:prstGeom>
          <a:gradFill flip="none" rotWithShape="1">
            <a:gsLst>
              <a:gs pos="0">
                <a:schemeClr val="bg1">
                  <a:alpha val="0"/>
                </a:schemeClr>
              </a:gs>
              <a:gs pos="100000">
                <a:schemeClr val="bg1">
                  <a:alpha val="55000"/>
                </a:schemeClr>
              </a:gs>
            </a:gsLst>
            <a:lin ang="7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 name="Title 1"/>
          <p:cNvSpPr>
            <a:spLocks noGrp="1"/>
          </p:cNvSpPr>
          <p:nvPr>
            <p:ph type="title"/>
          </p:nvPr>
        </p:nvSpPr>
        <p:spPr>
          <a:xfrm>
            <a:off x="455612" y="1701800"/>
            <a:ext cx="3351927" cy="2844800"/>
          </a:xfrm>
        </p:spPr>
        <p:txBody>
          <a:bodyPr anchor="b">
            <a:normAutofit/>
          </a:bodyPr>
          <a:lstStyle>
            <a:lvl1pPr algn="l">
              <a:defRPr sz="2000" b="1">
                <a:effectLst/>
              </a:defRPr>
            </a:lvl1pPr>
          </a:lstStyle>
          <a:p>
            <a:r>
              <a:rPr lang="en-US"/>
              <a:t>Click to edit Master title style</a:t>
            </a:r>
            <a:endParaRPr dirty="0"/>
          </a:p>
        </p:txBody>
      </p:sp>
      <p:sp>
        <p:nvSpPr>
          <p:cNvPr id="3" name="Content Placeholder 2"/>
          <p:cNvSpPr>
            <a:spLocks noGrp="1"/>
          </p:cNvSpPr>
          <p:nvPr>
            <p:ph idx="1" hasCustomPrompt="1"/>
          </p:nvPr>
        </p:nvSpPr>
        <p:spPr>
          <a:xfrm>
            <a:off x="4469236" y="482600"/>
            <a:ext cx="6805427" cy="5892800"/>
          </a:xfrm>
        </p:spPr>
        <p:txBody>
          <a:bodyPr>
            <a:normAutofit/>
          </a:bodyPr>
          <a:lstStyle>
            <a:lvl1pPr>
              <a:defRPr sz="2400"/>
            </a:lvl1pPr>
            <a:lvl2pPr>
              <a:defRPr sz="2000"/>
            </a:lvl2pPr>
            <a:lvl3pPr>
              <a:defRPr sz="1800"/>
            </a:lvl3pPr>
            <a:lvl4pPr>
              <a:defRPr sz="1800"/>
            </a:lvl4pPr>
            <a:lvl5pPr>
              <a:defRPr sz="1800"/>
            </a:lvl5pPr>
            <a:lvl6pPr marL="2418976" indent="-285750">
              <a:buFont typeface="Century Gothic" panose="020B0502020202020204" pitchFamily="34" charset="0"/>
              <a:buChar cha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Text Placeholder 3"/>
          <p:cNvSpPr>
            <a:spLocks noGrp="1"/>
          </p:cNvSpPr>
          <p:nvPr>
            <p:ph type="body" sz="half" idx="2"/>
          </p:nvPr>
        </p:nvSpPr>
        <p:spPr>
          <a:xfrm>
            <a:off x="455612" y="4648200"/>
            <a:ext cx="3351927" cy="1727200"/>
          </a:xfrm>
        </p:spPr>
        <p:txBody>
          <a:bodyPr>
            <a:normAutofit/>
          </a:bodyPr>
          <a:lstStyle>
            <a:lvl1pPr marL="0" indent="0">
              <a:spcBef>
                <a:spcPts val="1200"/>
              </a:spcBef>
              <a:buNone/>
              <a:defRPr sz="16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41B8DC91-5A3B-40CE-8C1D-279A8EF6E008}" type="datetime1">
              <a:rPr lang="en-US" smtClean="0"/>
              <a:t>9/14/2023</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2DFBB78A-01B4-41F2-96B0-677A4A282832}" type="slidenum">
              <a:rPr lang="en-US" smtClean="0"/>
              <a:t>‹#›</a:t>
            </a:fld>
            <a:endParaRPr lang="en-US"/>
          </a:p>
        </p:txBody>
      </p:sp>
    </p:spTree>
    <p:extLst>
      <p:ext uri="{BB962C8B-B14F-4D97-AF65-F5344CB8AC3E}">
        <p14:creationId xmlns:p14="http://schemas.microsoft.com/office/powerpoint/2010/main" val="78911093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082258" y="0"/>
            <a:ext cx="8024310" cy="6858000"/>
          </a:xfrm>
          <a:prstGeom prst="rect">
            <a:avLst/>
          </a:prstGeom>
          <a:gradFill flip="none" rotWithShape="1">
            <a:gsLst>
              <a:gs pos="0">
                <a:schemeClr val="bg1">
                  <a:alpha val="0"/>
                </a:schemeClr>
              </a:gs>
              <a:gs pos="100000">
                <a:schemeClr val="bg1">
                  <a:alpha val="55000"/>
                </a:schemeClr>
              </a:gs>
            </a:gsLst>
            <a:lin ang="7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2" name="Title 1"/>
          <p:cNvSpPr>
            <a:spLocks noGrp="1"/>
          </p:cNvSpPr>
          <p:nvPr>
            <p:ph type="title"/>
          </p:nvPr>
        </p:nvSpPr>
        <p:spPr>
          <a:xfrm>
            <a:off x="2437765" y="4800600"/>
            <a:ext cx="7313295" cy="762000"/>
          </a:xfrm>
        </p:spPr>
        <p:txBody>
          <a:bodyPr anchor="b">
            <a:normAutofit/>
          </a:bodyPr>
          <a:lstStyle>
            <a:lvl1pPr algn="l">
              <a:defRPr sz="2000" b="1">
                <a:effectLst/>
              </a:defRPr>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2437765" y="279401"/>
            <a:ext cx="7313295" cy="4448175"/>
          </a:xfrm>
        </p:spPr>
        <p:txBody>
          <a:bodyPr>
            <a:normAutofit/>
          </a:bodyPr>
          <a:lstStyle>
            <a:lvl1pPr marL="0" indent="0">
              <a:buNone/>
              <a:defRPr sz="28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a:p>
        </p:txBody>
      </p:sp>
      <p:sp>
        <p:nvSpPr>
          <p:cNvPr id="4" name="Text Placeholder 3"/>
          <p:cNvSpPr>
            <a:spLocks noGrp="1"/>
          </p:cNvSpPr>
          <p:nvPr>
            <p:ph type="body" sz="half" idx="2"/>
          </p:nvPr>
        </p:nvSpPr>
        <p:spPr>
          <a:xfrm>
            <a:off x="2437765" y="5562600"/>
            <a:ext cx="7313295" cy="812800"/>
          </a:xfrm>
        </p:spPr>
        <p:txBody>
          <a:bodyPr>
            <a:normAutofit/>
          </a:bodyPr>
          <a:lstStyle>
            <a:lvl1pPr marL="0" indent="0">
              <a:spcBef>
                <a:spcPts val="0"/>
              </a:spcBef>
              <a:buNone/>
              <a:defRPr sz="16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5" name="Date Placeholder 4"/>
          <p:cNvSpPr>
            <a:spLocks noGrp="1"/>
          </p:cNvSpPr>
          <p:nvPr>
            <p:ph type="dt" sz="half" idx="10"/>
          </p:nvPr>
        </p:nvSpPr>
        <p:spPr/>
        <p:txBody>
          <a:bodyPr/>
          <a:lstStyle/>
          <a:p>
            <a:fld id="{36B7C20A-B94A-4E20-B4B2-88A7825AE904}" type="datetime1">
              <a:rPr lang="en-US" smtClean="0"/>
              <a:t>9/14/2023</a:t>
            </a:fld>
            <a:endParaRPr lang="en-US"/>
          </a:p>
        </p:txBody>
      </p:sp>
      <p:sp>
        <p:nvSpPr>
          <p:cNvPr id="6" name="Footer Placeholder 5"/>
          <p:cNvSpPr>
            <a:spLocks noGrp="1"/>
          </p:cNvSpPr>
          <p:nvPr>
            <p:ph type="ftr" sz="quarter" idx="11"/>
          </p:nvPr>
        </p:nvSpPr>
        <p:spPr/>
        <p:txBody>
          <a:bodyPr/>
          <a:lstStyle/>
          <a:p>
            <a:r>
              <a:rPr lang="en-US" dirty="0"/>
              <a:t>Add a footer</a:t>
            </a:r>
          </a:p>
        </p:txBody>
      </p:sp>
      <p:sp>
        <p:nvSpPr>
          <p:cNvPr id="7" name="Slide Number Placeholder 6"/>
          <p:cNvSpPr>
            <a:spLocks noGrp="1"/>
          </p:cNvSpPr>
          <p:nvPr>
            <p:ph type="sldNum" sz="quarter" idx="12"/>
          </p:nvPr>
        </p:nvSpPr>
        <p:spPr/>
        <p:txBody>
          <a:bodyPr/>
          <a:lstStyle/>
          <a:p>
            <a:fld id="{2DFBB78A-01B4-41F2-96B0-677A4A282832}" type="slidenum">
              <a:rPr lang="en-US" smtClean="0"/>
              <a:t>‹#›</a:t>
            </a:fld>
            <a:endParaRPr lang="en-US"/>
          </a:p>
        </p:txBody>
      </p:sp>
    </p:spTree>
    <p:extLst>
      <p:ext uri="{BB962C8B-B14F-4D97-AF65-F5344CB8AC3E}">
        <p14:creationId xmlns:p14="http://schemas.microsoft.com/office/powerpoint/2010/main" val="352137259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hasCustomPrompt="1"/>
          </p:nvPr>
        </p:nvSpPr>
        <p:spPr/>
        <p:txBody>
          <a:bodyPr vert="eaVert"/>
          <a:lstStyle>
            <a:lvl5pPr>
              <a:defRPr/>
            </a:lvl5pPr>
            <a:lvl6pPr marL="2418976" indent="-285750">
              <a:buFont typeface="Century Gothic" panose="020B0502020202020204" pitchFamily="34" charset="0"/>
              <a:buChar cha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Date Placeholder 3"/>
          <p:cNvSpPr>
            <a:spLocks noGrp="1"/>
          </p:cNvSpPr>
          <p:nvPr>
            <p:ph type="dt" sz="half" idx="10"/>
          </p:nvPr>
        </p:nvSpPr>
        <p:spPr/>
        <p:txBody>
          <a:bodyPr/>
          <a:lstStyle/>
          <a:p>
            <a:fld id="{D91CA53D-4C84-40AA-983E-A1E818A7FEFC}" type="datetime1">
              <a:rPr lang="en-US" smtClean="0"/>
              <a:t>9/14/2023</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591C5AD9-787D-40FA-8A4D-16A055B9AF81}" type="slidenum">
              <a:rPr lang="en-US" smtClean="0"/>
              <a:t>‹#›</a:t>
            </a:fld>
            <a:endParaRPr lang="en-US"/>
          </a:p>
        </p:txBody>
      </p:sp>
    </p:spTree>
    <p:extLst>
      <p:ext uri="{BB962C8B-B14F-4D97-AF65-F5344CB8AC3E}">
        <p14:creationId xmlns:p14="http://schemas.microsoft.com/office/powerpoint/2010/main" val="1817619833"/>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852633" y="274638"/>
            <a:ext cx="1422030" cy="5897561"/>
          </a:xfrm>
        </p:spPr>
        <p:txBody>
          <a:bodyPr vert="eaVert"/>
          <a:lstStyle/>
          <a:p>
            <a:r>
              <a:rPr lang="en-US"/>
              <a:t>Click to edit Master title style</a:t>
            </a:r>
            <a:endParaRPr/>
          </a:p>
        </p:txBody>
      </p:sp>
      <p:sp>
        <p:nvSpPr>
          <p:cNvPr id="3" name="Vertical Text Placeholder 2"/>
          <p:cNvSpPr>
            <a:spLocks noGrp="1"/>
          </p:cNvSpPr>
          <p:nvPr>
            <p:ph type="body" orient="vert" idx="1" hasCustomPrompt="1"/>
          </p:nvPr>
        </p:nvSpPr>
        <p:spPr>
          <a:xfrm>
            <a:off x="1117309" y="274638"/>
            <a:ext cx="8532178" cy="5897561"/>
          </a:xfrm>
        </p:spPr>
        <p:txBody>
          <a:bodyPr vert="eaVert"/>
          <a:lstStyle>
            <a:lvl5pPr>
              <a:defRPr/>
            </a:lvl5pPr>
            <a:lvl6pPr marL="2418976" indent="-285750">
              <a:buFont typeface="Century Gothic" panose="020B0502020202020204" pitchFamily="34" charset="0"/>
              <a:buChar cha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Date Placeholder 3"/>
          <p:cNvSpPr>
            <a:spLocks noGrp="1"/>
          </p:cNvSpPr>
          <p:nvPr>
            <p:ph type="dt" sz="half" idx="10"/>
          </p:nvPr>
        </p:nvSpPr>
        <p:spPr/>
        <p:txBody>
          <a:bodyPr/>
          <a:lstStyle/>
          <a:p>
            <a:fld id="{C8E2FCEE-AE66-4EAB-9C04-97F8A56A6354}" type="datetime1">
              <a:rPr lang="en-US" smtClean="0"/>
              <a:t>9/14/2023</a:t>
            </a:fld>
            <a:endParaRPr lang="en-US"/>
          </a:p>
        </p:txBody>
      </p:sp>
      <p:sp>
        <p:nvSpPr>
          <p:cNvPr id="5" name="Footer Placeholder 4"/>
          <p:cNvSpPr>
            <a:spLocks noGrp="1"/>
          </p:cNvSpPr>
          <p:nvPr>
            <p:ph type="ftr" sz="quarter" idx="11"/>
          </p:nvPr>
        </p:nvSpPr>
        <p:spPr/>
        <p:txBody>
          <a:bodyPr/>
          <a:lstStyle/>
          <a:p>
            <a:r>
              <a:rPr lang="en-US" dirty="0"/>
              <a:t>Add a footer</a:t>
            </a:r>
          </a:p>
        </p:txBody>
      </p:sp>
      <p:sp>
        <p:nvSpPr>
          <p:cNvPr id="6" name="Slide Number Placeholder 5"/>
          <p:cNvSpPr>
            <a:spLocks noGrp="1"/>
          </p:cNvSpPr>
          <p:nvPr>
            <p:ph type="sldNum" sz="quarter" idx="12"/>
          </p:nvPr>
        </p:nvSpPr>
        <p:spPr/>
        <p:txBody>
          <a:bodyPr/>
          <a:lstStyle/>
          <a:p>
            <a:fld id="{591C5AD9-787D-40FA-8A4D-16A055B9AF81}" type="slidenum">
              <a:rPr lang="en-US" smtClean="0"/>
              <a:t>‹#›</a:t>
            </a:fld>
            <a:endParaRPr lang="en-US"/>
          </a:p>
        </p:txBody>
      </p:sp>
    </p:spTree>
    <p:extLst>
      <p:ext uri="{BB962C8B-B14F-4D97-AF65-F5344CB8AC3E}">
        <p14:creationId xmlns:p14="http://schemas.microsoft.com/office/powerpoint/2010/main" val="372369152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grpSp>
        <p:nvGrpSpPr>
          <p:cNvPr id="7" name="Group 6"/>
          <p:cNvGrpSpPr/>
          <p:nvPr/>
        </p:nvGrpSpPr>
        <p:grpSpPr>
          <a:xfrm>
            <a:off x="1620" y="0"/>
            <a:ext cx="12188952" cy="6858000"/>
            <a:chOff x="1620" y="0"/>
            <a:chExt cx="12188952" cy="6858000"/>
          </a:xfrm>
        </p:grpSpPr>
        <p:sp>
          <p:nvSpPr>
            <p:cNvPr id="10" name="Rectangle 9"/>
            <p:cNvSpPr/>
            <p:nvPr/>
          </p:nvSpPr>
          <p:spPr>
            <a:xfrm>
              <a:off x="1620" y="0"/>
              <a:ext cx="12188952" cy="6858000"/>
            </a:xfrm>
            <a:prstGeom prst="rect">
              <a:avLst/>
            </a:prstGeom>
            <a:gradFill flip="none" rotWithShape="1">
              <a:gsLst>
                <a:gs pos="0">
                  <a:schemeClr val="accent1">
                    <a:lumMod val="50000"/>
                  </a:schemeClr>
                </a:gs>
                <a:gs pos="58000">
                  <a:schemeClr val="accent1">
                    <a:lumMod val="40000"/>
                    <a:lumOff val="60000"/>
                  </a:schemeClr>
                </a:gs>
                <a:gs pos="100000">
                  <a:schemeClr val="accent1">
                    <a:lumMod val="5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sp>
          <p:nvSpPr>
            <p:cNvPr id="8" name="Rectangle 7"/>
            <p:cNvSpPr/>
            <p:nvPr/>
          </p:nvSpPr>
          <p:spPr>
            <a:xfrm>
              <a:off x="304721" y="0"/>
              <a:ext cx="11579384" cy="6858000"/>
            </a:xfrm>
            <a:prstGeom prst="rect">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a:p>
          </p:txBody>
        </p:sp>
      </p:grpSp>
      <p:sp>
        <p:nvSpPr>
          <p:cNvPr id="2" name="Title Placeholder 1"/>
          <p:cNvSpPr>
            <a:spLocks noGrp="1"/>
          </p:cNvSpPr>
          <p:nvPr>
            <p:ph type="title"/>
          </p:nvPr>
        </p:nvSpPr>
        <p:spPr>
          <a:xfrm>
            <a:off x="1117309" y="76200"/>
            <a:ext cx="10157354" cy="1397000"/>
          </a:xfrm>
          <a:prstGeom prst="rect">
            <a:avLst/>
          </a:prstGeom>
        </p:spPr>
        <p:txBody>
          <a:bodyPr vert="horz" lIns="121899" tIns="60949" rIns="121899" bIns="60949" rtlCol="0" anchor="b">
            <a:normAutofit/>
          </a:bodyPr>
          <a:lstStyle/>
          <a:p>
            <a:r>
              <a:rPr lang="en-US"/>
              <a:t>Click to edit Master title style</a:t>
            </a:r>
            <a:endParaRPr dirty="0"/>
          </a:p>
        </p:txBody>
      </p:sp>
      <p:sp>
        <p:nvSpPr>
          <p:cNvPr id="3" name="Text Placeholder 2"/>
          <p:cNvSpPr>
            <a:spLocks noGrp="1"/>
          </p:cNvSpPr>
          <p:nvPr>
            <p:ph type="body" idx="1"/>
          </p:nvPr>
        </p:nvSpPr>
        <p:spPr>
          <a:xfrm>
            <a:off x="1117309" y="1701800"/>
            <a:ext cx="10157354" cy="4470400"/>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17309" y="6400801"/>
            <a:ext cx="2742486" cy="320675"/>
          </a:xfrm>
          <a:prstGeom prst="rect">
            <a:avLst/>
          </a:prstGeom>
        </p:spPr>
        <p:txBody>
          <a:bodyPr vert="horz" lIns="121899" tIns="60949" rIns="121899" bIns="60949" rtlCol="0" anchor="b"/>
          <a:lstStyle>
            <a:lvl1pPr algn="l">
              <a:defRPr sz="1200">
                <a:solidFill>
                  <a:schemeClr val="tx2">
                    <a:lumMod val="50000"/>
                  </a:schemeClr>
                </a:solidFill>
              </a:defRPr>
            </a:lvl1pPr>
          </a:lstStyle>
          <a:p>
            <a:fld id="{859468AF-EFCF-4AAD-ACF4-3BA83EC4AF4E}" type="datetime1">
              <a:rPr lang="en-US" smtClean="0"/>
              <a:pPr/>
              <a:t>9/14/2023</a:t>
            </a:fld>
            <a:endParaRPr lang="en-US" dirty="0"/>
          </a:p>
        </p:txBody>
      </p:sp>
      <p:sp>
        <p:nvSpPr>
          <p:cNvPr id="5" name="Footer Placeholder 4"/>
          <p:cNvSpPr>
            <a:spLocks noGrp="1"/>
          </p:cNvSpPr>
          <p:nvPr>
            <p:ph type="ftr" sz="quarter" idx="3"/>
          </p:nvPr>
        </p:nvSpPr>
        <p:spPr>
          <a:xfrm>
            <a:off x="3907842" y="6400801"/>
            <a:ext cx="6216301" cy="320675"/>
          </a:xfrm>
          <a:prstGeom prst="rect">
            <a:avLst/>
          </a:prstGeom>
        </p:spPr>
        <p:txBody>
          <a:bodyPr vert="horz" lIns="121899" tIns="60949" rIns="121899" bIns="60949" rtlCol="0" anchor="b"/>
          <a:lstStyle>
            <a:lvl1pPr algn="ctr">
              <a:defRPr sz="1200">
                <a:solidFill>
                  <a:schemeClr val="tx2">
                    <a:lumMod val="50000"/>
                  </a:schemeClr>
                </a:solidFill>
              </a:defRPr>
            </a:lvl1pPr>
          </a:lstStyle>
          <a:p>
            <a:r>
              <a:rPr lang="en-US"/>
              <a:t>Add a footer</a:t>
            </a:r>
            <a:endParaRPr lang="en-US" dirty="0"/>
          </a:p>
        </p:txBody>
      </p:sp>
      <p:sp>
        <p:nvSpPr>
          <p:cNvPr id="6" name="Slide Number Placeholder 5"/>
          <p:cNvSpPr>
            <a:spLocks noGrp="1"/>
          </p:cNvSpPr>
          <p:nvPr>
            <p:ph type="sldNum" sz="quarter" idx="4"/>
          </p:nvPr>
        </p:nvSpPr>
        <p:spPr>
          <a:xfrm>
            <a:off x="10167146" y="6400801"/>
            <a:ext cx="1107518" cy="320675"/>
          </a:xfrm>
          <a:prstGeom prst="rect">
            <a:avLst/>
          </a:prstGeom>
        </p:spPr>
        <p:txBody>
          <a:bodyPr vert="horz" lIns="121899" tIns="60949" rIns="121899" bIns="60949" rtlCol="0" anchor="b"/>
          <a:lstStyle>
            <a:lvl1pPr algn="r">
              <a:defRPr sz="1200">
                <a:solidFill>
                  <a:schemeClr val="tx2">
                    <a:lumMod val="50000"/>
                  </a:schemeClr>
                </a:solidFill>
              </a:defRPr>
            </a:lvl1pPr>
          </a:lstStyle>
          <a:p>
            <a:fld id="{EB37DED6-D4C7-42EE-AB49-D2E39E64FDE4}" type="slidenum">
              <a:rPr lang="en-US" smtClean="0"/>
              <a:pPr/>
              <a:t>‹#›</a:t>
            </a:fld>
            <a:endParaRPr lang="en-US"/>
          </a:p>
        </p:txBody>
      </p:sp>
    </p:spTree>
    <p:extLst>
      <p:ext uri="{BB962C8B-B14F-4D97-AF65-F5344CB8AC3E}">
        <p14:creationId xmlns:p14="http://schemas.microsoft.com/office/powerpoint/2010/main" val="2060187724"/>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Lst>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hf sldNum="0" hdr="0" ftr="0" dt="0"/>
  <p:txStyles>
    <p:titleStyle>
      <a:lvl1pPr algn="l" defTabSz="1218987" rtl="0" eaLnBrk="1" latinLnBrk="0" hangingPunct="1">
        <a:lnSpc>
          <a:spcPct val="85000"/>
        </a:lnSpc>
        <a:spcBef>
          <a:spcPct val="0"/>
        </a:spcBef>
        <a:buNone/>
        <a:tabLst/>
        <a:defRPr sz="4400" b="0" kern="1200" cap="none" baseline="0">
          <a:solidFill>
            <a:schemeClr val="accent2">
              <a:lumMod val="50000"/>
            </a:schemeClr>
          </a:solidFill>
          <a:effectLst/>
          <a:latin typeface="+mj-lt"/>
          <a:ea typeface="+mj-ea"/>
          <a:cs typeface="+mj-cs"/>
        </a:defRPr>
      </a:lvl1pPr>
    </p:titleStyle>
    <p:bodyStyle>
      <a:lvl1pPr marL="304747" indent="-304747" algn="l" defTabSz="1218987" rtl="0" eaLnBrk="1" latinLnBrk="0" hangingPunct="1">
        <a:lnSpc>
          <a:spcPct val="95000"/>
        </a:lnSpc>
        <a:spcBef>
          <a:spcPts val="1866"/>
        </a:spcBef>
        <a:buClr>
          <a:schemeClr val="accent6">
            <a:lumMod val="50000"/>
          </a:schemeClr>
        </a:buClr>
        <a:buSzPct val="100000"/>
        <a:buFont typeface="Arial" pitchFamily="34" charset="0"/>
        <a:buChar char="•"/>
        <a:defRPr sz="2400" kern="1200">
          <a:solidFill>
            <a:schemeClr val="tx1"/>
          </a:solidFill>
          <a:latin typeface="+mn-lt"/>
          <a:ea typeface="+mn-ea"/>
          <a:cs typeface="+mn-cs"/>
        </a:defRPr>
      </a:lvl1pPr>
      <a:lvl2pPr marL="731392" indent="-304747" algn="l" defTabSz="1218987" rtl="0" eaLnBrk="1" latinLnBrk="0" hangingPunct="1">
        <a:lnSpc>
          <a:spcPct val="95000"/>
        </a:lnSpc>
        <a:spcBef>
          <a:spcPts val="1066"/>
        </a:spcBef>
        <a:buClr>
          <a:schemeClr val="accent6">
            <a:lumMod val="50000"/>
          </a:schemeClr>
        </a:buClr>
        <a:buSzPct val="100000"/>
        <a:buFont typeface="Century Gothic" pitchFamily="34" charset="0"/>
        <a:buChar char="–"/>
        <a:defRPr sz="2000" kern="1200">
          <a:solidFill>
            <a:schemeClr val="tx1"/>
          </a:solidFill>
          <a:latin typeface="+mn-lt"/>
          <a:ea typeface="+mn-ea"/>
          <a:cs typeface="+mn-cs"/>
        </a:defRPr>
      </a:lvl2pPr>
      <a:lvl3pPr marL="1158037" indent="-304747" algn="l" defTabSz="1218987" rtl="0" eaLnBrk="1" latinLnBrk="0" hangingPunct="1">
        <a:lnSpc>
          <a:spcPct val="95000"/>
        </a:lnSpc>
        <a:spcBef>
          <a:spcPts val="1066"/>
        </a:spcBef>
        <a:buClr>
          <a:schemeClr val="accent6">
            <a:lumMod val="50000"/>
          </a:schemeClr>
        </a:buClr>
        <a:buSzPct val="100000"/>
        <a:buFont typeface="Century Gothic" pitchFamily="34" charset="0"/>
        <a:buChar char="–"/>
        <a:defRPr sz="1800" kern="1200">
          <a:solidFill>
            <a:schemeClr val="tx1"/>
          </a:solidFill>
          <a:latin typeface="+mn-lt"/>
          <a:ea typeface="+mn-ea"/>
          <a:cs typeface="+mn-cs"/>
        </a:defRPr>
      </a:lvl3pPr>
      <a:lvl4pPr marL="1584683" indent="-304747" algn="l" defTabSz="1218987" rtl="0" eaLnBrk="1" latinLnBrk="0" hangingPunct="1">
        <a:lnSpc>
          <a:spcPct val="95000"/>
        </a:lnSpc>
        <a:spcBef>
          <a:spcPts val="1066"/>
        </a:spcBef>
        <a:buClr>
          <a:schemeClr val="accent6">
            <a:lumMod val="50000"/>
          </a:schemeClr>
        </a:buClr>
        <a:buSzPct val="100000"/>
        <a:buFont typeface="Century Gothic" pitchFamily="34" charset="0"/>
        <a:buChar char="–"/>
        <a:defRPr sz="1800" kern="1200">
          <a:solidFill>
            <a:schemeClr val="tx1"/>
          </a:solidFill>
          <a:latin typeface="+mn-lt"/>
          <a:ea typeface="+mn-ea"/>
          <a:cs typeface="+mn-cs"/>
        </a:defRPr>
      </a:lvl4pPr>
      <a:lvl5pPr marL="2011328" indent="-304747" algn="l" defTabSz="1218987" rtl="0" eaLnBrk="1" latinLnBrk="0" hangingPunct="1">
        <a:lnSpc>
          <a:spcPct val="95000"/>
        </a:lnSpc>
        <a:spcBef>
          <a:spcPts val="1066"/>
        </a:spcBef>
        <a:buClr>
          <a:schemeClr val="accent6">
            <a:lumMod val="50000"/>
          </a:schemeClr>
        </a:buClr>
        <a:buSzPct val="100000"/>
        <a:buFont typeface="Century Gothic" pitchFamily="34" charset="0"/>
        <a:buChar char="–"/>
        <a:defRPr sz="1800" kern="1200">
          <a:solidFill>
            <a:schemeClr val="tx1"/>
          </a:solidFill>
          <a:latin typeface="+mn-lt"/>
          <a:ea typeface="+mn-ea"/>
          <a:cs typeface="+mn-cs"/>
        </a:defRPr>
      </a:lvl5pPr>
      <a:lvl6pPr marL="2133226" indent="0" algn="l" defTabSz="1218987" rtl="0" eaLnBrk="1" latinLnBrk="0" hangingPunct="1">
        <a:lnSpc>
          <a:spcPct val="95000"/>
        </a:lnSpc>
        <a:spcBef>
          <a:spcPts val="1066"/>
        </a:spcBef>
        <a:buClr>
          <a:schemeClr val="accent6">
            <a:lumMod val="50000"/>
          </a:schemeClr>
        </a:buClr>
        <a:buSzPct val="90000"/>
        <a:buFont typeface="Century Gothic" panose="020B0502020202020204" pitchFamily="34" charset="0"/>
        <a:buNone/>
        <a:defRPr sz="1800" kern="1200">
          <a:solidFill>
            <a:schemeClr val="tx2">
              <a:lumMod val="50000"/>
            </a:schemeClr>
          </a:solidFill>
          <a:latin typeface="+mn-lt"/>
          <a:ea typeface="+mn-ea"/>
          <a:cs typeface="+mn-cs"/>
        </a:defRPr>
      </a:lvl6pPr>
      <a:lvl7pPr marL="2845622" indent="-285750" algn="l" defTabSz="1218987" rtl="0" eaLnBrk="1" latinLnBrk="0" hangingPunct="1">
        <a:lnSpc>
          <a:spcPct val="95000"/>
        </a:lnSpc>
        <a:spcBef>
          <a:spcPts val="1066"/>
        </a:spcBef>
        <a:buClr>
          <a:schemeClr val="accent6">
            <a:lumMod val="50000"/>
          </a:schemeClr>
        </a:buClr>
        <a:buSzPct val="90000"/>
        <a:buFont typeface="Century Gothic" panose="020B0502020202020204" pitchFamily="34" charset="0"/>
        <a:buChar char="–"/>
        <a:defRPr sz="1800" kern="1200">
          <a:solidFill>
            <a:schemeClr val="tx2">
              <a:lumMod val="50000"/>
            </a:schemeClr>
          </a:solidFill>
          <a:latin typeface="+mn-lt"/>
          <a:ea typeface="+mn-ea"/>
          <a:cs typeface="+mn-cs"/>
        </a:defRPr>
      </a:lvl7pPr>
      <a:lvl8pPr marL="3272267" indent="-285750" algn="l" defTabSz="1218987" rtl="0" eaLnBrk="1" latinLnBrk="0" hangingPunct="1">
        <a:lnSpc>
          <a:spcPct val="95000"/>
        </a:lnSpc>
        <a:spcBef>
          <a:spcPts val="1066"/>
        </a:spcBef>
        <a:buClr>
          <a:schemeClr val="accent6">
            <a:lumMod val="50000"/>
          </a:schemeClr>
        </a:buClr>
        <a:buSzPct val="90000"/>
        <a:buFont typeface="Century Gothic" panose="020B0502020202020204" pitchFamily="34" charset="0"/>
        <a:buChar char="–"/>
        <a:defRPr sz="1800" kern="1200">
          <a:solidFill>
            <a:schemeClr val="tx2">
              <a:lumMod val="50000"/>
            </a:schemeClr>
          </a:solidFill>
          <a:latin typeface="+mn-lt"/>
          <a:ea typeface="+mn-ea"/>
          <a:cs typeface="+mn-cs"/>
        </a:defRPr>
      </a:lvl8pPr>
      <a:lvl9pPr marL="3759862" indent="-285750" algn="l" defTabSz="1218987" rtl="0" eaLnBrk="1" latinLnBrk="0" hangingPunct="1">
        <a:lnSpc>
          <a:spcPct val="95000"/>
        </a:lnSpc>
        <a:spcBef>
          <a:spcPts val="1066"/>
        </a:spcBef>
        <a:buClr>
          <a:schemeClr val="accent6">
            <a:lumMod val="50000"/>
          </a:schemeClr>
        </a:buClr>
        <a:buSzPct val="90000"/>
        <a:buFont typeface="Century Gothic" panose="020B0502020202020204" pitchFamily="34" charset="0"/>
        <a:buChar char="–"/>
        <a:defRPr sz="1800" kern="1200">
          <a:solidFill>
            <a:schemeClr val="tx2">
              <a:lumMod val="50000"/>
            </a:schemeClr>
          </a:solidFill>
          <a:latin typeface="+mn-lt"/>
          <a:ea typeface="+mn-ea"/>
          <a:cs typeface="+mn-cs"/>
        </a:defRPr>
      </a:lvl9pPr>
    </p:bodyStyle>
    <p:otherStyle>
      <a:defPPr>
        <a:defRPr/>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webp"/><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716572" y="685800"/>
            <a:ext cx="7317693" cy="2395330"/>
          </a:xfrm>
        </p:spPr>
        <p:txBody>
          <a:bodyPr>
            <a:normAutofit fontScale="90000"/>
          </a:bodyPr>
          <a:lstStyle/>
          <a:p>
            <a:r>
              <a:rPr lang="en-US" dirty="0"/>
              <a:t>Name one thing that is extremely dear to you/that you are possessive about…</a:t>
            </a:r>
          </a:p>
        </p:txBody>
      </p:sp>
      <p:sp>
        <p:nvSpPr>
          <p:cNvPr id="5" name="Subtitle 4"/>
          <p:cNvSpPr>
            <a:spLocks noGrp="1"/>
          </p:cNvSpPr>
          <p:nvPr>
            <p:ph type="subTitle" idx="1"/>
          </p:nvPr>
        </p:nvSpPr>
        <p:spPr>
          <a:xfrm>
            <a:off x="4871132" y="4343400"/>
            <a:ext cx="7008574" cy="1244600"/>
          </a:xfrm>
        </p:spPr>
        <p:txBody>
          <a:bodyPr/>
          <a:lstStyle/>
          <a:p>
            <a:r>
              <a:rPr lang="en-US" dirty="0"/>
              <a:t>Week 4</a:t>
            </a:r>
            <a:br>
              <a:rPr lang="en-US" dirty="0"/>
            </a:br>
            <a:r>
              <a:rPr lang="en-US" dirty="0"/>
              <a:t>14/09/23</a:t>
            </a:r>
          </a:p>
        </p:txBody>
      </p:sp>
      <p:pic>
        <p:nvPicPr>
          <p:cNvPr id="7" name="Picture 6">
            <a:extLst>
              <a:ext uri="{FF2B5EF4-FFF2-40B4-BE49-F238E27FC236}">
                <a16:creationId xmlns:a16="http://schemas.microsoft.com/office/drawing/2014/main" id="{4F7B1BD8-EC3F-B53E-799D-42CAB613A9A1}"/>
              </a:ext>
            </a:extLst>
          </p:cNvPr>
          <p:cNvPicPr>
            <a:picLocks noChangeAspect="1"/>
          </p:cNvPicPr>
          <p:nvPr/>
        </p:nvPicPr>
        <p:blipFill>
          <a:blip r:embed="rId3"/>
          <a:stretch>
            <a:fillRect/>
          </a:stretch>
        </p:blipFill>
        <p:spPr>
          <a:xfrm>
            <a:off x="8609012" y="2730500"/>
            <a:ext cx="4127500" cy="4127500"/>
          </a:xfrm>
          <a:prstGeom prst="rect">
            <a:avLst/>
          </a:prstGeom>
        </p:spPr>
      </p:pic>
    </p:spTree>
    <p:extLst>
      <p:ext uri="{BB962C8B-B14F-4D97-AF65-F5344CB8AC3E}">
        <p14:creationId xmlns:p14="http://schemas.microsoft.com/office/powerpoint/2010/main" val="16898878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843040" y="1498600"/>
            <a:ext cx="7008574" cy="1371600"/>
          </a:xfrm>
        </p:spPr>
        <p:txBody>
          <a:bodyPr/>
          <a:lstStyle/>
          <a:p>
            <a:pPr algn="ctr"/>
            <a:r>
              <a:rPr lang="en-US" dirty="0"/>
              <a:t>Apostrophe (‘)</a:t>
            </a:r>
          </a:p>
        </p:txBody>
      </p:sp>
      <p:sp>
        <p:nvSpPr>
          <p:cNvPr id="5" name="Subtitle 4"/>
          <p:cNvSpPr>
            <a:spLocks noGrp="1"/>
          </p:cNvSpPr>
          <p:nvPr>
            <p:ph type="subTitle" idx="1"/>
          </p:nvPr>
        </p:nvSpPr>
        <p:spPr>
          <a:xfrm>
            <a:off x="4843040" y="3429000"/>
            <a:ext cx="7008574" cy="1244600"/>
          </a:xfrm>
        </p:spPr>
        <p:txBody>
          <a:bodyPr>
            <a:normAutofit/>
          </a:bodyPr>
          <a:lstStyle/>
          <a:p>
            <a:pPr algn="ctr"/>
            <a:r>
              <a:rPr lang="en-US" b="1" dirty="0"/>
              <a:t>BASIC RULES</a:t>
            </a:r>
          </a:p>
        </p:txBody>
      </p:sp>
    </p:spTree>
    <p:extLst>
      <p:ext uri="{BB962C8B-B14F-4D97-AF65-F5344CB8AC3E}">
        <p14:creationId xmlns:p14="http://schemas.microsoft.com/office/powerpoint/2010/main" val="232358639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855BC4D-FF35-B1CF-D3FF-EFEE38ED553E}"/>
              </a:ext>
            </a:extLst>
          </p:cNvPr>
          <p:cNvPicPr>
            <a:picLocks noChangeAspect="1"/>
          </p:cNvPicPr>
          <p:nvPr/>
        </p:nvPicPr>
        <p:blipFill>
          <a:blip r:embed="rId2"/>
          <a:stretch>
            <a:fillRect/>
          </a:stretch>
        </p:blipFill>
        <p:spPr>
          <a:xfrm>
            <a:off x="303212" y="887896"/>
            <a:ext cx="11582400" cy="5186549"/>
          </a:xfrm>
          <a:prstGeom prst="rect">
            <a:avLst/>
          </a:prstGeom>
        </p:spPr>
      </p:pic>
    </p:spTree>
    <p:extLst>
      <p:ext uri="{BB962C8B-B14F-4D97-AF65-F5344CB8AC3E}">
        <p14:creationId xmlns:p14="http://schemas.microsoft.com/office/powerpoint/2010/main" val="342289235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DA21BB8-78B6-DAC1-7911-5E06BFA05336}"/>
              </a:ext>
            </a:extLst>
          </p:cNvPr>
          <p:cNvPicPr>
            <a:picLocks noChangeAspect="1"/>
          </p:cNvPicPr>
          <p:nvPr/>
        </p:nvPicPr>
        <p:blipFill>
          <a:blip r:embed="rId2"/>
          <a:stretch>
            <a:fillRect/>
          </a:stretch>
        </p:blipFill>
        <p:spPr>
          <a:xfrm>
            <a:off x="303212" y="1815548"/>
            <a:ext cx="11582399" cy="2878783"/>
          </a:xfrm>
          <a:prstGeom prst="rect">
            <a:avLst/>
          </a:prstGeom>
        </p:spPr>
      </p:pic>
    </p:spTree>
    <p:extLst>
      <p:ext uri="{BB962C8B-B14F-4D97-AF65-F5344CB8AC3E}">
        <p14:creationId xmlns:p14="http://schemas.microsoft.com/office/powerpoint/2010/main" val="60329390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13E6681-4E3C-BAF8-EE42-E591D62A0CE3}"/>
              </a:ext>
            </a:extLst>
          </p:cNvPr>
          <p:cNvPicPr>
            <a:picLocks noChangeAspect="1"/>
          </p:cNvPicPr>
          <p:nvPr/>
        </p:nvPicPr>
        <p:blipFill>
          <a:blip r:embed="rId2"/>
          <a:stretch>
            <a:fillRect/>
          </a:stretch>
        </p:blipFill>
        <p:spPr>
          <a:xfrm>
            <a:off x="303212" y="1066800"/>
            <a:ext cx="11554580" cy="4495800"/>
          </a:xfrm>
          <a:prstGeom prst="rect">
            <a:avLst/>
          </a:prstGeom>
        </p:spPr>
      </p:pic>
    </p:spTree>
    <p:extLst>
      <p:ext uri="{BB962C8B-B14F-4D97-AF65-F5344CB8AC3E}">
        <p14:creationId xmlns:p14="http://schemas.microsoft.com/office/powerpoint/2010/main" val="162719206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DDF74B55-6853-BD0C-29CE-998418C70989}"/>
              </a:ext>
            </a:extLst>
          </p:cNvPr>
          <p:cNvSpPr txBox="1"/>
          <p:nvPr/>
        </p:nvSpPr>
        <p:spPr>
          <a:xfrm>
            <a:off x="303212" y="685800"/>
            <a:ext cx="11582400" cy="5008102"/>
          </a:xfrm>
          <a:prstGeom prst="rect">
            <a:avLst/>
          </a:prstGeom>
          <a:noFill/>
        </p:spPr>
        <p:txBody>
          <a:bodyPr wrap="square">
            <a:spAutoFit/>
          </a:bodyPr>
          <a:lstStyle/>
          <a:p>
            <a:pPr>
              <a:lnSpc>
                <a:spcPct val="150000"/>
              </a:lnSpc>
            </a:pPr>
            <a:r>
              <a:rPr lang="en-US" dirty="0"/>
              <a:t>Each sentence has </a:t>
            </a:r>
            <a:r>
              <a:rPr lang="en-US" b="1" dirty="0"/>
              <a:t>no possessive apostrophes</a:t>
            </a:r>
            <a:r>
              <a:rPr lang="en-US" dirty="0"/>
              <a:t>. Put them in. Some italic hints are given.</a:t>
            </a:r>
          </a:p>
          <a:p>
            <a:pPr>
              <a:lnSpc>
                <a:spcPct val="150000"/>
              </a:lnSpc>
            </a:pPr>
            <a:endParaRPr lang="en-US" dirty="0"/>
          </a:p>
          <a:p>
            <a:pPr>
              <a:lnSpc>
                <a:spcPct val="150000"/>
              </a:lnSpc>
            </a:pPr>
            <a:r>
              <a:rPr lang="en-US" dirty="0"/>
              <a:t>1. The Head Teachers study is over there. (</a:t>
            </a:r>
            <a:r>
              <a:rPr lang="en-US" i="1" dirty="0"/>
              <a:t>One head teacher)</a:t>
            </a:r>
          </a:p>
          <a:p>
            <a:pPr>
              <a:lnSpc>
                <a:spcPct val="150000"/>
              </a:lnSpc>
            </a:pPr>
            <a:r>
              <a:rPr lang="en-US" dirty="0"/>
              <a:t>2. The geography teachers staffroom is on the left. (</a:t>
            </a:r>
            <a:r>
              <a:rPr lang="en-US" i="1" dirty="0"/>
              <a:t>Lots of geography teachers)</a:t>
            </a:r>
          </a:p>
          <a:p>
            <a:pPr>
              <a:lnSpc>
                <a:spcPct val="150000"/>
              </a:lnSpc>
            </a:pPr>
            <a:r>
              <a:rPr lang="en-US" dirty="0"/>
              <a:t>3. Jack Davies class was the best in the school.</a:t>
            </a:r>
          </a:p>
          <a:p>
            <a:pPr>
              <a:lnSpc>
                <a:spcPct val="150000"/>
              </a:lnSpc>
            </a:pPr>
            <a:r>
              <a:rPr lang="en-US" dirty="0"/>
              <a:t>4. The twins teacher despaired of ever telling them apart.</a:t>
            </a:r>
          </a:p>
          <a:p>
            <a:pPr>
              <a:lnSpc>
                <a:spcPct val="150000"/>
              </a:lnSpc>
            </a:pPr>
            <a:r>
              <a:rPr lang="en-US" dirty="0"/>
              <a:t>5. Sadie lost two terms work due to a car accident.</a:t>
            </a:r>
          </a:p>
        </p:txBody>
      </p:sp>
    </p:spTree>
    <p:extLst>
      <p:ext uri="{BB962C8B-B14F-4D97-AF65-F5344CB8AC3E}">
        <p14:creationId xmlns:p14="http://schemas.microsoft.com/office/powerpoint/2010/main" val="39790413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a:t>
            </a:r>
          </a:p>
        </p:txBody>
      </p:sp>
      <p:sp>
        <p:nvSpPr>
          <p:cNvPr id="3" name="Content Placeholder 2"/>
          <p:cNvSpPr>
            <a:spLocks noGrp="1"/>
          </p:cNvSpPr>
          <p:nvPr>
            <p:ph idx="1"/>
          </p:nvPr>
        </p:nvSpPr>
        <p:spPr>
          <a:xfrm>
            <a:off x="1117309" y="1981200"/>
            <a:ext cx="10157354" cy="4470400"/>
          </a:xfrm>
        </p:spPr>
        <p:txBody>
          <a:bodyPr>
            <a:normAutofit/>
          </a:bodyPr>
          <a:lstStyle/>
          <a:p>
            <a:r>
              <a:rPr lang="en-US" dirty="0"/>
              <a:t>1. The Head </a:t>
            </a:r>
            <a:r>
              <a:rPr lang="en-US" dirty="0">
                <a:solidFill>
                  <a:srgbClr val="FF0000"/>
                </a:solidFill>
              </a:rPr>
              <a:t>Teacher’s</a:t>
            </a:r>
            <a:r>
              <a:rPr lang="en-US" dirty="0"/>
              <a:t> study is over there.</a:t>
            </a:r>
          </a:p>
          <a:p>
            <a:r>
              <a:rPr lang="en-US" dirty="0"/>
              <a:t>2. The geography </a:t>
            </a:r>
            <a:r>
              <a:rPr lang="en-US" dirty="0">
                <a:solidFill>
                  <a:srgbClr val="FF0000"/>
                </a:solidFill>
              </a:rPr>
              <a:t>teachers’ </a:t>
            </a:r>
            <a:r>
              <a:rPr lang="en-US" dirty="0"/>
              <a:t>staffroom is on the left.</a:t>
            </a:r>
          </a:p>
          <a:p>
            <a:r>
              <a:rPr lang="en-US" dirty="0"/>
              <a:t>3. Jack </a:t>
            </a:r>
            <a:r>
              <a:rPr lang="en-US" dirty="0">
                <a:solidFill>
                  <a:srgbClr val="FF0000"/>
                </a:solidFill>
              </a:rPr>
              <a:t>Davies’ </a:t>
            </a:r>
            <a:r>
              <a:rPr lang="en-US" dirty="0"/>
              <a:t>class was the best in the school.</a:t>
            </a:r>
          </a:p>
          <a:p>
            <a:r>
              <a:rPr lang="en-US" dirty="0"/>
              <a:t>4. The </a:t>
            </a:r>
            <a:r>
              <a:rPr lang="en-US" dirty="0">
                <a:solidFill>
                  <a:srgbClr val="FF0000"/>
                </a:solidFill>
              </a:rPr>
              <a:t>twins’ </a:t>
            </a:r>
            <a:r>
              <a:rPr lang="en-US" dirty="0"/>
              <a:t>teacher despaired of ever telling them apart.</a:t>
            </a:r>
          </a:p>
          <a:p>
            <a:r>
              <a:rPr lang="en-US" dirty="0"/>
              <a:t>5. Sadie lost two </a:t>
            </a:r>
            <a:r>
              <a:rPr lang="en-US" dirty="0">
                <a:solidFill>
                  <a:srgbClr val="FF0000"/>
                </a:solidFill>
              </a:rPr>
              <a:t>terms’ </a:t>
            </a:r>
            <a:r>
              <a:rPr lang="en-US" dirty="0"/>
              <a:t>work due to a car accident</a:t>
            </a:r>
          </a:p>
        </p:txBody>
      </p:sp>
    </p:spTree>
    <p:extLst>
      <p:ext uri="{BB962C8B-B14F-4D97-AF65-F5344CB8AC3E}">
        <p14:creationId xmlns:p14="http://schemas.microsoft.com/office/powerpoint/2010/main" val="97722979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3212" y="152400"/>
            <a:ext cx="11582400" cy="4800600"/>
          </a:xfrm>
        </p:spPr>
        <p:txBody>
          <a:bodyPr>
            <a:noAutofit/>
          </a:bodyPr>
          <a:lstStyle/>
          <a:p>
            <a:pPr algn="just">
              <a:lnSpc>
                <a:spcPct val="150000"/>
              </a:lnSpc>
            </a:pPr>
            <a:r>
              <a:rPr lang="en-US" b="1" dirty="0"/>
              <a:t>Include apostrophes where needed in your contractions:</a:t>
            </a:r>
          </a:p>
          <a:p>
            <a:pPr marL="457200" indent="-457200" algn="just">
              <a:lnSpc>
                <a:spcPct val="150000"/>
              </a:lnSpc>
              <a:buFont typeface="+mj-lt"/>
              <a:buAutoNum type="arabicPeriod"/>
            </a:pPr>
            <a:r>
              <a:rPr lang="en-US" dirty="0"/>
              <a:t>Do not just print entire websites: there is no point paying to print unwanted advertising. Cut and paste required text into a Word document instead so you are printing only what is needed.</a:t>
            </a:r>
          </a:p>
          <a:p>
            <a:pPr marL="457200" indent="-457200" algn="just">
              <a:lnSpc>
                <a:spcPct val="150000"/>
              </a:lnSpc>
              <a:buFont typeface="+mj-lt"/>
              <a:buAutoNum type="arabicPeriod"/>
            </a:pPr>
            <a:r>
              <a:rPr lang="en-US" dirty="0"/>
              <a:t>If you cannot read articles online in the learning Centre, save them on your memory pen so you can read them later on your laptop or offline, when you are not so pressed for time.</a:t>
            </a:r>
          </a:p>
          <a:p>
            <a:pPr marL="457200" indent="-457200" algn="just">
              <a:lnSpc>
                <a:spcPct val="150000"/>
              </a:lnSpc>
              <a:buFont typeface="+mj-lt"/>
              <a:buAutoNum type="arabicPeriod"/>
            </a:pPr>
            <a:r>
              <a:rPr lang="en-US" dirty="0"/>
              <a:t>You have got huge margins on the pages of your printed and downloaded e-journal article? You could have used the two pages to a page feature on the printing menu.</a:t>
            </a:r>
          </a:p>
          <a:p>
            <a:pPr marL="457200" indent="-457200" algn="just">
              <a:lnSpc>
                <a:spcPct val="150000"/>
              </a:lnSpc>
              <a:buFont typeface="+mj-lt"/>
              <a:buAutoNum type="arabicPeriod"/>
            </a:pPr>
            <a:endParaRPr lang="en-US" dirty="0"/>
          </a:p>
        </p:txBody>
      </p:sp>
    </p:spTree>
    <p:extLst>
      <p:ext uri="{BB962C8B-B14F-4D97-AF65-F5344CB8AC3E}">
        <p14:creationId xmlns:p14="http://schemas.microsoft.com/office/powerpoint/2010/main" val="160389157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just">
              <a:lnSpc>
                <a:spcPct val="150000"/>
              </a:lnSpc>
              <a:buNone/>
            </a:pPr>
            <a:r>
              <a:rPr lang="en-US" dirty="0"/>
              <a:t>4. Who is in charge of your budget? You are! Be mean: learn to read on screen and take proper notes, or just do not print out at all.</a:t>
            </a:r>
          </a:p>
          <a:p>
            <a:pPr marL="0" indent="0" algn="just">
              <a:lnSpc>
                <a:spcPct val="150000"/>
              </a:lnSpc>
              <a:buNone/>
            </a:pPr>
            <a:r>
              <a:rPr lang="en-US" dirty="0"/>
              <a:t>5. It is easy to set up a reading group with students from your module.</a:t>
            </a:r>
          </a:p>
        </p:txBody>
      </p:sp>
    </p:spTree>
    <p:extLst>
      <p:ext uri="{BB962C8B-B14F-4D97-AF65-F5344CB8AC3E}">
        <p14:creationId xmlns:p14="http://schemas.microsoft.com/office/powerpoint/2010/main" val="311167250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612" y="76200"/>
            <a:ext cx="10157354" cy="787400"/>
          </a:xfrm>
        </p:spPr>
        <p:txBody>
          <a:bodyPr/>
          <a:lstStyle/>
          <a:p>
            <a:r>
              <a:rPr lang="en-US" dirty="0"/>
              <a:t>Solution:</a:t>
            </a:r>
          </a:p>
        </p:txBody>
      </p:sp>
      <p:sp>
        <p:nvSpPr>
          <p:cNvPr id="3" name="Content Placeholder 2"/>
          <p:cNvSpPr>
            <a:spLocks noGrp="1"/>
          </p:cNvSpPr>
          <p:nvPr>
            <p:ph idx="1"/>
          </p:nvPr>
        </p:nvSpPr>
        <p:spPr>
          <a:xfrm>
            <a:off x="303212" y="685800"/>
            <a:ext cx="11582399" cy="4470400"/>
          </a:xfrm>
        </p:spPr>
        <p:txBody>
          <a:bodyPr>
            <a:noAutofit/>
          </a:bodyPr>
          <a:lstStyle/>
          <a:p>
            <a:pPr marL="0" indent="0" algn="just">
              <a:lnSpc>
                <a:spcPct val="170000"/>
              </a:lnSpc>
              <a:buNone/>
            </a:pPr>
            <a:r>
              <a:rPr lang="en-US" dirty="0"/>
              <a:t>1. </a:t>
            </a:r>
            <a:r>
              <a:rPr lang="en-US" dirty="0">
                <a:solidFill>
                  <a:srgbClr val="FF0000"/>
                </a:solidFill>
              </a:rPr>
              <a:t>Don’t</a:t>
            </a:r>
            <a:r>
              <a:rPr lang="en-US" dirty="0"/>
              <a:t> just print entire websites: </a:t>
            </a:r>
            <a:r>
              <a:rPr lang="en-US" dirty="0">
                <a:solidFill>
                  <a:srgbClr val="FF0000"/>
                </a:solidFill>
              </a:rPr>
              <a:t>there’s</a:t>
            </a:r>
            <a:r>
              <a:rPr lang="en-US" dirty="0"/>
              <a:t> no point paying to print unwanted advertising. Cut and paste required text into a Word document instead so </a:t>
            </a:r>
            <a:r>
              <a:rPr lang="en-US" dirty="0">
                <a:solidFill>
                  <a:srgbClr val="FF0000"/>
                </a:solidFill>
              </a:rPr>
              <a:t>you’re</a:t>
            </a:r>
            <a:r>
              <a:rPr lang="en-US" dirty="0"/>
              <a:t> printing only what ‘s needed.</a:t>
            </a:r>
          </a:p>
          <a:p>
            <a:pPr marL="0" indent="0" algn="just">
              <a:lnSpc>
                <a:spcPct val="170000"/>
              </a:lnSpc>
              <a:buNone/>
            </a:pPr>
            <a:r>
              <a:rPr lang="en-US" dirty="0"/>
              <a:t>2. If you </a:t>
            </a:r>
            <a:r>
              <a:rPr lang="en-US" dirty="0">
                <a:solidFill>
                  <a:srgbClr val="FF0000"/>
                </a:solidFill>
              </a:rPr>
              <a:t>can’t</a:t>
            </a:r>
            <a:r>
              <a:rPr lang="en-US" dirty="0"/>
              <a:t> read articles online in the learning Centre, save them on your memory pen so you can read them later on your laptop or offline, when </a:t>
            </a:r>
            <a:r>
              <a:rPr lang="en-US" dirty="0">
                <a:solidFill>
                  <a:srgbClr val="FF0000"/>
                </a:solidFill>
              </a:rPr>
              <a:t>you aren’t/you’re not </a:t>
            </a:r>
            <a:r>
              <a:rPr lang="en-US" dirty="0"/>
              <a:t>so pressed for time.</a:t>
            </a:r>
          </a:p>
          <a:p>
            <a:pPr marL="0" indent="0" algn="just">
              <a:lnSpc>
                <a:spcPct val="170000"/>
              </a:lnSpc>
              <a:buNone/>
            </a:pPr>
            <a:r>
              <a:rPr lang="en-US" dirty="0"/>
              <a:t>3. </a:t>
            </a:r>
            <a:r>
              <a:rPr lang="en-US" dirty="0">
                <a:solidFill>
                  <a:srgbClr val="FF0000"/>
                </a:solidFill>
              </a:rPr>
              <a:t>You’ve</a:t>
            </a:r>
            <a:r>
              <a:rPr lang="en-US" dirty="0"/>
              <a:t> got huge margins on the pages of your printed and downloaded e-journal article? You </a:t>
            </a:r>
            <a:r>
              <a:rPr lang="en-US" dirty="0">
                <a:solidFill>
                  <a:srgbClr val="FF0000"/>
                </a:solidFill>
              </a:rPr>
              <a:t>could’ve</a:t>
            </a:r>
            <a:r>
              <a:rPr lang="en-US" dirty="0"/>
              <a:t> used the two pages to a page feature on the printing menu.</a:t>
            </a:r>
          </a:p>
        </p:txBody>
      </p:sp>
    </p:spTree>
    <p:extLst>
      <p:ext uri="{BB962C8B-B14F-4D97-AF65-F5344CB8AC3E}">
        <p14:creationId xmlns:p14="http://schemas.microsoft.com/office/powerpoint/2010/main" val="1097249794"/>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lgn="just">
              <a:lnSpc>
                <a:spcPct val="170000"/>
              </a:lnSpc>
              <a:buNone/>
            </a:pPr>
            <a:r>
              <a:rPr lang="en-US" sz="2400" dirty="0"/>
              <a:t>4. </a:t>
            </a:r>
            <a:r>
              <a:rPr lang="en-US" sz="2400" dirty="0">
                <a:solidFill>
                  <a:srgbClr val="FF0000"/>
                </a:solidFill>
              </a:rPr>
              <a:t>Who’s</a:t>
            </a:r>
            <a:r>
              <a:rPr lang="en-US" sz="2400" dirty="0"/>
              <a:t> in charge of your budget? You are! Be mean: learn to read on screen and take proper notes, or just </a:t>
            </a:r>
            <a:r>
              <a:rPr lang="en-US" sz="2400" dirty="0">
                <a:solidFill>
                  <a:srgbClr val="FF0000"/>
                </a:solidFill>
              </a:rPr>
              <a:t>don’t</a:t>
            </a:r>
            <a:r>
              <a:rPr lang="en-US" sz="2400" dirty="0"/>
              <a:t> print out at all.</a:t>
            </a:r>
          </a:p>
          <a:p>
            <a:pPr marL="0" indent="0" algn="just">
              <a:lnSpc>
                <a:spcPct val="170000"/>
              </a:lnSpc>
              <a:buNone/>
            </a:pPr>
            <a:r>
              <a:rPr lang="en-US" sz="2400" dirty="0"/>
              <a:t>5. </a:t>
            </a:r>
            <a:r>
              <a:rPr lang="en-US" sz="2400" dirty="0">
                <a:solidFill>
                  <a:srgbClr val="FF0000"/>
                </a:solidFill>
              </a:rPr>
              <a:t>It’s</a:t>
            </a:r>
            <a:r>
              <a:rPr lang="en-US" sz="2400" dirty="0"/>
              <a:t> easy to set up a reading group with students from your module.</a:t>
            </a:r>
          </a:p>
        </p:txBody>
      </p:sp>
    </p:spTree>
    <p:extLst>
      <p:ext uri="{BB962C8B-B14F-4D97-AF65-F5344CB8AC3E}">
        <p14:creationId xmlns:p14="http://schemas.microsoft.com/office/powerpoint/2010/main" val="346669710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theme/theme1.xml><?xml version="1.0" encoding="utf-8"?>
<a:theme xmlns:a="http://schemas.openxmlformats.org/drawingml/2006/main" name="Class open house presentatio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80000" r="-50000" b="180000"/>
          </a:path>
        </a:gradFill>
        <a:gradFill rotWithShape="1">
          <a:gsLst>
            <a:gs pos="0">
              <a:schemeClr val="phClr">
                <a:tint val="80000"/>
                <a:satMod val="300000"/>
              </a:schemeClr>
            </a:gs>
            <a:gs pos="100000">
              <a:schemeClr val="phClr">
                <a:shade val="30000"/>
                <a:satMod val="200000"/>
              </a:schemeClr>
            </a:gs>
          </a:gsLst>
          <a:path path="circle">
            <a:fillToRect l="30000" t="30000" r="70000" b="100000"/>
          </a:path>
        </a:gradFill>
      </a:bgFillStyleLst>
    </a:fmtScheme>
  </a:themeElements>
  <a:objectDefaults>
    <a:spDef>
      <a:spPr>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nSpc>
            <a:spcPct val="95000"/>
          </a:lnSpc>
          <a:defRPr/>
        </a:defPPr>
      </a:lstStyle>
    </a:txDef>
  </a:objectDefaults>
  <a:extraClrSchemeLst/>
  <a:extLst>
    <a:ext uri="{05A4C25C-085E-4340-85A3-A5531E510DB2}">
      <thm15:themeFamily xmlns:thm15="http://schemas.microsoft.com/office/thememl/2012/main" name="Classroom open house presentation.potx" id="{AB7D8AB0-4323-4322-AB21-8CB398DB9E96}" vid="{5BFEA1FF-C39F-48A2-B239-4B55565FC3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Classroom open house presentation</Template>
  <TotalTime>193</TotalTime>
  <Words>501</Words>
  <Application>Microsoft Office PowerPoint</Application>
  <PresentationFormat>Custom</PresentationFormat>
  <Paragraphs>31</Paragraphs>
  <Slides>11</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Century Gothic</vt:lpstr>
      <vt:lpstr>Class open house presentation</vt:lpstr>
      <vt:lpstr>Name one thing that is extremely dear to you/that you are possessive about…</vt:lpstr>
      <vt:lpstr>Apostrophe (‘)</vt:lpstr>
      <vt:lpstr>PowerPoint Presentation</vt:lpstr>
      <vt:lpstr>PowerPoint Presentation</vt:lpstr>
      <vt:lpstr>PowerPoint Presentation</vt:lpstr>
      <vt:lpstr>PowerPoint Presentation</vt:lpstr>
      <vt:lpstr>Solution</vt:lpstr>
      <vt:lpstr>PowerPoint Presentation</vt:lpstr>
      <vt:lpstr>PowerPoint Presentation</vt:lpstr>
      <vt:lpstr>Solution: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Composition &amp; Comprehension</dc:title>
  <dc:creator>My Pc</dc:creator>
  <cp:lastModifiedBy>Rafia Zafar</cp:lastModifiedBy>
  <cp:revision>15</cp:revision>
  <dcterms:created xsi:type="dcterms:W3CDTF">2022-09-05T21:55:04Z</dcterms:created>
  <dcterms:modified xsi:type="dcterms:W3CDTF">2023-09-14T06:12:47Z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74062800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