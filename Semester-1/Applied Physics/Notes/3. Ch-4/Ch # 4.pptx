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2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f Ali" userId="be0cce2e65a5f4b8" providerId="LiveId" clId="{85B6535C-CD0A-4CED-BF7B-996302A69DF7}"/>
    <pc:docChg chg="custSel addSld modSld">
      <pc:chgData name="Kashif Ali" userId="be0cce2e65a5f4b8" providerId="LiveId" clId="{85B6535C-CD0A-4CED-BF7B-996302A69DF7}" dt="2020-10-01T03:30:07.630" v="30" actId="1076"/>
      <pc:docMkLst>
        <pc:docMk/>
      </pc:docMkLst>
      <pc:sldChg chg="addSp delSp modSp new mod">
        <pc:chgData name="Kashif Ali" userId="be0cce2e65a5f4b8" providerId="LiveId" clId="{85B6535C-CD0A-4CED-BF7B-996302A69DF7}" dt="2020-10-01T03:29:13.623" v="19" actId="14100"/>
        <pc:sldMkLst>
          <pc:docMk/>
          <pc:sldMk cId="2460772447" sldId="257"/>
        </pc:sldMkLst>
        <pc:spChg chg="del">
          <ac:chgData name="Kashif Ali" userId="be0cce2e65a5f4b8" providerId="LiveId" clId="{85B6535C-CD0A-4CED-BF7B-996302A69DF7}" dt="2020-10-01T03:27:07.252" v="1" actId="478"/>
          <ac:spMkLst>
            <pc:docMk/>
            <pc:sldMk cId="2460772447" sldId="257"/>
            <ac:spMk id="2" creationId="{47296A12-5776-47FB-92CD-7D5712671F10}"/>
          </ac:spMkLst>
        </pc:spChg>
        <pc:spChg chg="del">
          <ac:chgData name="Kashif Ali" userId="be0cce2e65a5f4b8" providerId="LiveId" clId="{85B6535C-CD0A-4CED-BF7B-996302A69DF7}" dt="2020-10-01T03:27:08.357" v="2" actId="478"/>
          <ac:spMkLst>
            <pc:docMk/>
            <pc:sldMk cId="2460772447" sldId="257"/>
            <ac:spMk id="3" creationId="{F89B9A36-E461-4D9C-8EC8-F76B80EC328E}"/>
          </ac:spMkLst>
        </pc:spChg>
        <pc:picChg chg="add mod">
          <ac:chgData name="Kashif Ali" userId="be0cce2e65a5f4b8" providerId="LiveId" clId="{85B6535C-CD0A-4CED-BF7B-996302A69DF7}" dt="2020-10-01T03:29:13.623" v="19" actId="14100"/>
          <ac:picMkLst>
            <pc:docMk/>
            <pc:sldMk cId="2460772447" sldId="257"/>
            <ac:picMk id="4" creationId="{F84CAE12-E493-4B17-8BF3-01D5826CE429}"/>
          </ac:picMkLst>
        </pc:picChg>
        <pc:picChg chg="add mod">
          <ac:chgData name="Kashif Ali" userId="be0cce2e65a5f4b8" providerId="LiveId" clId="{85B6535C-CD0A-4CED-BF7B-996302A69DF7}" dt="2020-10-01T03:29:09.095" v="18" actId="14100"/>
          <ac:picMkLst>
            <pc:docMk/>
            <pc:sldMk cId="2460772447" sldId="257"/>
            <ac:picMk id="5" creationId="{866B0169-CD62-498E-979A-CDCC8149F5EE}"/>
          </ac:picMkLst>
        </pc:picChg>
      </pc:sldChg>
      <pc:sldChg chg="addSp delSp modSp new mod">
        <pc:chgData name="Kashif Ali" userId="be0cce2e65a5f4b8" providerId="LiveId" clId="{85B6535C-CD0A-4CED-BF7B-996302A69DF7}" dt="2020-10-01T03:30:07.630" v="30" actId="1076"/>
        <pc:sldMkLst>
          <pc:docMk/>
          <pc:sldMk cId="3861127417" sldId="258"/>
        </pc:sldMkLst>
        <pc:spChg chg="del">
          <ac:chgData name="Kashif Ali" userId="be0cce2e65a5f4b8" providerId="LiveId" clId="{85B6535C-CD0A-4CED-BF7B-996302A69DF7}" dt="2020-10-01T03:29:44.067" v="21" actId="478"/>
          <ac:spMkLst>
            <pc:docMk/>
            <pc:sldMk cId="3861127417" sldId="258"/>
            <ac:spMk id="2" creationId="{D000A654-F624-4855-AD90-A4A66805B4BE}"/>
          </ac:spMkLst>
        </pc:spChg>
        <pc:spChg chg="del">
          <ac:chgData name="Kashif Ali" userId="be0cce2e65a5f4b8" providerId="LiveId" clId="{85B6535C-CD0A-4CED-BF7B-996302A69DF7}" dt="2020-10-01T03:29:48.083" v="22" actId="478"/>
          <ac:spMkLst>
            <pc:docMk/>
            <pc:sldMk cId="3861127417" sldId="258"/>
            <ac:spMk id="3" creationId="{2130D190-BF44-4922-A4DB-34C7603E8DA7}"/>
          </ac:spMkLst>
        </pc:spChg>
        <pc:picChg chg="add mod">
          <ac:chgData name="Kashif Ali" userId="be0cce2e65a5f4b8" providerId="LiveId" clId="{85B6535C-CD0A-4CED-BF7B-996302A69DF7}" dt="2020-10-01T03:30:07.630" v="30" actId="1076"/>
          <ac:picMkLst>
            <pc:docMk/>
            <pc:sldMk cId="3861127417" sldId="258"/>
            <ac:picMk id="4" creationId="{2C4F5FFD-98F0-4383-AA6C-88AB8C402E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76AFFF-6FBA-4F30-9264-63CCC28B6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71A1D40-4935-4F6C-80E2-3F21908AE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06C9F5-8827-4EF7-96CB-1BE94519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951D92-F5E1-4F43-963F-D9A58514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DBA53F-4413-40B8-8B19-ECE651C4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11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67A641-FD76-4C67-AB0B-6A7C98D1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F0D036-47C3-4E84-A4A4-F4EE8604C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360885-2B7F-44D3-9A39-84238F26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21271C-1DDF-4681-B7AF-B248EBBAD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8002C34-2BD6-4828-92C8-6C97383C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64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EFFAF0-D1B3-4E63-9A19-573444210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8311E36-D8E8-478D-A46F-FDCFC50B0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F95A82-40AB-4B2F-9A00-FA332106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192E53-A467-47C1-97E4-D7CCD673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2A89FD-21F1-415F-A00C-D62D03CF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78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394585-AC87-49C5-83BD-D8B4164F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57A49B-2F88-48B0-8DD8-4289C9FC1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C35671D-7292-46FB-8056-CE2D381FD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8D7E91A-0BAB-4BA7-928D-06A710F0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98DC574-A8B3-481E-842D-1853C525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37CDFA2-D74F-4418-A1BC-FE544CD2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74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B842A2-7BB0-4A25-A13A-3E212445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3485D-6537-472E-9E37-A2274D9F7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F46C13-0212-4B3A-8E07-22E8A246B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6E08466-6B67-4FF8-BD7C-E8417B27B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D593955-B616-4C55-8B66-A2AB4C00D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876A77C-3102-47A1-BB4F-8E8E8791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BB0F4ED-1DC7-42D3-8C1E-869C15E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80287AB-3B5F-4B24-829C-48490809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9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E19E77-9FB5-4D14-8837-BE3808A1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B241D73-E7CF-4A7A-8BC3-89ABDB07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3AB733C-1FA7-4491-83A6-C34C865F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BCF080-1635-4890-9DEF-9BBABB8F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86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8C4D894-DBE7-48CB-976C-914072A7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6722984-7CA9-4120-B68E-6B4EA579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2C599C2-FEF3-4D67-BBCC-A027C291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97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31F34E-B8EC-4156-BC00-A4358A47A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FC3525-2C1A-49EE-8C1C-A37A6E8AE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C3A4295-10AD-49D5-9BF0-7AB1140D6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990BA77-8AE5-43C4-B89A-5966B5AC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EBD6F86-41DD-43B7-8EBF-F9421290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AC2D45B-2B7B-46BC-84E4-8D1F8323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71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AF5DA7-3B8C-4752-AB3F-790A3165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A0A8C4C-0B51-41DA-81B3-135AA72B2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CFDBC4C-375F-4F86-BDB4-14AD808AC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739BBF-0FB1-462B-B6A8-A457F22F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69C32E-E3D0-482E-A932-A9F84AAE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376E250-2F22-4738-8597-E394CB1C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35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DA15E0-14F2-474E-980E-42F3DB528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518354D-A60A-4797-8EE8-E6F4688BB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4AD7863-BDB8-4B65-9209-5AD6F3C8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24F724-7B8C-4E6B-90D5-8AB8F42B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DCBB41-912D-49AF-9F62-BEC56A14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82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AA7960F-50D4-4643-981D-ECD12855B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046BD67-E8F8-441E-8B7E-9448C0A97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CFFC61-7999-4D39-890A-E135EEA5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77116E-8518-46E3-92F4-3BFFF2A2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97675B-F9DA-472B-9763-BEE5FB87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2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8D28C86-D022-480A-9522-922C3F966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D218BC-48DC-4AEE-A953-C2CD6CD4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2953E1-CE95-471E-BF99-F7A3A80E6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F4391-D6B1-4797-AFCF-BB87AF606388}" type="datetimeFigureOut">
              <a:rPr lang="en-GB" smtClean="0"/>
              <a:t>18/09/2023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6FEC46-C07C-465F-85EA-BACD2AF1F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5884E6-D9B9-4885-BB5E-5DD498221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55985-1A98-4B60-A020-6715590C72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4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0538E4E-CBFD-4644-B01F-43450E2B3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17145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19" y="1714500"/>
            <a:ext cx="10781211" cy="4926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903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29" y="223294"/>
            <a:ext cx="11403465" cy="6242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77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15" y="126546"/>
            <a:ext cx="11583896" cy="576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112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890" y="130629"/>
            <a:ext cx="7314248" cy="6355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4150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05" y="327253"/>
            <a:ext cx="10884898" cy="459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53" y="4804002"/>
            <a:ext cx="866775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068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47" y="405630"/>
            <a:ext cx="10141676" cy="3138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584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3" y="147501"/>
            <a:ext cx="9096783" cy="4078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75" y="4225711"/>
            <a:ext cx="6726282" cy="248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2165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2" y="142196"/>
            <a:ext cx="9560923" cy="313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13" y="3277895"/>
            <a:ext cx="5263516" cy="1067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3090863"/>
            <a:ext cx="33337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41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89" y="163150"/>
            <a:ext cx="8354105" cy="4789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86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81" y="275408"/>
            <a:ext cx="9507990" cy="600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8541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95" y="101918"/>
            <a:ext cx="10961041" cy="3085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710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20" y="151720"/>
            <a:ext cx="10169026" cy="653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1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32" y="71987"/>
            <a:ext cx="8783546" cy="678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4007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" y="238125"/>
            <a:ext cx="10552612" cy="3876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2689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93" y="192133"/>
            <a:ext cx="10768828" cy="3138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39" y="3795031"/>
            <a:ext cx="10671336" cy="2017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080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" y="211863"/>
            <a:ext cx="10971428" cy="4686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681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82" y="283572"/>
            <a:ext cx="10502537" cy="3047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82" y="3728085"/>
            <a:ext cx="11408841" cy="250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6001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44" y="325211"/>
            <a:ext cx="9972850" cy="194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03" y="2272937"/>
            <a:ext cx="10558734" cy="4020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8582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45" y="45719"/>
            <a:ext cx="10070238" cy="2007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45" y="2053000"/>
            <a:ext cx="10483131" cy="390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279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26" y="152265"/>
            <a:ext cx="9713457" cy="5200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24" y="5061275"/>
            <a:ext cx="862012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2282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Custom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 Ali</dc:creator>
  <cp:lastModifiedBy>HAIER</cp:lastModifiedBy>
  <cp:revision>6</cp:revision>
  <dcterms:created xsi:type="dcterms:W3CDTF">2020-10-01T03:25:21Z</dcterms:created>
  <dcterms:modified xsi:type="dcterms:W3CDTF">2023-09-18T17:31:17Z</dcterms:modified>
</cp:coreProperties>
</file>