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  <p:sldMasterId id="2147483674" r:id="rId3"/>
    <p:sldMasterId id="2147483688" r:id="rId4"/>
  </p:sldMasterIdLst>
  <p:notesMasterIdLst>
    <p:notesMasterId r:id="rId37"/>
  </p:notesMasterIdLst>
  <p:sldIdLst>
    <p:sldId id="256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7" r:id="rId16"/>
    <p:sldId id="278" r:id="rId17"/>
    <p:sldId id="279" r:id="rId18"/>
    <p:sldId id="280" r:id="rId19"/>
    <p:sldId id="300" r:id="rId20"/>
    <p:sldId id="301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4" r:id="rId32"/>
    <p:sldId id="295" r:id="rId33"/>
    <p:sldId id="296" r:id="rId34"/>
    <p:sldId id="297" r:id="rId35"/>
    <p:sldId id="298" r:id="rId36"/>
  </p:sldIdLst>
  <p:sldSz cx="12192000" cy="6858000"/>
  <p:notesSz cx="6858000" cy="9144000"/>
  <p:embeddedFontLst>
    <p:embeddedFont>
      <p:font typeface="Calibri" panose="020F0502020204030204" pitchFamily="34" charset="0"/>
      <p:regular r:id="rId38"/>
      <p:bold r:id="rId39"/>
      <p:italic r:id="rId40"/>
      <p:boldItalic r:id="rId41"/>
    </p:embeddedFont>
    <p:embeddedFont>
      <p:font typeface="Times" panose="02020603050405020304" pitchFamily="18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79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2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5.fntdata"/><Relationship Id="rId47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7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6.fntdata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1.fntdata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607867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31851" y="1709746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31851" y="4589471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172203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172203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33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33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2" y="1956598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2" y="-596102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 txBox="1">
            <a:spLocks noGrp="1"/>
          </p:cNvSpPr>
          <p:nvPr>
            <p:ph type="title"/>
          </p:nvPr>
        </p:nvSpPr>
        <p:spPr>
          <a:xfrm>
            <a:off x="609600" y="122237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4"/>
          <p:cNvSpPr txBox="1">
            <a:spLocks noGrp="1"/>
          </p:cNvSpPr>
          <p:nvPr>
            <p:ph type="body" idx="1"/>
          </p:nvPr>
        </p:nvSpPr>
        <p:spPr>
          <a:xfrm>
            <a:off x="609600" y="1719262"/>
            <a:ext cx="109728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97" name="Google Shape;97;p4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98" name="Google Shape;98;p4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99" name="Google Shape;99;p4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910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lip Art" type="txAndClipArt">
  <p:cSld name="Title, Text and Clip Ar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 txBox="1"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5"/>
          <p:cNvSpPr txBox="1">
            <a:spLocks noGrp="1"/>
          </p:cNvSpPr>
          <p:nvPr>
            <p:ph type="body" idx="1"/>
          </p:nvPr>
        </p:nvSpPr>
        <p:spPr>
          <a:xfrm>
            <a:off x="609600" y="1719263"/>
            <a:ext cx="53848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03" name="Google Shape;103;p5"/>
          <p:cNvSpPr>
            <a:spLocks noGrp="1"/>
          </p:cNvSpPr>
          <p:nvPr>
            <p:ph type="clipArt" idx="2"/>
          </p:nvPr>
        </p:nvSpPr>
        <p:spPr>
          <a:xfrm>
            <a:off x="6197600" y="1719263"/>
            <a:ext cx="53848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Noto Sans Symbols"/>
              <a:buChar char="●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82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Noto Sans Symbols"/>
              <a:buChar char="●"/>
              <a:defRPr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5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05" name="Google Shape;105;p5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06" name="Google Shape;106;p5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7504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09" name="Google Shape;109;p6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10" name="Google Shape;110;p6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8097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itle, Text, and Conten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 txBox="1"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7"/>
          <p:cNvSpPr txBox="1">
            <a:spLocks noGrp="1"/>
          </p:cNvSpPr>
          <p:nvPr>
            <p:ph type="body" idx="1"/>
          </p:nvPr>
        </p:nvSpPr>
        <p:spPr>
          <a:xfrm>
            <a:off x="609600" y="1719263"/>
            <a:ext cx="53848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14" name="Google Shape;114;p7"/>
          <p:cNvSpPr txBox="1">
            <a:spLocks noGrp="1"/>
          </p:cNvSpPr>
          <p:nvPr>
            <p:ph type="body" idx="2"/>
          </p:nvPr>
        </p:nvSpPr>
        <p:spPr>
          <a:xfrm>
            <a:off x="6197600" y="1719263"/>
            <a:ext cx="53848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15" name="Google Shape;115;p7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16" name="Google Shape;116;p7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17" name="Google Shape;117;p7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76357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Title and 4 Conten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8"/>
          <p:cNvSpPr txBox="1">
            <a:spLocks noGrp="1"/>
          </p:cNvSpPr>
          <p:nvPr>
            <p:ph type="body" idx="1"/>
          </p:nvPr>
        </p:nvSpPr>
        <p:spPr>
          <a:xfrm>
            <a:off x="609600" y="1600209"/>
            <a:ext cx="5384800" cy="2189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21" name="Google Shape;121;p8"/>
          <p:cNvSpPr txBox="1">
            <a:spLocks noGrp="1"/>
          </p:cNvSpPr>
          <p:nvPr>
            <p:ph type="body" idx="2"/>
          </p:nvPr>
        </p:nvSpPr>
        <p:spPr>
          <a:xfrm>
            <a:off x="6197600" y="1600209"/>
            <a:ext cx="5384800" cy="2189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22" name="Google Shape;122;p8"/>
          <p:cNvSpPr txBox="1">
            <a:spLocks noGrp="1"/>
          </p:cNvSpPr>
          <p:nvPr>
            <p:ph type="body" idx="3"/>
          </p:nvPr>
        </p:nvSpPr>
        <p:spPr>
          <a:xfrm>
            <a:off x="609600" y="3941763"/>
            <a:ext cx="5384800" cy="2189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23" name="Google Shape;123;p8"/>
          <p:cNvSpPr txBox="1">
            <a:spLocks noGrp="1"/>
          </p:cNvSpPr>
          <p:nvPr>
            <p:ph type="body" idx="4"/>
          </p:nvPr>
        </p:nvSpPr>
        <p:spPr>
          <a:xfrm>
            <a:off x="6197600" y="3941763"/>
            <a:ext cx="5384800" cy="2189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24" name="Google Shape;124;p8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25" name="Google Shape;125;p8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2802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>
            <a:spLocks noGrp="1"/>
          </p:cNvSpPr>
          <p:nvPr>
            <p:ph type="title"/>
          </p:nvPr>
        </p:nvSpPr>
        <p:spPr>
          <a:xfrm>
            <a:off x="609600" y="122237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9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30" name="Google Shape;130;p9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31" name="Google Shape;131;p9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82496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>
            <a:spLocks noGrp="1"/>
          </p:cNvSpPr>
          <p:nvPr>
            <p:ph type="title"/>
          </p:nvPr>
        </p:nvSpPr>
        <p:spPr>
          <a:xfrm rot="5400000">
            <a:off x="7206463" y="1754981"/>
            <a:ext cx="6008687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0"/>
          <p:cNvSpPr txBox="1">
            <a:spLocks noGrp="1"/>
          </p:cNvSpPr>
          <p:nvPr>
            <p:ph type="body" idx="1"/>
          </p:nvPr>
        </p:nvSpPr>
        <p:spPr>
          <a:xfrm rot="5400000">
            <a:off x="1618463" y="-886618"/>
            <a:ext cx="6008687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35" name="Google Shape;135;p10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36" name="Google Shape;136;p10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37" name="Google Shape;137;p10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91691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"/>
          <p:cNvSpPr txBox="1">
            <a:spLocks noGrp="1"/>
          </p:cNvSpPr>
          <p:nvPr>
            <p:ph type="title"/>
          </p:nvPr>
        </p:nvSpPr>
        <p:spPr>
          <a:xfrm>
            <a:off x="609600" y="122237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1"/>
          <p:cNvSpPr txBox="1">
            <a:spLocks noGrp="1"/>
          </p:cNvSpPr>
          <p:nvPr>
            <p:ph type="body" idx="1"/>
          </p:nvPr>
        </p:nvSpPr>
        <p:spPr>
          <a:xfrm rot="5400000">
            <a:off x="3890169" y="-1561307"/>
            <a:ext cx="4411662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41" name="Google Shape;141;p11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42" name="Google Shape;142;p11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43" name="Google Shape;143;p11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774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2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Noto Sans Symbols"/>
              <a:buNone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96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" name="Google Shape;147;p12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48" name="Google Shape;148;p12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49" name="Google Shape;149;p12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50" name="Google Shape;150;p12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5324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"/>
          <p:cNvSpPr txBox="1"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3"/>
          <p:cNvSpPr txBox="1">
            <a:spLocks noGrp="1"/>
          </p:cNvSpPr>
          <p:nvPr>
            <p:ph type="body" idx="1"/>
          </p:nvPr>
        </p:nvSpPr>
        <p:spPr>
          <a:xfrm>
            <a:off x="4766733" y="273059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640"/>
              </a:spcBef>
              <a:spcAft>
                <a:spcPts val="0"/>
              </a:spcAft>
              <a:buSzPts val="2240"/>
              <a:buChar char="●"/>
              <a:defRPr sz="3200"/>
            </a:lvl1pPr>
            <a:lvl2pPr marL="914400" lvl="1" indent="-353060" algn="l">
              <a:spcBef>
                <a:spcPts val="560"/>
              </a:spcBef>
              <a:spcAft>
                <a:spcPts val="0"/>
              </a:spcAft>
              <a:buSzPts val="1960"/>
              <a:buChar char="●"/>
              <a:defRPr sz="2800"/>
            </a:lvl2pPr>
            <a:lvl3pPr marL="1371600" lvl="2" indent="-33528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3pPr>
            <a:lvl4pPr marL="1828800" lvl="3" indent="-323850" algn="l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4pPr>
            <a:lvl5pPr marL="2286000" lvl="4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5pPr>
            <a:lvl6pPr marL="2743200" lvl="5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6pPr>
            <a:lvl7pPr marL="3200400" lvl="6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7pPr>
            <a:lvl8pPr marL="3657600" lvl="7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8pPr>
            <a:lvl9pPr marL="4114800" lvl="8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9pPr>
          </a:lstStyle>
          <a:p>
            <a:endParaRPr/>
          </a:p>
        </p:txBody>
      </p:sp>
      <p:sp>
        <p:nvSpPr>
          <p:cNvPr id="154" name="Google Shape;154;p13"/>
          <p:cNvSpPr txBox="1">
            <a:spLocks noGrp="1"/>
          </p:cNvSpPr>
          <p:nvPr>
            <p:ph type="body" idx="2"/>
          </p:nvPr>
        </p:nvSpPr>
        <p:spPr>
          <a:xfrm>
            <a:off x="609603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55" name="Google Shape;155;p13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56" name="Google Shape;156;p13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57" name="Google Shape;157;p13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48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4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61" name="Google Shape;161;p14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 sz="1800"/>
            </a:lvl3pPr>
            <a:lvl4pPr marL="1828800" lvl="3" indent="-30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4pPr>
            <a:lvl5pPr marL="2286000" lvl="4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5pPr>
            <a:lvl6pPr marL="2743200" lvl="5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6pPr>
            <a:lvl7pPr marL="3200400" lvl="6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7pPr>
            <a:lvl8pPr marL="3657600" lvl="7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8pPr>
            <a:lvl9pPr marL="4114800" lvl="8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9pPr>
          </a:lstStyle>
          <a:p>
            <a:endParaRPr/>
          </a:p>
        </p:txBody>
      </p:sp>
      <p:sp>
        <p:nvSpPr>
          <p:cNvPr id="162" name="Google Shape;162;p14"/>
          <p:cNvSpPr txBox="1">
            <a:spLocks noGrp="1"/>
          </p:cNvSpPr>
          <p:nvPr>
            <p:ph type="body" idx="3"/>
          </p:nvPr>
        </p:nvSpPr>
        <p:spPr>
          <a:xfrm>
            <a:off x="6193373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63" name="Google Shape;163;p14"/>
          <p:cNvSpPr txBox="1">
            <a:spLocks noGrp="1"/>
          </p:cNvSpPr>
          <p:nvPr>
            <p:ph type="body" idx="4"/>
          </p:nvPr>
        </p:nvSpPr>
        <p:spPr>
          <a:xfrm>
            <a:off x="6193373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 sz="1800"/>
            </a:lvl3pPr>
            <a:lvl4pPr marL="1828800" lvl="3" indent="-30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4pPr>
            <a:lvl5pPr marL="2286000" lvl="4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5pPr>
            <a:lvl6pPr marL="2743200" lvl="5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6pPr>
            <a:lvl7pPr marL="3200400" lvl="6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7pPr>
            <a:lvl8pPr marL="3657600" lvl="7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8pPr>
            <a:lvl9pPr marL="4114800" lvl="8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9pPr>
          </a:lstStyle>
          <a:p>
            <a:endParaRPr/>
          </a:p>
        </p:txBody>
      </p:sp>
      <p:sp>
        <p:nvSpPr>
          <p:cNvPr id="164" name="Google Shape;164;p14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65" name="Google Shape;165;p14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66" name="Google Shape;166;p14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2321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 txBox="1">
            <a:spLocks noGrp="1"/>
          </p:cNvSpPr>
          <p:nvPr>
            <p:ph type="title"/>
          </p:nvPr>
        </p:nvSpPr>
        <p:spPr>
          <a:xfrm>
            <a:off x="609600" y="122237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5"/>
          <p:cNvSpPr txBox="1">
            <a:spLocks noGrp="1"/>
          </p:cNvSpPr>
          <p:nvPr>
            <p:ph type="body" idx="1"/>
          </p:nvPr>
        </p:nvSpPr>
        <p:spPr>
          <a:xfrm>
            <a:off x="609600" y="1719263"/>
            <a:ext cx="53848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3060" algn="l">
              <a:spcBef>
                <a:spcPts val="560"/>
              </a:spcBef>
              <a:spcAft>
                <a:spcPts val="0"/>
              </a:spcAft>
              <a:buSzPts val="1960"/>
              <a:buChar char="●"/>
              <a:defRPr sz="2800"/>
            </a:lvl1pPr>
            <a:lvl2pPr marL="914400" lvl="1" indent="-33528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2000"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9pPr>
          </a:lstStyle>
          <a:p>
            <a:endParaRPr/>
          </a:p>
        </p:txBody>
      </p:sp>
      <p:sp>
        <p:nvSpPr>
          <p:cNvPr id="170" name="Google Shape;170;p15"/>
          <p:cNvSpPr txBox="1">
            <a:spLocks noGrp="1"/>
          </p:cNvSpPr>
          <p:nvPr>
            <p:ph type="body" idx="2"/>
          </p:nvPr>
        </p:nvSpPr>
        <p:spPr>
          <a:xfrm>
            <a:off x="6197600" y="1719263"/>
            <a:ext cx="53848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3060" algn="l">
              <a:spcBef>
                <a:spcPts val="560"/>
              </a:spcBef>
              <a:spcAft>
                <a:spcPts val="0"/>
              </a:spcAft>
              <a:buSzPts val="1960"/>
              <a:buChar char="●"/>
              <a:defRPr sz="2800"/>
            </a:lvl1pPr>
            <a:lvl2pPr marL="914400" lvl="1" indent="-33528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2000"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9pPr>
          </a:lstStyle>
          <a:p>
            <a:endParaRPr/>
          </a:p>
        </p:txBody>
      </p:sp>
      <p:sp>
        <p:nvSpPr>
          <p:cNvPr id="171" name="Google Shape;171;p15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72" name="Google Shape;172;p15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73" name="Google Shape;173;p15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7500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6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9pPr>
          </a:lstStyle>
          <a:p>
            <a:endParaRPr/>
          </a:p>
        </p:txBody>
      </p:sp>
      <p:sp>
        <p:nvSpPr>
          <p:cNvPr id="177" name="Google Shape;177;p16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78" name="Google Shape;178;p16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79" name="Google Shape;179;p16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9025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 txBox="1">
            <a:spLocks noGrp="1"/>
          </p:cNvSpPr>
          <p:nvPr>
            <p:ph type="title"/>
          </p:nvPr>
        </p:nvSpPr>
        <p:spPr>
          <a:xfrm>
            <a:off x="609600" y="122237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4"/>
          <p:cNvSpPr txBox="1">
            <a:spLocks noGrp="1"/>
          </p:cNvSpPr>
          <p:nvPr>
            <p:ph type="body" idx="1"/>
          </p:nvPr>
        </p:nvSpPr>
        <p:spPr>
          <a:xfrm>
            <a:off x="609600" y="1719262"/>
            <a:ext cx="109728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97" name="Google Shape;97;p4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98" name="Google Shape;98;p4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99" name="Google Shape;99;p4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20572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lip Art" type="txAndClipArt">
  <p:cSld name="Title, Text and Clip Ar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 txBox="1"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5"/>
          <p:cNvSpPr txBox="1">
            <a:spLocks noGrp="1"/>
          </p:cNvSpPr>
          <p:nvPr>
            <p:ph type="body" idx="1"/>
          </p:nvPr>
        </p:nvSpPr>
        <p:spPr>
          <a:xfrm>
            <a:off x="609600" y="1719263"/>
            <a:ext cx="53848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03" name="Google Shape;103;p5"/>
          <p:cNvSpPr>
            <a:spLocks noGrp="1"/>
          </p:cNvSpPr>
          <p:nvPr>
            <p:ph type="clipArt" idx="2"/>
          </p:nvPr>
        </p:nvSpPr>
        <p:spPr>
          <a:xfrm>
            <a:off x="6197600" y="1719263"/>
            <a:ext cx="53848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Noto Sans Symbols"/>
              <a:buChar char="●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82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Noto Sans Symbols"/>
              <a:buChar char="●"/>
              <a:defRPr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5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05" name="Google Shape;105;p5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06" name="Google Shape;106;p5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1911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itle, Text, and Conten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 txBox="1"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7"/>
          <p:cNvSpPr txBox="1">
            <a:spLocks noGrp="1"/>
          </p:cNvSpPr>
          <p:nvPr>
            <p:ph type="body" idx="1"/>
          </p:nvPr>
        </p:nvSpPr>
        <p:spPr>
          <a:xfrm>
            <a:off x="609600" y="1719263"/>
            <a:ext cx="53848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14" name="Google Shape;114;p7"/>
          <p:cNvSpPr txBox="1">
            <a:spLocks noGrp="1"/>
          </p:cNvSpPr>
          <p:nvPr>
            <p:ph type="body" idx="2"/>
          </p:nvPr>
        </p:nvSpPr>
        <p:spPr>
          <a:xfrm>
            <a:off x="6197600" y="1719263"/>
            <a:ext cx="53848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15" name="Google Shape;115;p7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16" name="Google Shape;116;p7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17" name="Google Shape;117;p7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35851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Title and 4 Conten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8"/>
          <p:cNvSpPr txBox="1">
            <a:spLocks noGrp="1"/>
          </p:cNvSpPr>
          <p:nvPr>
            <p:ph type="body" idx="1"/>
          </p:nvPr>
        </p:nvSpPr>
        <p:spPr>
          <a:xfrm>
            <a:off x="609600" y="1600205"/>
            <a:ext cx="5384800" cy="2189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21" name="Google Shape;121;p8"/>
          <p:cNvSpPr txBox="1">
            <a:spLocks noGrp="1"/>
          </p:cNvSpPr>
          <p:nvPr>
            <p:ph type="body" idx="2"/>
          </p:nvPr>
        </p:nvSpPr>
        <p:spPr>
          <a:xfrm>
            <a:off x="6197600" y="1600205"/>
            <a:ext cx="5384800" cy="2189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22" name="Google Shape;122;p8"/>
          <p:cNvSpPr txBox="1">
            <a:spLocks noGrp="1"/>
          </p:cNvSpPr>
          <p:nvPr>
            <p:ph type="body" idx="3"/>
          </p:nvPr>
        </p:nvSpPr>
        <p:spPr>
          <a:xfrm>
            <a:off x="609600" y="3941763"/>
            <a:ext cx="5384800" cy="2189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23" name="Google Shape;123;p8"/>
          <p:cNvSpPr txBox="1">
            <a:spLocks noGrp="1"/>
          </p:cNvSpPr>
          <p:nvPr>
            <p:ph type="body" idx="4"/>
          </p:nvPr>
        </p:nvSpPr>
        <p:spPr>
          <a:xfrm>
            <a:off x="6197600" y="3941763"/>
            <a:ext cx="5384800" cy="2189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24" name="Google Shape;124;p8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25" name="Google Shape;125;p8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15592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>
            <a:spLocks noGrp="1"/>
          </p:cNvSpPr>
          <p:nvPr>
            <p:ph type="title"/>
          </p:nvPr>
        </p:nvSpPr>
        <p:spPr>
          <a:xfrm>
            <a:off x="609600" y="122237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9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30" name="Google Shape;130;p9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31" name="Google Shape;131;p9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52063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>
            <a:spLocks noGrp="1"/>
          </p:cNvSpPr>
          <p:nvPr>
            <p:ph type="title"/>
          </p:nvPr>
        </p:nvSpPr>
        <p:spPr>
          <a:xfrm rot="5400000">
            <a:off x="7206461" y="1754981"/>
            <a:ext cx="6008687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0"/>
          <p:cNvSpPr txBox="1">
            <a:spLocks noGrp="1"/>
          </p:cNvSpPr>
          <p:nvPr>
            <p:ph type="body" idx="1"/>
          </p:nvPr>
        </p:nvSpPr>
        <p:spPr>
          <a:xfrm rot="5400000">
            <a:off x="1618461" y="-886618"/>
            <a:ext cx="6008687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35" name="Google Shape;135;p10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36" name="Google Shape;136;p10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37" name="Google Shape;137;p10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29662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"/>
          <p:cNvSpPr txBox="1">
            <a:spLocks noGrp="1"/>
          </p:cNvSpPr>
          <p:nvPr>
            <p:ph type="title"/>
          </p:nvPr>
        </p:nvSpPr>
        <p:spPr>
          <a:xfrm>
            <a:off x="609600" y="122237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1"/>
          <p:cNvSpPr txBox="1">
            <a:spLocks noGrp="1"/>
          </p:cNvSpPr>
          <p:nvPr>
            <p:ph type="body" idx="1"/>
          </p:nvPr>
        </p:nvSpPr>
        <p:spPr>
          <a:xfrm rot="5400000">
            <a:off x="3890169" y="-1561307"/>
            <a:ext cx="4411662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41" name="Google Shape;141;p11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42" name="Google Shape;142;p11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43" name="Google Shape;143;p11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2155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2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Noto Sans Symbols"/>
              <a:buNone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96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" name="Google Shape;147;p12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48" name="Google Shape;148;p12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49" name="Google Shape;149;p12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50" name="Google Shape;150;p12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3843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"/>
          <p:cNvSpPr txBox="1"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3"/>
          <p:cNvSpPr txBox="1">
            <a:spLocks noGrp="1"/>
          </p:cNvSpPr>
          <p:nvPr>
            <p:ph type="body" idx="1"/>
          </p:nvPr>
        </p:nvSpPr>
        <p:spPr>
          <a:xfrm>
            <a:off x="4766733" y="273055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640"/>
              </a:spcBef>
              <a:spcAft>
                <a:spcPts val="0"/>
              </a:spcAft>
              <a:buSzPts val="2240"/>
              <a:buChar char="●"/>
              <a:defRPr sz="3200"/>
            </a:lvl1pPr>
            <a:lvl2pPr marL="914400" lvl="1" indent="-353060" algn="l">
              <a:spcBef>
                <a:spcPts val="560"/>
              </a:spcBef>
              <a:spcAft>
                <a:spcPts val="0"/>
              </a:spcAft>
              <a:buSzPts val="1960"/>
              <a:buChar char="●"/>
              <a:defRPr sz="2800"/>
            </a:lvl2pPr>
            <a:lvl3pPr marL="1371600" lvl="2" indent="-33528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3pPr>
            <a:lvl4pPr marL="1828800" lvl="3" indent="-323850" algn="l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4pPr>
            <a:lvl5pPr marL="2286000" lvl="4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5pPr>
            <a:lvl6pPr marL="2743200" lvl="5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6pPr>
            <a:lvl7pPr marL="3200400" lvl="6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7pPr>
            <a:lvl8pPr marL="3657600" lvl="7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8pPr>
            <a:lvl9pPr marL="4114800" lvl="8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9pPr>
          </a:lstStyle>
          <a:p>
            <a:endParaRPr/>
          </a:p>
        </p:txBody>
      </p:sp>
      <p:sp>
        <p:nvSpPr>
          <p:cNvPr id="154" name="Google Shape;154;p13"/>
          <p:cNvSpPr txBox="1">
            <a:spLocks noGrp="1"/>
          </p:cNvSpPr>
          <p:nvPr>
            <p:ph type="body" idx="2"/>
          </p:nvPr>
        </p:nvSpPr>
        <p:spPr>
          <a:xfrm>
            <a:off x="609603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55" name="Google Shape;155;p13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56" name="Google Shape;156;p13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57" name="Google Shape;157;p13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17912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4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61" name="Google Shape;161;p14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 sz="1800"/>
            </a:lvl3pPr>
            <a:lvl4pPr marL="1828800" lvl="3" indent="-30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4pPr>
            <a:lvl5pPr marL="2286000" lvl="4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5pPr>
            <a:lvl6pPr marL="2743200" lvl="5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6pPr>
            <a:lvl7pPr marL="3200400" lvl="6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7pPr>
            <a:lvl8pPr marL="3657600" lvl="7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8pPr>
            <a:lvl9pPr marL="4114800" lvl="8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9pPr>
          </a:lstStyle>
          <a:p>
            <a:endParaRPr/>
          </a:p>
        </p:txBody>
      </p:sp>
      <p:sp>
        <p:nvSpPr>
          <p:cNvPr id="162" name="Google Shape;162;p14"/>
          <p:cNvSpPr txBox="1">
            <a:spLocks noGrp="1"/>
          </p:cNvSpPr>
          <p:nvPr>
            <p:ph type="body" idx="3"/>
          </p:nvPr>
        </p:nvSpPr>
        <p:spPr>
          <a:xfrm>
            <a:off x="6193370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63" name="Google Shape;163;p14"/>
          <p:cNvSpPr txBox="1">
            <a:spLocks noGrp="1"/>
          </p:cNvSpPr>
          <p:nvPr>
            <p:ph type="body" idx="4"/>
          </p:nvPr>
        </p:nvSpPr>
        <p:spPr>
          <a:xfrm>
            <a:off x="6193370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 sz="1800"/>
            </a:lvl3pPr>
            <a:lvl4pPr marL="1828800" lvl="3" indent="-30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4pPr>
            <a:lvl5pPr marL="2286000" lvl="4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5pPr>
            <a:lvl6pPr marL="2743200" lvl="5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6pPr>
            <a:lvl7pPr marL="3200400" lvl="6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7pPr>
            <a:lvl8pPr marL="3657600" lvl="7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8pPr>
            <a:lvl9pPr marL="4114800" lvl="8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9pPr>
          </a:lstStyle>
          <a:p>
            <a:endParaRPr/>
          </a:p>
        </p:txBody>
      </p:sp>
      <p:sp>
        <p:nvSpPr>
          <p:cNvPr id="164" name="Google Shape;164;p14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65" name="Google Shape;165;p14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66" name="Google Shape;166;p14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9164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 txBox="1">
            <a:spLocks noGrp="1"/>
          </p:cNvSpPr>
          <p:nvPr>
            <p:ph type="title"/>
          </p:nvPr>
        </p:nvSpPr>
        <p:spPr>
          <a:xfrm>
            <a:off x="609600" y="122237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5"/>
          <p:cNvSpPr txBox="1">
            <a:spLocks noGrp="1"/>
          </p:cNvSpPr>
          <p:nvPr>
            <p:ph type="body" idx="1"/>
          </p:nvPr>
        </p:nvSpPr>
        <p:spPr>
          <a:xfrm>
            <a:off x="609600" y="1719263"/>
            <a:ext cx="53848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3060" algn="l">
              <a:spcBef>
                <a:spcPts val="560"/>
              </a:spcBef>
              <a:spcAft>
                <a:spcPts val="0"/>
              </a:spcAft>
              <a:buSzPts val="1960"/>
              <a:buChar char="●"/>
              <a:defRPr sz="2800"/>
            </a:lvl1pPr>
            <a:lvl2pPr marL="914400" lvl="1" indent="-33528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2000"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9pPr>
          </a:lstStyle>
          <a:p>
            <a:endParaRPr/>
          </a:p>
        </p:txBody>
      </p:sp>
      <p:sp>
        <p:nvSpPr>
          <p:cNvPr id="170" name="Google Shape;170;p15"/>
          <p:cNvSpPr txBox="1">
            <a:spLocks noGrp="1"/>
          </p:cNvSpPr>
          <p:nvPr>
            <p:ph type="body" idx="2"/>
          </p:nvPr>
        </p:nvSpPr>
        <p:spPr>
          <a:xfrm>
            <a:off x="6197600" y="1719263"/>
            <a:ext cx="53848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3060" algn="l">
              <a:spcBef>
                <a:spcPts val="560"/>
              </a:spcBef>
              <a:spcAft>
                <a:spcPts val="0"/>
              </a:spcAft>
              <a:buSzPts val="1960"/>
              <a:buChar char="●"/>
              <a:defRPr sz="2800"/>
            </a:lvl1pPr>
            <a:lvl2pPr marL="914400" lvl="1" indent="-33528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2000"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9pPr>
          </a:lstStyle>
          <a:p>
            <a:endParaRPr/>
          </a:p>
        </p:txBody>
      </p:sp>
      <p:sp>
        <p:nvSpPr>
          <p:cNvPr id="171" name="Google Shape;171;p15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72" name="Google Shape;172;p15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73" name="Google Shape;173;p15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92996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6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9pPr>
          </a:lstStyle>
          <a:p>
            <a:endParaRPr/>
          </a:p>
        </p:txBody>
      </p:sp>
      <p:sp>
        <p:nvSpPr>
          <p:cNvPr id="177" name="Google Shape;177;p16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78" name="Google Shape;178;p16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79" name="Google Shape;179;p16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6628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 txBox="1">
            <a:spLocks noGrp="1"/>
          </p:cNvSpPr>
          <p:nvPr>
            <p:ph type="title"/>
          </p:nvPr>
        </p:nvSpPr>
        <p:spPr>
          <a:xfrm>
            <a:off x="609600" y="122237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4"/>
          <p:cNvSpPr txBox="1">
            <a:spLocks noGrp="1"/>
          </p:cNvSpPr>
          <p:nvPr>
            <p:ph type="body" idx="1"/>
          </p:nvPr>
        </p:nvSpPr>
        <p:spPr>
          <a:xfrm>
            <a:off x="609600" y="1719262"/>
            <a:ext cx="109728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97" name="Google Shape;97;p4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98" name="Google Shape;98;p4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99" name="Google Shape;99;p4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13489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lip Art" type="txAndClipArt">
  <p:cSld name="Title, Text and Clip Ar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 txBox="1"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5"/>
          <p:cNvSpPr txBox="1">
            <a:spLocks noGrp="1"/>
          </p:cNvSpPr>
          <p:nvPr>
            <p:ph type="body" idx="1"/>
          </p:nvPr>
        </p:nvSpPr>
        <p:spPr>
          <a:xfrm>
            <a:off x="609600" y="1719263"/>
            <a:ext cx="53848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03" name="Google Shape;103;p5"/>
          <p:cNvSpPr>
            <a:spLocks noGrp="1"/>
          </p:cNvSpPr>
          <p:nvPr>
            <p:ph type="clipArt" idx="2"/>
          </p:nvPr>
        </p:nvSpPr>
        <p:spPr>
          <a:xfrm>
            <a:off x="6197600" y="1719263"/>
            <a:ext cx="53848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Noto Sans Symbols"/>
              <a:buChar char="●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82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Noto Sans Symbols"/>
              <a:buChar char="●"/>
              <a:defRPr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5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05" name="Google Shape;105;p5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06" name="Google Shape;106;p5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63407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09" name="Google Shape;109;p6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10" name="Google Shape;110;p6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276861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itle, Text, and Conten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 txBox="1"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7"/>
          <p:cNvSpPr txBox="1">
            <a:spLocks noGrp="1"/>
          </p:cNvSpPr>
          <p:nvPr>
            <p:ph type="body" idx="1"/>
          </p:nvPr>
        </p:nvSpPr>
        <p:spPr>
          <a:xfrm>
            <a:off x="609600" y="1719263"/>
            <a:ext cx="53848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14" name="Google Shape;114;p7"/>
          <p:cNvSpPr txBox="1">
            <a:spLocks noGrp="1"/>
          </p:cNvSpPr>
          <p:nvPr>
            <p:ph type="body" idx="2"/>
          </p:nvPr>
        </p:nvSpPr>
        <p:spPr>
          <a:xfrm>
            <a:off x="6197600" y="1719263"/>
            <a:ext cx="53848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15" name="Google Shape;115;p7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16" name="Google Shape;116;p7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17" name="Google Shape;117;p7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696700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Title and 4 Conten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8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2189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21" name="Google Shape;121;p8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2189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22" name="Google Shape;122;p8"/>
          <p:cNvSpPr txBox="1">
            <a:spLocks noGrp="1"/>
          </p:cNvSpPr>
          <p:nvPr>
            <p:ph type="body" idx="3"/>
          </p:nvPr>
        </p:nvSpPr>
        <p:spPr>
          <a:xfrm>
            <a:off x="609600" y="3941763"/>
            <a:ext cx="5384800" cy="2189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23" name="Google Shape;123;p8"/>
          <p:cNvSpPr txBox="1">
            <a:spLocks noGrp="1"/>
          </p:cNvSpPr>
          <p:nvPr>
            <p:ph type="body" idx="4"/>
          </p:nvPr>
        </p:nvSpPr>
        <p:spPr>
          <a:xfrm>
            <a:off x="6197600" y="3941763"/>
            <a:ext cx="5384800" cy="2189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24" name="Google Shape;124;p8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25" name="Google Shape;125;p8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72806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>
            <a:spLocks noGrp="1"/>
          </p:cNvSpPr>
          <p:nvPr>
            <p:ph type="title"/>
          </p:nvPr>
        </p:nvSpPr>
        <p:spPr>
          <a:xfrm>
            <a:off x="609600" y="122237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9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30" name="Google Shape;130;p9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31" name="Google Shape;131;p9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93738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>
            <a:spLocks noGrp="1"/>
          </p:cNvSpPr>
          <p:nvPr>
            <p:ph type="title"/>
          </p:nvPr>
        </p:nvSpPr>
        <p:spPr>
          <a:xfrm rot="5400000">
            <a:off x="7206458" y="1754981"/>
            <a:ext cx="6008687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0"/>
          <p:cNvSpPr txBox="1">
            <a:spLocks noGrp="1"/>
          </p:cNvSpPr>
          <p:nvPr>
            <p:ph type="body" idx="1"/>
          </p:nvPr>
        </p:nvSpPr>
        <p:spPr>
          <a:xfrm rot="5400000">
            <a:off x="1618458" y="-886618"/>
            <a:ext cx="6008687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35" name="Google Shape;135;p10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36" name="Google Shape;136;p10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37" name="Google Shape;137;p10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441215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"/>
          <p:cNvSpPr txBox="1">
            <a:spLocks noGrp="1"/>
          </p:cNvSpPr>
          <p:nvPr>
            <p:ph type="title"/>
          </p:nvPr>
        </p:nvSpPr>
        <p:spPr>
          <a:xfrm>
            <a:off x="609600" y="122237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1"/>
          <p:cNvSpPr txBox="1">
            <a:spLocks noGrp="1"/>
          </p:cNvSpPr>
          <p:nvPr>
            <p:ph type="body" idx="1"/>
          </p:nvPr>
        </p:nvSpPr>
        <p:spPr>
          <a:xfrm rot="5400000">
            <a:off x="3890169" y="-1561307"/>
            <a:ext cx="4411662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41" name="Google Shape;141;p11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42" name="Google Shape;142;p11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43" name="Google Shape;143;p11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6848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2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Noto Sans Symbols"/>
              <a:buNone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96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" name="Google Shape;147;p12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48" name="Google Shape;148;p12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49" name="Google Shape;149;p12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50" name="Google Shape;150;p12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671017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3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640"/>
              </a:spcBef>
              <a:spcAft>
                <a:spcPts val="0"/>
              </a:spcAft>
              <a:buSzPts val="2240"/>
              <a:buChar char="●"/>
              <a:defRPr sz="3200"/>
            </a:lvl1pPr>
            <a:lvl2pPr marL="914400" lvl="1" indent="-353060" algn="l">
              <a:spcBef>
                <a:spcPts val="560"/>
              </a:spcBef>
              <a:spcAft>
                <a:spcPts val="0"/>
              </a:spcAft>
              <a:buSzPts val="1960"/>
              <a:buChar char="●"/>
              <a:defRPr sz="2800"/>
            </a:lvl2pPr>
            <a:lvl3pPr marL="1371600" lvl="2" indent="-33528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3pPr>
            <a:lvl4pPr marL="1828800" lvl="3" indent="-323850" algn="l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4pPr>
            <a:lvl5pPr marL="2286000" lvl="4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5pPr>
            <a:lvl6pPr marL="2743200" lvl="5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6pPr>
            <a:lvl7pPr marL="3200400" lvl="6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7pPr>
            <a:lvl8pPr marL="3657600" lvl="7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8pPr>
            <a:lvl9pPr marL="4114800" lvl="8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9pPr>
          </a:lstStyle>
          <a:p>
            <a:endParaRPr/>
          </a:p>
        </p:txBody>
      </p:sp>
      <p:sp>
        <p:nvSpPr>
          <p:cNvPr id="154" name="Google Shape;154;p13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55" name="Google Shape;155;p13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56" name="Google Shape;156;p13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57" name="Google Shape;157;p13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253092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4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61" name="Google Shape;161;p14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 sz="1800"/>
            </a:lvl3pPr>
            <a:lvl4pPr marL="1828800" lvl="3" indent="-30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4pPr>
            <a:lvl5pPr marL="2286000" lvl="4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5pPr>
            <a:lvl6pPr marL="2743200" lvl="5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6pPr>
            <a:lvl7pPr marL="3200400" lvl="6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7pPr>
            <a:lvl8pPr marL="3657600" lvl="7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8pPr>
            <a:lvl9pPr marL="4114800" lvl="8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9pPr>
          </a:lstStyle>
          <a:p>
            <a:endParaRPr/>
          </a:p>
        </p:txBody>
      </p:sp>
      <p:sp>
        <p:nvSpPr>
          <p:cNvPr id="162" name="Google Shape;162;p14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63" name="Google Shape;163;p14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 sz="1800"/>
            </a:lvl3pPr>
            <a:lvl4pPr marL="1828800" lvl="3" indent="-30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4pPr>
            <a:lvl5pPr marL="2286000" lvl="4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5pPr>
            <a:lvl6pPr marL="2743200" lvl="5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6pPr>
            <a:lvl7pPr marL="3200400" lvl="6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7pPr>
            <a:lvl8pPr marL="3657600" lvl="7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8pPr>
            <a:lvl9pPr marL="4114800" lvl="8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9pPr>
          </a:lstStyle>
          <a:p>
            <a:endParaRPr/>
          </a:p>
        </p:txBody>
      </p:sp>
      <p:sp>
        <p:nvSpPr>
          <p:cNvPr id="164" name="Google Shape;164;p14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65" name="Google Shape;165;p14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66" name="Google Shape;166;p14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69072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 txBox="1">
            <a:spLocks noGrp="1"/>
          </p:cNvSpPr>
          <p:nvPr>
            <p:ph type="title"/>
          </p:nvPr>
        </p:nvSpPr>
        <p:spPr>
          <a:xfrm>
            <a:off x="609600" y="122237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5"/>
          <p:cNvSpPr txBox="1">
            <a:spLocks noGrp="1"/>
          </p:cNvSpPr>
          <p:nvPr>
            <p:ph type="body" idx="1"/>
          </p:nvPr>
        </p:nvSpPr>
        <p:spPr>
          <a:xfrm>
            <a:off x="609600" y="1719263"/>
            <a:ext cx="53848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3060" algn="l">
              <a:spcBef>
                <a:spcPts val="560"/>
              </a:spcBef>
              <a:spcAft>
                <a:spcPts val="0"/>
              </a:spcAft>
              <a:buSzPts val="1960"/>
              <a:buChar char="●"/>
              <a:defRPr sz="2800"/>
            </a:lvl1pPr>
            <a:lvl2pPr marL="914400" lvl="1" indent="-33528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2000"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9pPr>
          </a:lstStyle>
          <a:p>
            <a:endParaRPr/>
          </a:p>
        </p:txBody>
      </p:sp>
      <p:sp>
        <p:nvSpPr>
          <p:cNvPr id="170" name="Google Shape;170;p15"/>
          <p:cNvSpPr txBox="1">
            <a:spLocks noGrp="1"/>
          </p:cNvSpPr>
          <p:nvPr>
            <p:ph type="body" idx="2"/>
          </p:nvPr>
        </p:nvSpPr>
        <p:spPr>
          <a:xfrm>
            <a:off x="6197600" y="1719263"/>
            <a:ext cx="53848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3060" algn="l">
              <a:spcBef>
                <a:spcPts val="560"/>
              </a:spcBef>
              <a:spcAft>
                <a:spcPts val="0"/>
              </a:spcAft>
              <a:buSzPts val="1960"/>
              <a:buChar char="●"/>
              <a:defRPr sz="2800"/>
            </a:lvl1pPr>
            <a:lvl2pPr marL="914400" lvl="1" indent="-33528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2000"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9pPr>
          </a:lstStyle>
          <a:p>
            <a:endParaRPr/>
          </a:p>
        </p:txBody>
      </p:sp>
      <p:sp>
        <p:nvSpPr>
          <p:cNvPr id="171" name="Google Shape;171;p15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72" name="Google Shape;172;p15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73" name="Google Shape;173;p15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35489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6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9pPr>
          </a:lstStyle>
          <a:p>
            <a:endParaRPr/>
          </a:p>
        </p:txBody>
      </p:sp>
      <p:sp>
        <p:nvSpPr>
          <p:cNvPr id="177" name="Google Shape;177;p16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78" name="Google Shape;178;p16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179" name="Google Shape;179;p16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664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3"/>
          <p:cNvCxnSpPr/>
          <p:nvPr/>
        </p:nvCxnSpPr>
        <p:spPr>
          <a:xfrm>
            <a:off x="10617200" y="152400"/>
            <a:ext cx="0" cy="152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7" name="Google Shape;57;p3"/>
          <p:cNvSpPr txBox="1">
            <a:spLocks noGrp="1"/>
          </p:cNvSpPr>
          <p:nvPr>
            <p:ph type="title"/>
          </p:nvPr>
        </p:nvSpPr>
        <p:spPr>
          <a:xfrm>
            <a:off x="609600" y="122237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3"/>
          <p:cNvSpPr txBox="1">
            <a:spLocks noGrp="1"/>
          </p:cNvSpPr>
          <p:nvPr>
            <p:ph type="body" idx="1"/>
          </p:nvPr>
        </p:nvSpPr>
        <p:spPr>
          <a:xfrm>
            <a:off x="609600" y="1719262"/>
            <a:ext cx="109728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195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Noto Sans Symbols"/>
              <a:buChar char="●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4169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82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835" algn="l" rtl="0"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Noto Sans Symbols"/>
              <a:buChar char="●"/>
              <a:defRPr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385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3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60" name="Google Shape;60;p3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61" name="Google Shape;61;p3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grpSp>
        <p:nvGrpSpPr>
          <p:cNvPr id="62" name="Google Shape;62;p3"/>
          <p:cNvGrpSpPr/>
          <p:nvPr/>
        </p:nvGrpSpPr>
        <p:grpSpPr>
          <a:xfrm>
            <a:off x="10871200" y="152400"/>
            <a:ext cx="1056216" cy="1295400"/>
            <a:chOff x="5136" y="960"/>
            <a:chExt cx="528" cy="864"/>
          </a:xfrm>
        </p:grpSpPr>
        <p:sp>
          <p:nvSpPr>
            <p:cNvPr id="63" name="Google Shape;63;p3"/>
            <p:cNvSpPr/>
            <p:nvPr/>
          </p:nvSpPr>
          <p:spPr>
            <a:xfrm>
              <a:off x="5136" y="960"/>
              <a:ext cx="80" cy="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5248" y="960"/>
              <a:ext cx="79" cy="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5360" y="960"/>
              <a:ext cx="76" cy="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5136" y="1072"/>
              <a:ext cx="80" cy="7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5248" y="1072"/>
              <a:ext cx="79" cy="7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5360" y="1072"/>
              <a:ext cx="76" cy="7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5136" y="1184"/>
              <a:ext cx="80" cy="73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5248" y="1184"/>
              <a:ext cx="79" cy="73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5136" y="1296"/>
              <a:ext cx="80" cy="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19920147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3"/>
          <p:cNvCxnSpPr/>
          <p:nvPr/>
        </p:nvCxnSpPr>
        <p:spPr>
          <a:xfrm>
            <a:off x="10617200" y="152400"/>
            <a:ext cx="0" cy="152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7" name="Google Shape;57;p3"/>
          <p:cNvSpPr txBox="1">
            <a:spLocks noGrp="1"/>
          </p:cNvSpPr>
          <p:nvPr>
            <p:ph type="title"/>
          </p:nvPr>
        </p:nvSpPr>
        <p:spPr>
          <a:xfrm>
            <a:off x="609600" y="122237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3"/>
          <p:cNvSpPr txBox="1">
            <a:spLocks noGrp="1"/>
          </p:cNvSpPr>
          <p:nvPr>
            <p:ph type="body" idx="1"/>
          </p:nvPr>
        </p:nvSpPr>
        <p:spPr>
          <a:xfrm>
            <a:off x="609600" y="1719262"/>
            <a:ext cx="109728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195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Noto Sans Symbols"/>
              <a:buChar char="●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4169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82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835" algn="l" rtl="0"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Noto Sans Symbols"/>
              <a:buChar char="●"/>
              <a:defRPr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385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3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60" name="Google Shape;60;p3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61" name="Google Shape;61;p3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grpSp>
        <p:nvGrpSpPr>
          <p:cNvPr id="62" name="Google Shape;62;p3"/>
          <p:cNvGrpSpPr/>
          <p:nvPr/>
        </p:nvGrpSpPr>
        <p:grpSpPr>
          <a:xfrm>
            <a:off x="10871200" y="152400"/>
            <a:ext cx="1056216" cy="1295400"/>
            <a:chOff x="5136" y="960"/>
            <a:chExt cx="528" cy="864"/>
          </a:xfrm>
        </p:grpSpPr>
        <p:sp>
          <p:nvSpPr>
            <p:cNvPr id="63" name="Google Shape;63;p3"/>
            <p:cNvSpPr/>
            <p:nvPr/>
          </p:nvSpPr>
          <p:spPr>
            <a:xfrm>
              <a:off x="5136" y="960"/>
              <a:ext cx="80" cy="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5248" y="960"/>
              <a:ext cx="79" cy="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5360" y="960"/>
              <a:ext cx="76" cy="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5136" y="1072"/>
              <a:ext cx="80" cy="7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5248" y="1072"/>
              <a:ext cx="79" cy="7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5360" y="1072"/>
              <a:ext cx="76" cy="7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5136" y="1184"/>
              <a:ext cx="80" cy="73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5248" y="1184"/>
              <a:ext cx="79" cy="73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5136" y="1296"/>
              <a:ext cx="80" cy="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332860464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3"/>
          <p:cNvCxnSpPr/>
          <p:nvPr/>
        </p:nvCxnSpPr>
        <p:spPr>
          <a:xfrm>
            <a:off x="10617200" y="152400"/>
            <a:ext cx="0" cy="152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7" name="Google Shape;57;p3"/>
          <p:cNvSpPr txBox="1">
            <a:spLocks noGrp="1"/>
          </p:cNvSpPr>
          <p:nvPr>
            <p:ph type="title"/>
          </p:nvPr>
        </p:nvSpPr>
        <p:spPr>
          <a:xfrm>
            <a:off x="609600" y="122237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3"/>
          <p:cNvSpPr txBox="1">
            <a:spLocks noGrp="1"/>
          </p:cNvSpPr>
          <p:nvPr>
            <p:ph type="body" idx="1"/>
          </p:nvPr>
        </p:nvSpPr>
        <p:spPr>
          <a:xfrm>
            <a:off x="609600" y="1719262"/>
            <a:ext cx="109728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195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Noto Sans Symbols"/>
              <a:buChar char="●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4169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82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835" algn="l" rtl="0"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Noto Sans Symbols"/>
              <a:buChar char="●"/>
              <a:defRPr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385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3"/>
          <p:cNvSpPr txBox="1">
            <a:spLocks noGrp="1"/>
          </p:cNvSpPr>
          <p:nvPr>
            <p:ph type="dt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60" name="Google Shape;60;p3"/>
          <p:cNvSpPr txBox="1">
            <a:spLocks noGrp="1"/>
          </p:cNvSpPr>
          <p:nvPr>
            <p:ph type="ft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>
              <a:solidFill>
                <a:srgbClr val="000000"/>
              </a:solidFill>
            </a:endParaRPr>
          </a:p>
        </p:txBody>
      </p:sp>
      <p:sp>
        <p:nvSpPr>
          <p:cNvPr id="61" name="Google Shape;61;p3"/>
          <p:cNvSpPr txBox="1">
            <a:spLocks noGrp="1"/>
          </p:cNvSpPr>
          <p:nvPr>
            <p:ph type="sldNum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pPr>
                <a:buClr>
                  <a:srgbClr val="000000"/>
                </a:buClr>
              </a:pPr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grpSp>
        <p:nvGrpSpPr>
          <p:cNvPr id="62" name="Google Shape;62;p3"/>
          <p:cNvGrpSpPr/>
          <p:nvPr/>
        </p:nvGrpSpPr>
        <p:grpSpPr>
          <a:xfrm>
            <a:off x="10871200" y="152400"/>
            <a:ext cx="1056216" cy="1295400"/>
            <a:chOff x="5136" y="960"/>
            <a:chExt cx="528" cy="864"/>
          </a:xfrm>
        </p:grpSpPr>
        <p:sp>
          <p:nvSpPr>
            <p:cNvPr id="63" name="Google Shape;63;p3"/>
            <p:cNvSpPr/>
            <p:nvPr/>
          </p:nvSpPr>
          <p:spPr>
            <a:xfrm>
              <a:off x="5136" y="960"/>
              <a:ext cx="80" cy="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5248" y="960"/>
              <a:ext cx="79" cy="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5360" y="960"/>
              <a:ext cx="76" cy="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5136" y="1072"/>
              <a:ext cx="80" cy="7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5248" y="1072"/>
              <a:ext cx="79" cy="7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5360" y="1072"/>
              <a:ext cx="76" cy="7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5136" y="1184"/>
              <a:ext cx="80" cy="73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5248" y="1184"/>
              <a:ext cx="79" cy="73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5136" y="1296"/>
              <a:ext cx="80" cy="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223690891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9701" y="885828"/>
            <a:ext cx="9391651" cy="221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71651" y="3873255"/>
            <a:ext cx="9105901" cy="217512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028706" y="304800"/>
            <a:ext cx="18272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Practice  Problem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5905" y="1209675"/>
            <a:ext cx="8743951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85949" y="276233"/>
            <a:ext cx="8677275" cy="610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6854" y="2036760"/>
            <a:ext cx="8667751" cy="243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1" y="409575"/>
            <a:ext cx="88296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6401" y="4219583"/>
            <a:ext cx="8829675" cy="229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2755" y="1857383"/>
            <a:ext cx="6276975" cy="303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2075" y="1562100"/>
            <a:ext cx="9639300" cy="36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125" y="1019175"/>
            <a:ext cx="9134475" cy="49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0227" y="386465"/>
            <a:ext cx="8343900" cy="6309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8276" y="1276350"/>
            <a:ext cx="9001125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7177" y="1069245"/>
            <a:ext cx="9457651" cy="1538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00153" y="2826758"/>
            <a:ext cx="9058275" cy="108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30" y="4019550"/>
            <a:ext cx="10134599" cy="2447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/>
          <p:nvPr/>
        </p:nvSpPr>
        <p:spPr>
          <a:xfrm>
            <a:off x="1066801" y="736321"/>
            <a:ext cx="9115427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4DCD"/>
                </a:solidFill>
                <a:latin typeface="Arial"/>
                <a:ea typeface="Arial"/>
                <a:cs typeface="Arial"/>
                <a:sym typeface="Arial"/>
              </a:rPr>
              <a:t>Energy in Damped Systems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When considering the oscillator’s mechanical energy, it is useful to define the </a:t>
            </a:r>
            <a:r>
              <a:rPr lang="en-US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 constant </a:t>
            </a:r>
            <a:r>
              <a:rPr lang="en-US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 (also called the </a:t>
            </a:r>
            <a:r>
              <a:rPr lang="en-US" sz="20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decay time</a:t>
            </a:r>
            <a:r>
              <a:rPr lang="en-US" sz="2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to be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28927" y="1404315"/>
            <a:ext cx="342900" cy="295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6985" y="2042220"/>
            <a:ext cx="778680" cy="563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71828" y="3232110"/>
            <a:ext cx="1863271" cy="50808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4"/>
          <p:cNvSpPr txBox="1"/>
          <p:nvPr/>
        </p:nvSpPr>
        <p:spPr>
          <a:xfrm>
            <a:off x="1352556" y="2828925"/>
            <a:ext cx="43567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this we can write oscillation amplitude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4"/>
          <p:cNvSpPr/>
          <p:nvPr/>
        </p:nvSpPr>
        <p:spPr>
          <a:xfrm>
            <a:off x="1246055" y="4028993"/>
            <a:ext cx="86694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mechanical energy is no longer conserved.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 any particular time we can compute the mechanical energy from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32195" y="4775979"/>
            <a:ext cx="6086940" cy="1398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52551" y="6017199"/>
            <a:ext cx="6730020" cy="549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6381" y="655833"/>
            <a:ext cx="7717171" cy="2649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19400" y="819151"/>
            <a:ext cx="5695949" cy="530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69314" y="770273"/>
            <a:ext cx="3550591" cy="982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87454" y="1895483"/>
            <a:ext cx="5565975" cy="461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1600" y="1600203"/>
            <a:ext cx="9448800" cy="23764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3783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216" y="1752600"/>
            <a:ext cx="11622616" cy="19796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6493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838200"/>
            <a:ext cx="10515600" cy="20526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59601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8323" y="169866"/>
            <a:ext cx="9495367" cy="6518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36057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7"/>
          <p:cNvSpPr txBox="1">
            <a:spLocks noGrp="1"/>
          </p:cNvSpPr>
          <p:nvPr>
            <p:ph type="title"/>
          </p:nvPr>
        </p:nvSpPr>
        <p:spPr>
          <a:xfrm>
            <a:off x="609600" y="122237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900" b="1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0" name="Google Shape;400;p4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94223" y="122248"/>
            <a:ext cx="11603567" cy="2339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9446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8"/>
          <p:cNvSpPr txBox="1">
            <a:spLocks noGrp="1"/>
          </p:cNvSpPr>
          <p:nvPr>
            <p:ph type="title"/>
          </p:nvPr>
        </p:nvSpPr>
        <p:spPr>
          <a:xfrm>
            <a:off x="609600" y="122237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900" b="1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6" name="Google Shape;406;p4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115490" y="3160712"/>
            <a:ext cx="9961033" cy="15287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2141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9"/>
          <p:cNvSpPr txBox="1">
            <a:spLocks noGrp="1"/>
          </p:cNvSpPr>
          <p:nvPr>
            <p:ph type="title"/>
          </p:nvPr>
        </p:nvSpPr>
        <p:spPr>
          <a:xfrm>
            <a:off x="609600" y="122237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900" b="1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2" name="Google Shape;412;p4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" y="0"/>
            <a:ext cx="10295467" cy="3168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91458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0"/>
          <p:cNvSpPr txBox="1">
            <a:spLocks noGrp="1"/>
          </p:cNvSpPr>
          <p:nvPr>
            <p:ph type="title"/>
          </p:nvPr>
        </p:nvSpPr>
        <p:spPr>
          <a:xfrm>
            <a:off x="609600" y="122237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900" b="1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8" name="Google Shape;418;p5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53636" y="3082928"/>
            <a:ext cx="9084733" cy="1684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32930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1"/>
          <p:cNvSpPr txBox="1">
            <a:spLocks noGrp="1"/>
          </p:cNvSpPr>
          <p:nvPr>
            <p:ph type="title"/>
          </p:nvPr>
        </p:nvSpPr>
        <p:spPr>
          <a:xfrm>
            <a:off x="609600" y="122237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900" b="1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5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-46565" y="122248"/>
            <a:ext cx="11931649" cy="23764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50734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2"/>
          <p:cNvSpPr txBox="1">
            <a:spLocks noGrp="1"/>
          </p:cNvSpPr>
          <p:nvPr>
            <p:ph type="title"/>
          </p:nvPr>
        </p:nvSpPr>
        <p:spPr>
          <a:xfrm>
            <a:off x="609600" y="122237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900" b="1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0" name="Google Shape;430;p5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604436" y="2232028"/>
            <a:ext cx="8983133" cy="33861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65307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3"/>
          <p:cNvSpPr txBox="1">
            <a:spLocks noGrp="1"/>
          </p:cNvSpPr>
          <p:nvPr>
            <p:ph type="title"/>
          </p:nvPr>
        </p:nvSpPr>
        <p:spPr>
          <a:xfrm>
            <a:off x="609600" y="122237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900" b="1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6" name="Google Shape;436;p5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09608" y="381011"/>
            <a:ext cx="9493249" cy="3527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88266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4"/>
          <p:cNvSpPr txBox="1">
            <a:spLocks noGrp="1"/>
          </p:cNvSpPr>
          <p:nvPr>
            <p:ph type="title"/>
          </p:nvPr>
        </p:nvSpPr>
        <p:spPr>
          <a:xfrm>
            <a:off x="609600" y="122237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900" b="1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54"/>
          <p:cNvSpPr txBox="1">
            <a:spLocks noGrp="1"/>
          </p:cNvSpPr>
          <p:nvPr>
            <p:ph type="body" idx="1"/>
          </p:nvPr>
        </p:nvSpPr>
        <p:spPr>
          <a:xfrm>
            <a:off x="609600" y="1719262"/>
            <a:ext cx="109728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095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Noto Sans Symbols"/>
              <a:buNone/>
            </a:pP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3" name="Google Shape;443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4436" y="1395416"/>
            <a:ext cx="8983133" cy="4067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225507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79"/>
          <p:cNvSpPr txBox="1">
            <a:spLocks noGrp="1"/>
          </p:cNvSpPr>
          <p:nvPr>
            <p:ph type="title"/>
          </p:nvPr>
        </p:nvSpPr>
        <p:spPr>
          <a:xfrm>
            <a:off x="609600" y="122237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</a:pPr>
            <a:r>
              <a:rPr lang="en-US" sz="39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Problems solving </a:t>
            </a:r>
            <a:endParaRPr/>
          </a:p>
        </p:txBody>
      </p:sp>
      <p:pic>
        <p:nvPicPr>
          <p:cNvPr id="688" name="Google Shape;688;p7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03203" y="1524007"/>
            <a:ext cx="5270500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7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6403" y="3048000"/>
            <a:ext cx="8140700" cy="2000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7148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80"/>
          <p:cNvSpPr txBox="1">
            <a:spLocks noGrp="1"/>
          </p:cNvSpPr>
          <p:nvPr>
            <p:ph type="title"/>
          </p:nvPr>
        </p:nvSpPr>
        <p:spPr>
          <a:xfrm>
            <a:off x="609600" y="122237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900" b="1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5" name="Google Shape;695;p8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01600" y="228600"/>
            <a:ext cx="8261349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8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833" y="1981207"/>
            <a:ext cx="10346267" cy="16462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70815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81"/>
          <p:cNvSpPr txBox="1">
            <a:spLocks noGrp="1"/>
          </p:cNvSpPr>
          <p:nvPr>
            <p:ph type="title"/>
          </p:nvPr>
        </p:nvSpPr>
        <p:spPr>
          <a:xfrm>
            <a:off x="609600" y="122237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900" b="1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2" name="Google Shape;702;p8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" y="152400"/>
            <a:ext cx="8075083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8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6403" y="2438405"/>
            <a:ext cx="9588500" cy="3171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82588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82"/>
          <p:cNvSpPr txBox="1">
            <a:spLocks noGrp="1"/>
          </p:cNvSpPr>
          <p:nvPr>
            <p:ph type="title"/>
          </p:nvPr>
        </p:nvSpPr>
        <p:spPr>
          <a:xfrm>
            <a:off x="609600" y="122237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900" b="1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9" name="Google Shape;709;p8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08003" y="304803"/>
            <a:ext cx="8801100" cy="127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6000" y="2209807"/>
            <a:ext cx="662940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36631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83"/>
          <p:cNvSpPr txBox="1">
            <a:spLocks noGrp="1"/>
          </p:cNvSpPr>
          <p:nvPr>
            <p:ph type="title"/>
          </p:nvPr>
        </p:nvSpPr>
        <p:spPr>
          <a:xfrm>
            <a:off x="609600" y="122237"/>
            <a:ext cx="100584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900" b="1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6" name="Google Shape;716;p8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08005" y="1828803"/>
            <a:ext cx="9823449" cy="4211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8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5" y="381007"/>
            <a:ext cx="6320367" cy="1584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3835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2913</TotalTime>
  <Words>58</Words>
  <Application>Microsoft Office PowerPoint</Application>
  <PresentationFormat>Widescreen</PresentationFormat>
  <Paragraphs>6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Times</vt:lpstr>
      <vt:lpstr>Calibri</vt:lpstr>
      <vt:lpstr>Noto Sans Symbols</vt:lpstr>
      <vt:lpstr>Office Theme</vt:lpstr>
      <vt:lpstr>Network</vt:lpstr>
      <vt:lpstr>1_Network</vt:lpstr>
      <vt:lpstr>2_Network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Problems solving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Rabeea kiran</dc:creator>
  <cp:lastModifiedBy>Aisha Ijaz</cp:lastModifiedBy>
  <cp:revision>4</cp:revision>
  <dcterms:modified xsi:type="dcterms:W3CDTF">2021-11-11T18:20:32Z</dcterms:modified>
</cp:coreProperties>
</file>