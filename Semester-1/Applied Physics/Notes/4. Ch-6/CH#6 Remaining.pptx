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69" d="100"/>
          <a:sy n="69" d="100"/>
        </p:scale>
        <p:origin x="-57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hif Ali" userId="be0cce2e65a5f4b8" providerId="LiveId" clId="{176707A4-DA40-4AA3-81E4-7F39D39E53A5}"/>
    <pc:docChg chg="custSel addSld modSld">
      <pc:chgData name="Kashif Ali" userId="be0cce2e65a5f4b8" providerId="LiveId" clId="{176707A4-DA40-4AA3-81E4-7F39D39E53A5}" dt="2020-10-11T16:23:25.243" v="38" actId="1076"/>
      <pc:docMkLst>
        <pc:docMk/>
      </pc:docMkLst>
      <pc:sldChg chg="addSp modSp mod">
        <pc:chgData name="Kashif Ali" userId="be0cce2e65a5f4b8" providerId="LiveId" clId="{176707A4-DA40-4AA3-81E4-7F39D39E53A5}" dt="2020-10-11T16:19:47.262" v="7" actId="1076"/>
        <pc:sldMkLst>
          <pc:docMk/>
          <pc:sldMk cId="645503748" sldId="256"/>
        </pc:sldMkLst>
        <pc:picChg chg="mod">
          <ac:chgData name="Kashif Ali" userId="be0cce2e65a5f4b8" providerId="LiveId" clId="{176707A4-DA40-4AA3-81E4-7F39D39E53A5}" dt="2020-10-11T16:19:42.798" v="6" actId="1076"/>
          <ac:picMkLst>
            <pc:docMk/>
            <pc:sldMk cId="645503748" sldId="256"/>
            <ac:picMk id="5" creationId="{A78BA01C-B710-4D07-9779-935371BDB195}"/>
          </ac:picMkLst>
        </pc:picChg>
        <pc:picChg chg="add mod">
          <ac:chgData name="Kashif Ali" userId="be0cce2e65a5f4b8" providerId="LiveId" clId="{176707A4-DA40-4AA3-81E4-7F39D39E53A5}" dt="2020-10-11T16:19:47.262" v="7" actId="1076"/>
          <ac:picMkLst>
            <pc:docMk/>
            <pc:sldMk cId="645503748" sldId="256"/>
            <ac:picMk id="6" creationId="{D6BB5D08-4181-4B23-A401-D72ED86B498F}"/>
          </ac:picMkLst>
        </pc:picChg>
      </pc:sldChg>
      <pc:sldChg chg="addSp delSp modSp new mod">
        <pc:chgData name="Kashif Ali" userId="be0cce2e65a5f4b8" providerId="LiveId" clId="{176707A4-DA40-4AA3-81E4-7F39D39E53A5}" dt="2020-10-11T16:21:54.318" v="21" actId="1076"/>
        <pc:sldMkLst>
          <pc:docMk/>
          <pc:sldMk cId="3569768167" sldId="257"/>
        </pc:sldMkLst>
        <pc:spChg chg="del">
          <ac:chgData name="Kashif Ali" userId="be0cce2e65a5f4b8" providerId="LiveId" clId="{176707A4-DA40-4AA3-81E4-7F39D39E53A5}" dt="2020-10-11T16:20:00.212" v="10" actId="478"/>
          <ac:spMkLst>
            <pc:docMk/>
            <pc:sldMk cId="3569768167" sldId="257"/>
            <ac:spMk id="2" creationId="{3DC17903-C84C-4AF4-89FF-CD6300C17FBF}"/>
          </ac:spMkLst>
        </pc:spChg>
        <pc:spChg chg="del">
          <ac:chgData name="Kashif Ali" userId="be0cce2e65a5f4b8" providerId="LiveId" clId="{176707A4-DA40-4AA3-81E4-7F39D39E53A5}" dt="2020-10-11T16:19:58.634" v="9" actId="478"/>
          <ac:spMkLst>
            <pc:docMk/>
            <pc:sldMk cId="3569768167" sldId="257"/>
            <ac:spMk id="3" creationId="{93DA62C0-607A-463C-AADC-A8709863F0DA}"/>
          </ac:spMkLst>
        </pc:spChg>
        <pc:picChg chg="add">
          <ac:chgData name="Kashif Ali" userId="be0cce2e65a5f4b8" providerId="LiveId" clId="{176707A4-DA40-4AA3-81E4-7F39D39E53A5}" dt="2020-10-11T16:20:49.998" v="11" actId="22"/>
          <ac:picMkLst>
            <pc:docMk/>
            <pc:sldMk cId="3569768167" sldId="257"/>
            <ac:picMk id="5" creationId="{AACEF6DF-911D-446C-AD72-72F055A93F36}"/>
          </ac:picMkLst>
        </pc:picChg>
        <pc:picChg chg="add mod">
          <ac:chgData name="Kashif Ali" userId="be0cce2e65a5f4b8" providerId="LiveId" clId="{176707A4-DA40-4AA3-81E4-7F39D39E53A5}" dt="2020-10-11T16:21:16.837" v="15" actId="1076"/>
          <ac:picMkLst>
            <pc:docMk/>
            <pc:sldMk cId="3569768167" sldId="257"/>
            <ac:picMk id="6" creationId="{9C2D00ED-8581-4089-8CDA-7F834B946407}"/>
          </ac:picMkLst>
        </pc:picChg>
        <pc:picChg chg="add mod">
          <ac:chgData name="Kashif Ali" userId="be0cce2e65a5f4b8" providerId="LiveId" clId="{176707A4-DA40-4AA3-81E4-7F39D39E53A5}" dt="2020-10-11T16:21:54.318" v="21" actId="1076"/>
          <ac:picMkLst>
            <pc:docMk/>
            <pc:sldMk cId="3569768167" sldId="257"/>
            <ac:picMk id="7" creationId="{A88CC1EB-D2EA-448D-8D6A-97C78F6AE351}"/>
          </ac:picMkLst>
        </pc:picChg>
      </pc:sldChg>
      <pc:sldChg chg="addSp delSp modSp new mod">
        <pc:chgData name="Kashif Ali" userId="be0cce2e65a5f4b8" providerId="LiveId" clId="{176707A4-DA40-4AA3-81E4-7F39D39E53A5}" dt="2020-10-11T16:23:25.243" v="38" actId="1076"/>
        <pc:sldMkLst>
          <pc:docMk/>
          <pc:sldMk cId="2229414361" sldId="258"/>
        </pc:sldMkLst>
        <pc:spChg chg="del">
          <ac:chgData name="Kashif Ali" userId="be0cce2e65a5f4b8" providerId="LiveId" clId="{176707A4-DA40-4AA3-81E4-7F39D39E53A5}" dt="2020-10-11T16:22:06.857" v="23" actId="478"/>
          <ac:spMkLst>
            <pc:docMk/>
            <pc:sldMk cId="2229414361" sldId="258"/>
            <ac:spMk id="2" creationId="{6A80B072-7880-45B3-8E50-5902CDB7F37E}"/>
          </ac:spMkLst>
        </pc:spChg>
        <pc:spChg chg="del">
          <ac:chgData name="Kashif Ali" userId="be0cce2e65a5f4b8" providerId="LiveId" clId="{176707A4-DA40-4AA3-81E4-7F39D39E53A5}" dt="2020-10-11T16:22:11.289" v="24" actId="478"/>
          <ac:spMkLst>
            <pc:docMk/>
            <pc:sldMk cId="2229414361" sldId="258"/>
            <ac:spMk id="3" creationId="{B0CF3FD4-B3FB-4742-8845-BD7D0AFCFE7A}"/>
          </ac:spMkLst>
        </pc:spChg>
        <pc:picChg chg="add mod">
          <ac:chgData name="Kashif Ali" userId="be0cce2e65a5f4b8" providerId="LiveId" clId="{176707A4-DA40-4AA3-81E4-7F39D39E53A5}" dt="2020-10-11T16:23:21.116" v="37" actId="1076"/>
          <ac:picMkLst>
            <pc:docMk/>
            <pc:sldMk cId="2229414361" sldId="258"/>
            <ac:picMk id="4" creationId="{CD6278CF-47A4-44B7-863F-B1599E2F5C55}"/>
          </ac:picMkLst>
        </pc:picChg>
        <pc:picChg chg="add mod">
          <ac:chgData name="Kashif Ali" userId="be0cce2e65a5f4b8" providerId="LiveId" clId="{176707A4-DA40-4AA3-81E4-7F39D39E53A5}" dt="2020-10-11T16:23:25.243" v="38" actId="1076"/>
          <ac:picMkLst>
            <pc:docMk/>
            <pc:sldMk cId="2229414361" sldId="258"/>
            <ac:picMk id="5" creationId="{80F6BEA3-9366-4C46-BBE3-67338CF2A22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C7560B-D81F-4E85-8572-793F6FF37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D23BE52-BD86-47CE-889D-FE4A51236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852A8F2-E371-40AF-B63A-4E9310EFF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1549-9D8C-4BF1-B7C9-BE80951BD583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2C3A6D8-FC8F-4ABB-BEF1-5BEF20D2B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374E0F0-88D3-4AB7-9AD9-F9E860F86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4709-72EB-4917-8BF6-B6BCA77FEE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9115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860520-37A2-4B82-AB1F-C801B7E53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E2884A-5AEE-402C-86D9-171D7AD2B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FC5DBEA-FBDB-4A25-9AA2-17C6C145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1549-9D8C-4BF1-B7C9-BE80951BD583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4D98722-62CE-4C80-B4EC-2FB8F229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4FB08AD-2C9C-4D10-9E24-B464A0C47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4709-72EB-4917-8BF6-B6BCA77FEE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087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E48BEB-791A-4C82-823C-7BA7C1632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952F808-CA88-4992-9DBE-A18739D68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EAEC1F6-0649-425A-A41B-E0C71FC25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1549-9D8C-4BF1-B7C9-BE80951BD583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315EB28-CDED-4318-93D1-844AD8B85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41A348F-11EF-48DC-BA85-5949F6969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4709-72EB-4917-8BF6-B6BCA77FEE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3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D072AA-4829-4CDA-B9C7-1AFB9DFC7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B1BF67-52A0-4A5D-BA51-40E3C7555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9CA6D12-5CA6-42F5-8266-7C6250645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47E435A-8193-4EF6-B2C1-F56EF4EDC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1549-9D8C-4BF1-B7C9-BE80951BD583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2FC5FC6-E6BB-4E90-BB69-B84B4E2C7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196BD41-9E73-4905-B6E6-73FDEE80C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4709-72EB-4917-8BF6-B6BCA77FEE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285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B08C13-BF7D-4257-BC74-49DFEB716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93C1882-22A3-4487-BAD4-6F7B2D5B4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06FCA9D-C9DC-4E5F-BD6B-A47B07A96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053B461-C49A-4D6F-AA21-66D40EF86C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C74BE2B-3C16-452B-B766-7B7016E36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D43475A6-3C10-433B-AA7A-676EF1233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1549-9D8C-4BF1-B7C9-BE80951BD583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37FF194-415A-492C-A921-450CF44AB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140D845-36CF-45A9-BEA4-47C4EF011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4709-72EB-4917-8BF6-B6BCA77FEE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972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BA664A-E162-4F17-B611-E58378A01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50A02F5-0995-41A6-A3AB-AF7BE0282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1549-9D8C-4BF1-B7C9-BE80951BD583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8154D4C-9B6F-4C36-A777-30E14A797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EBD2233-58EE-4CD8-92C8-E7613B852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4709-72EB-4917-8BF6-B6BCA77FEE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17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F890864-D3D2-4C6F-AAAB-78AE54930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1549-9D8C-4BF1-B7C9-BE80951BD583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72540DD-8A8C-4DF5-8263-FC64CF110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6D008C4-2950-4FD8-BBE3-1BE62A2EC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4709-72EB-4917-8BF6-B6BCA77FEE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9043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A8003F-977B-4A6A-B11C-CAF129025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0F8BF4-C24D-48FA-833A-D7B9FA337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2BCD929-17FE-4B24-BC32-BE43BAA03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4297EF8-D2D3-4357-8BAF-9C86D0C18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1549-9D8C-4BF1-B7C9-BE80951BD583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31B83B5-46EE-40C0-B823-2894E8DC2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E02E252-71EE-41F5-9F27-EBF3C96AD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4709-72EB-4917-8BF6-B6BCA77FEE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837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C7664A-379F-40E8-9EAC-16C4B5416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FBCAD2CB-8676-4B4F-A059-B42540B877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C78973A-3EF7-4E3E-AA18-D0BC6F697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8566C2F-E8BB-4609-9240-BA888D46E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1549-9D8C-4BF1-B7C9-BE80951BD583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9DD394C-8683-4F7F-B500-E75207301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9DFE53B-B4C1-49C9-9AA2-DE50F93F5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4709-72EB-4917-8BF6-B6BCA77FEE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815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5DDA63-5E34-44CF-A07E-5D9ABC0B5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0F50301-4452-4D6A-9B5A-607614F9E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DBF40AF-B97C-4684-A789-ED4B4C543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1549-9D8C-4BF1-B7C9-BE80951BD583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788B665-3958-4A60-8392-A0874821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A8B2003-9514-4985-90C5-25066DC4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4709-72EB-4917-8BF6-B6BCA77FEE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203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4E12B93A-7495-4FCB-9DD7-9119F9F18C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8451E4E-0AB9-46BB-942E-CD52E4C1D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E7BF8C1-D25F-4B51-A17A-E12787A80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1549-9D8C-4BF1-B7C9-BE80951BD583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C2BE95E-E342-41B9-8C41-10E182FCD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31A0C78-8208-4AC9-BCA0-4F0A5A666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4709-72EB-4917-8BF6-B6BCA77FEE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59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CCFD511-1A0F-4E9D-A7C7-FE7ACA433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A10F116-3251-4BBA-A08B-78B254365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3A086D-2437-4958-98BF-CE83A1825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961549-9D8C-4BF1-B7C9-BE80951BD583}" type="datetimeFigureOut">
              <a:rPr lang="en-GB" smtClean="0"/>
              <a:t>23/10/2021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B77405A-F157-49A5-9414-E9D53852D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2712EA2-8A23-41AF-A52E-6BEF1F0F5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C4709-72EB-4917-8BF6-B6BCA77FEE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233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43" y="238125"/>
            <a:ext cx="9469064" cy="648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42" y="997526"/>
            <a:ext cx="9096376" cy="1925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3157105"/>
            <a:ext cx="9410700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550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29" y="175779"/>
            <a:ext cx="9243584" cy="132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490" y="1333067"/>
            <a:ext cx="8894623" cy="993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805" y="2777836"/>
            <a:ext cx="8886825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9768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93" y="293977"/>
            <a:ext cx="4873611" cy="39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16" y="1301461"/>
            <a:ext cx="10343888" cy="349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9414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28" y="406977"/>
            <a:ext cx="11570589" cy="363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411" y="4045527"/>
            <a:ext cx="9239250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3447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410875"/>
            <a:ext cx="9848850" cy="564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6013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76" y="647699"/>
            <a:ext cx="9891231" cy="3300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396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01" y="0"/>
            <a:ext cx="9305925" cy="17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443" y="1614053"/>
            <a:ext cx="7733866" cy="4973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8119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182" y="455469"/>
            <a:ext cx="9601200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704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718" y="105209"/>
            <a:ext cx="7086600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59" y="2321936"/>
            <a:ext cx="9629775" cy="326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5345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88" y="200025"/>
            <a:ext cx="9953625" cy="645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9360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96" y="226002"/>
            <a:ext cx="9115425" cy="282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632" y="3297815"/>
            <a:ext cx="9096375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6981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320" y="361084"/>
            <a:ext cx="9534525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8409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06" y="175347"/>
            <a:ext cx="11698657" cy="2595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557" y="2918113"/>
            <a:ext cx="9086850" cy="323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8668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604" y="406111"/>
            <a:ext cx="9934575" cy="535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9141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Custom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Kashif Ali</dc:creator>
  <cp:lastModifiedBy>HAIER</cp:lastModifiedBy>
  <cp:revision>3</cp:revision>
  <dcterms:created xsi:type="dcterms:W3CDTF">2020-10-11T16:18:07Z</dcterms:created>
  <dcterms:modified xsi:type="dcterms:W3CDTF">2021-10-23T10:57:20Z</dcterms:modified>
</cp:coreProperties>
</file>