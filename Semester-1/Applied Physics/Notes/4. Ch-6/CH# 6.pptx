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7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6B9F35D1-92B8-40CD-9424-571B830297F1}"/>
    <pc:docChg chg="custSel addSld modSld">
      <pc:chgData name="Kashif Ali" userId="be0cce2e65a5f4b8" providerId="LiveId" clId="{6B9F35D1-92B8-40CD-9424-571B830297F1}" dt="2020-10-11T16:40:32.667" v="59" actId="14100"/>
      <pc:docMkLst>
        <pc:docMk/>
      </pc:docMkLst>
      <pc:sldChg chg="addSp delSp modSp new mod">
        <pc:chgData name="Kashif Ali" userId="be0cce2e65a5f4b8" providerId="LiveId" clId="{6B9F35D1-92B8-40CD-9424-571B830297F1}" dt="2020-10-11T06:59:06.306" v="18" actId="1076"/>
        <pc:sldMkLst>
          <pc:docMk/>
          <pc:sldMk cId="2144503579" sldId="258"/>
        </pc:sldMkLst>
        <pc:spChg chg="del">
          <ac:chgData name="Kashif Ali" userId="be0cce2e65a5f4b8" providerId="LiveId" clId="{6B9F35D1-92B8-40CD-9424-571B830297F1}" dt="2020-10-11T06:57:36.376" v="1" actId="478"/>
          <ac:spMkLst>
            <pc:docMk/>
            <pc:sldMk cId="2144503579" sldId="258"/>
            <ac:spMk id="2" creationId="{345A3BF9-1A26-4E5A-81DB-38B79D56E1DA}"/>
          </ac:spMkLst>
        </pc:spChg>
        <pc:spChg chg="del mod">
          <ac:chgData name="Kashif Ali" userId="be0cce2e65a5f4b8" providerId="LiveId" clId="{6B9F35D1-92B8-40CD-9424-571B830297F1}" dt="2020-10-11T06:57:39.320" v="3" actId="478"/>
          <ac:spMkLst>
            <pc:docMk/>
            <pc:sldMk cId="2144503579" sldId="258"/>
            <ac:spMk id="3" creationId="{F1BF46BC-E4E2-4EDF-9C8C-B858DA472B5E}"/>
          </ac:spMkLst>
        </pc:spChg>
        <pc:picChg chg="add mod">
          <ac:chgData name="Kashif Ali" userId="be0cce2e65a5f4b8" providerId="LiveId" clId="{6B9F35D1-92B8-40CD-9424-571B830297F1}" dt="2020-10-11T06:59:06.306" v="18" actId="1076"/>
          <ac:picMkLst>
            <pc:docMk/>
            <pc:sldMk cId="2144503579" sldId="258"/>
            <ac:picMk id="4" creationId="{9B87BE2E-DE9C-4BDC-B68B-A5EDA736E8D6}"/>
          </ac:picMkLst>
        </pc:picChg>
        <pc:picChg chg="add mod">
          <ac:chgData name="Kashif Ali" userId="be0cce2e65a5f4b8" providerId="LiveId" clId="{6B9F35D1-92B8-40CD-9424-571B830297F1}" dt="2020-10-11T06:59:01.147" v="16" actId="1076"/>
          <ac:picMkLst>
            <pc:docMk/>
            <pc:sldMk cId="2144503579" sldId="258"/>
            <ac:picMk id="5" creationId="{8016CDD7-5321-43F0-93D2-C4A6FD9F3B8A}"/>
          </ac:picMkLst>
        </pc:picChg>
      </pc:sldChg>
      <pc:sldChg chg="addSp delSp modSp new mod">
        <pc:chgData name="Kashif Ali" userId="be0cce2e65a5f4b8" providerId="LiveId" clId="{6B9F35D1-92B8-40CD-9424-571B830297F1}" dt="2020-10-11T16:40:24.939" v="58" actId="1076"/>
        <pc:sldMkLst>
          <pc:docMk/>
          <pc:sldMk cId="6710962" sldId="259"/>
        </pc:sldMkLst>
        <pc:spChg chg="del">
          <ac:chgData name="Kashif Ali" userId="be0cce2e65a5f4b8" providerId="LiveId" clId="{6B9F35D1-92B8-40CD-9424-571B830297F1}" dt="2020-10-11T07:00:01.335" v="21" actId="478"/>
          <ac:spMkLst>
            <pc:docMk/>
            <pc:sldMk cId="6710962" sldId="259"/>
            <ac:spMk id="2" creationId="{81E15214-F14C-44CD-B8E1-C3FD799DC53A}"/>
          </ac:spMkLst>
        </pc:spChg>
        <pc:spChg chg="del">
          <ac:chgData name="Kashif Ali" userId="be0cce2e65a5f4b8" providerId="LiveId" clId="{6B9F35D1-92B8-40CD-9424-571B830297F1}" dt="2020-10-11T07:00:00.231" v="20" actId="478"/>
          <ac:spMkLst>
            <pc:docMk/>
            <pc:sldMk cId="6710962" sldId="259"/>
            <ac:spMk id="3" creationId="{4511698F-EC11-446D-942D-C1E328B53B8D}"/>
          </ac:spMkLst>
        </pc:spChg>
        <pc:picChg chg="add mod">
          <ac:chgData name="Kashif Ali" userId="be0cce2e65a5f4b8" providerId="LiveId" clId="{6B9F35D1-92B8-40CD-9424-571B830297F1}" dt="2020-10-11T16:40:24.939" v="58" actId="1076"/>
          <ac:picMkLst>
            <pc:docMk/>
            <pc:sldMk cId="6710962" sldId="259"/>
            <ac:picMk id="4" creationId="{55AEE923-1496-4FD0-A89B-BF741DA5E25F}"/>
          </ac:picMkLst>
        </pc:picChg>
      </pc:sldChg>
      <pc:sldChg chg="addSp delSp modSp new mod">
        <pc:chgData name="Kashif Ali" userId="be0cce2e65a5f4b8" providerId="LiveId" clId="{6B9F35D1-92B8-40CD-9424-571B830297F1}" dt="2020-10-11T16:40:32.667" v="59" actId="14100"/>
        <pc:sldMkLst>
          <pc:docMk/>
          <pc:sldMk cId="1134470656" sldId="260"/>
        </pc:sldMkLst>
        <pc:spChg chg="del">
          <ac:chgData name="Kashif Ali" userId="be0cce2e65a5f4b8" providerId="LiveId" clId="{6B9F35D1-92B8-40CD-9424-571B830297F1}" dt="2020-10-11T07:00:34.583" v="32" actId="478"/>
          <ac:spMkLst>
            <pc:docMk/>
            <pc:sldMk cId="1134470656" sldId="260"/>
            <ac:spMk id="2" creationId="{854E5814-020D-4B98-B867-BE814C879846}"/>
          </ac:spMkLst>
        </pc:spChg>
        <pc:spChg chg="del">
          <ac:chgData name="Kashif Ali" userId="be0cce2e65a5f4b8" providerId="LiveId" clId="{6B9F35D1-92B8-40CD-9424-571B830297F1}" dt="2020-10-11T07:00:38.055" v="33" actId="478"/>
          <ac:spMkLst>
            <pc:docMk/>
            <pc:sldMk cId="1134470656" sldId="260"/>
            <ac:spMk id="3" creationId="{6AF104C6-A44F-4021-98CE-0107E83CFCC9}"/>
          </ac:spMkLst>
        </pc:spChg>
        <pc:picChg chg="add mod">
          <ac:chgData name="Kashif Ali" userId="be0cce2e65a5f4b8" providerId="LiveId" clId="{6B9F35D1-92B8-40CD-9424-571B830297F1}" dt="2020-10-11T16:40:32.667" v="59" actId="14100"/>
          <ac:picMkLst>
            <pc:docMk/>
            <pc:sldMk cId="1134470656" sldId="260"/>
            <ac:picMk id="4" creationId="{670E2C7E-53FE-4294-BC71-AA432302F9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95CA83-446C-47E1-8F78-1C29F53F6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BF24EBB-303D-4F5C-8962-97CC2B4EA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46E78C-207C-441A-97B0-9D46BFB8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00BA45-0539-43EE-B4E0-69A3D63E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C1CF12-B699-4ECC-98C5-0C71EDEB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10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952F47-CAB8-4B37-A6B3-EC6A125D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B36ACC-9D8C-46DE-8409-C4F30328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592B63-B971-49F6-85E3-E6E6445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9F127F-4FF0-426A-B2B5-BDF2D5C6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0D6506-9876-412D-911C-DEDCEA6A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456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F92E77-C955-4D92-B1DA-C3EBCE62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313D2D-C136-46B8-86A5-5FC0E3FE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5F12F5-7FCA-48D4-A0E1-03388CDB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5CF034-B37B-4585-9735-0FE79A8B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982D17-8C70-4BBF-B4AB-1B3F5001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45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AE6A25-DEA0-4563-94F5-77250CF9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205DE7-B206-40A8-96D4-7736A7995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995024F-D0C7-4671-8750-128785E22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203AB8-0C94-4B5A-8FB1-D8708607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44B594C-48C5-44DC-99E0-0712B4F9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214C6B-349C-40DA-95FD-77E9B6E1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1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B24989-CB1C-42A4-90DA-E55198B0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F027AF-060E-41C2-8865-7FA149A9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924B6C2-B56D-4C4C-B123-849CE525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BD4C124-31C2-4CF3-8D43-6B89A9FDC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B10E6FC-70AC-4D87-AC34-2760D2A8C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F4A0F26-3E4B-49AB-97A9-6A7E5FDD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7E50C08-C976-4B61-BED3-88E0FD83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5B11E4A-D342-414A-8B28-D76EBF09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7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519531-B1A8-4AD0-AE3C-6DD42375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7325C86-A39F-4AD2-9F9D-42A5180AF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CB7D661-B1B6-4CD9-A800-84D5E4C4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19F3937-3681-4A46-A419-2C2DBB9B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94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5ED6984-0206-4CD1-A799-358A8FC8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2C014CA-6D8E-4443-8A6D-5CD19400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E616AC3-62F9-4089-803F-30082985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72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A73E3C-C978-451B-A8DE-2FC04118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1F70A9-7E91-45BC-B313-17168151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2BC69F1-B67E-4373-8A9C-3A5CE4D84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60EBF48-2849-48B9-B85B-B8CFAFFD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B9A33EA-FA07-4837-9E25-9B10E366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4FE263E-A1E5-45B9-9D8F-9278BB3D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27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89161E-70EF-47D6-8693-C3C79B53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D8CEA62-B551-43D2-82FC-0BD709B15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B799914-4697-4C62-BEBB-34B4B0E31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730D099-DDAC-41F3-94C5-E028E927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9E4B43-AF03-4CFF-89A4-82E23DF8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449547-76DD-4FA4-A5DE-E7B02BDA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29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A1DDE4-C17F-4D3D-BBA0-C8ACD343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70BB95A-3AFB-453E-860C-33EF05280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4D7583-2258-4EA5-B51E-9441FADF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39403-43C9-4B9A-A8BE-03C5244F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D53842-2EB5-4B5B-821F-867BEC84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2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473252E-B802-4A37-9140-0FD0A107B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8EC2A10-91EA-4329-B73D-A51AFC36F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B60B39-3F85-4238-93FE-B35A9D24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CB42A2-3A75-44F5-9D50-1143784B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CCE101-8E45-4DBD-985B-1C146A7E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04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E8B4192-07CC-40E8-BB7A-5992B7D9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15C02B-B1C3-4FAA-B760-C136A32EA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45EC95-9DBE-4A2C-86AE-95AC02FBC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A6C85-6984-44A8-A605-27F8BDB2C3E8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E174DB-9031-4362-857B-7A6A2BED6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1FA51D-2C39-4CA8-8886-9750C57CA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974A-B5FC-4E75-A033-7D712FDD7F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86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252" y="76200"/>
            <a:ext cx="561975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76" y="1666875"/>
            <a:ext cx="7972425" cy="2059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4" y="4054186"/>
            <a:ext cx="9977464" cy="2194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297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38" y="213880"/>
            <a:ext cx="8197561" cy="3933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954" y="4147508"/>
            <a:ext cx="9058275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346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135081"/>
            <a:ext cx="90297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50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08" y="164956"/>
            <a:ext cx="9322810" cy="155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134" y="1899373"/>
            <a:ext cx="871537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667" y="5014048"/>
            <a:ext cx="43719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74" y="115165"/>
            <a:ext cx="8920162" cy="192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" y="2140527"/>
            <a:ext cx="934402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447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291811"/>
            <a:ext cx="11413856" cy="583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01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686800" cy="357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584" y="3900920"/>
            <a:ext cx="931545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132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63" y="808757"/>
            <a:ext cx="10765398" cy="266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45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43" y="190934"/>
            <a:ext cx="9936739" cy="247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058" y="2905991"/>
            <a:ext cx="9890797" cy="3633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36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70" y="216911"/>
            <a:ext cx="9496425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429000"/>
            <a:ext cx="93535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48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585788"/>
            <a:ext cx="9477375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067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40" y="187903"/>
            <a:ext cx="9511578" cy="1612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65" y="2646651"/>
            <a:ext cx="10982799" cy="163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24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117" y="139843"/>
            <a:ext cx="8066809" cy="2994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87" y="3323359"/>
            <a:ext cx="86487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868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07" y="516516"/>
            <a:ext cx="973455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906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08" y="152400"/>
            <a:ext cx="9683028" cy="2515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08" y="2857500"/>
            <a:ext cx="88296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11" y="3782724"/>
            <a:ext cx="926782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386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93" y="559378"/>
            <a:ext cx="11586958" cy="3749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7669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45" y="-1"/>
            <a:ext cx="7842539" cy="277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15" y="2879491"/>
            <a:ext cx="8646969" cy="3756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195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043" y="138545"/>
            <a:ext cx="6560993" cy="2948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3" y="3322834"/>
            <a:ext cx="8004897" cy="3200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49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862" y="309563"/>
            <a:ext cx="9505950" cy="623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249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86" y="134216"/>
            <a:ext cx="9182100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534" y="2872220"/>
            <a:ext cx="90487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607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29" y="695759"/>
            <a:ext cx="907732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89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18</cp:revision>
  <dcterms:created xsi:type="dcterms:W3CDTF">2020-10-11T06:46:36Z</dcterms:created>
  <dcterms:modified xsi:type="dcterms:W3CDTF">2021-10-23T10:47:22Z</dcterms:modified>
</cp:coreProperties>
</file>