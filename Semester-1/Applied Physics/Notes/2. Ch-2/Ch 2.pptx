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-37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hif Ali" userId="be0cce2e65a5f4b8" providerId="LiveId" clId="{CD6AAF90-701B-4F63-A8A6-E4DD35355B6E}"/>
    <pc:docChg chg="addSld modSld">
      <pc:chgData name="Kashif Ali" userId="be0cce2e65a5f4b8" providerId="LiveId" clId="{CD6AAF90-701B-4F63-A8A6-E4DD35355B6E}" dt="2020-10-01T03:02:06.675" v="49" actId="14100"/>
      <pc:docMkLst>
        <pc:docMk/>
      </pc:docMkLst>
      <pc:sldChg chg="addSp modSp new mod">
        <pc:chgData name="Kashif Ali" userId="be0cce2e65a5f4b8" providerId="LiveId" clId="{CD6AAF90-701B-4F63-A8A6-E4DD35355B6E}" dt="2020-10-01T02:56:55.430" v="11" actId="14100"/>
        <pc:sldMkLst>
          <pc:docMk/>
          <pc:sldMk cId="3061088375" sldId="257"/>
        </pc:sldMkLst>
        <pc:picChg chg="add mod">
          <ac:chgData name="Kashif Ali" userId="be0cce2e65a5f4b8" providerId="LiveId" clId="{CD6AAF90-701B-4F63-A8A6-E4DD35355B6E}" dt="2020-10-01T02:56:55.430" v="11" actId="14100"/>
          <ac:picMkLst>
            <pc:docMk/>
            <pc:sldMk cId="3061088375" sldId="257"/>
            <ac:picMk id="2" creationId="{33B878E7-C9A9-47A2-B7A8-1172731D946D}"/>
          </ac:picMkLst>
        </pc:picChg>
      </pc:sldChg>
      <pc:sldChg chg="addSp modSp new mod">
        <pc:chgData name="Kashif Ali" userId="be0cce2e65a5f4b8" providerId="LiveId" clId="{CD6AAF90-701B-4F63-A8A6-E4DD35355B6E}" dt="2020-10-01T02:58:14.389" v="19" actId="14100"/>
        <pc:sldMkLst>
          <pc:docMk/>
          <pc:sldMk cId="3664171255" sldId="258"/>
        </pc:sldMkLst>
        <pc:picChg chg="add mod">
          <ac:chgData name="Kashif Ali" userId="be0cce2e65a5f4b8" providerId="LiveId" clId="{CD6AAF90-701B-4F63-A8A6-E4DD35355B6E}" dt="2020-10-01T02:58:14.389" v="19" actId="14100"/>
          <ac:picMkLst>
            <pc:docMk/>
            <pc:sldMk cId="3664171255" sldId="258"/>
            <ac:picMk id="2" creationId="{A8E9F0FC-E917-4380-BBEF-0EE699331CEC}"/>
          </ac:picMkLst>
        </pc:picChg>
      </pc:sldChg>
      <pc:sldChg chg="addSp modSp new mod">
        <pc:chgData name="Kashif Ali" userId="be0cce2e65a5f4b8" providerId="LiveId" clId="{CD6AAF90-701B-4F63-A8A6-E4DD35355B6E}" dt="2020-10-01T02:59:51.484" v="28" actId="14100"/>
        <pc:sldMkLst>
          <pc:docMk/>
          <pc:sldMk cId="1974320829" sldId="259"/>
        </pc:sldMkLst>
        <pc:picChg chg="add mod">
          <ac:chgData name="Kashif Ali" userId="be0cce2e65a5f4b8" providerId="LiveId" clId="{CD6AAF90-701B-4F63-A8A6-E4DD35355B6E}" dt="2020-10-01T02:59:51.484" v="28" actId="14100"/>
          <ac:picMkLst>
            <pc:docMk/>
            <pc:sldMk cId="1974320829" sldId="259"/>
            <ac:picMk id="2" creationId="{59895205-C51B-44AE-8683-C65682932B56}"/>
          </ac:picMkLst>
        </pc:picChg>
      </pc:sldChg>
      <pc:sldChg chg="addSp modSp new mod">
        <pc:chgData name="Kashif Ali" userId="be0cce2e65a5f4b8" providerId="LiveId" clId="{CD6AAF90-701B-4F63-A8A6-E4DD35355B6E}" dt="2020-10-01T03:00:58.891" v="38" actId="1076"/>
        <pc:sldMkLst>
          <pc:docMk/>
          <pc:sldMk cId="941339223" sldId="260"/>
        </pc:sldMkLst>
        <pc:picChg chg="add mod">
          <ac:chgData name="Kashif Ali" userId="be0cce2e65a5f4b8" providerId="LiveId" clId="{CD6AAF90-701B-4F63-A8A6-E4DD35355B6E}" dt="2020-10-01T03:00:58.891" v="38" actId="1076"/>
          <ac:picMkLst>
            <pc:docMk/>
            <pc:sldMk cId="941339223" sldId="260"/>
            <ac:picMk id="2" creationId="{2DA534CC-8846-4F9D-94E2-74EE3DFE346B}"/>
          </ac:picMkLst>
        </pc:picChg>
      </pc:sldChg>
      <pc:sldChg chg="addSp modSp new mod">
        <pc:chgData name="Kashif Ali" userId="be0cce2e65a5f4b8" providerId="LiveId" clId="{CD6AAF90-701B-4F63-A8A6-E4DD35355B6E}" dt="2020-10-01T03:02:06.675" v="49" actId="14100"/>
        <pc:sldMkLst>
          <pc:docMk/>
          <pc:sldMk cId="746718400" sldId="261"/>
        </pc:sldMkLst>
        <pc:picChg chg="add mod">
          <ac:chgData name="Kashif Ali" userId="be0cce2e65a5f4b8" providerId="LiveId" clId="{CD6AAF90-701B-4F63-A8A6-E4DD35355B6E}" dt="2020-10-01T03:02:06.675" v="49" actId="14100"/>
          <ac:picMkLst>
            <pc:docMk/>
            <pc:sldMk cId="746718400" sldId="261"/>
            <ac:picMk id="2" creationId="{D390B727-2C02-49FA-B17C-923A2242577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F7AAF3-0721-48EE-9A58-58B672C01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40A7D19-122A-4F05-AF02-4EFC29CD3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50D97D6-E7F2-48F4-A7CE-F1DBFF539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0278213-8F56-4F95-A47A-CD7154CF4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AD48CA7-5029-4158-BFB5-69FDC014C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39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AE5BE6-61D0-4E7D-A692-23589E986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C6601B-BD7F-498B-9325-B52B9EB97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6E8F84D-C60F-4635-A10C-621FBAB2B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1F8DEF5-1AB8-4CD9-B552-FE90BDF86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B80BE08-CD2F-42FD-B6AD-B9ABCB99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885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B6921E-E8C5-488C-8CF4-184596EA9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6F23C3E-9C66-4D55-A1AF-553EA8B93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D2E95B9-0901-4DCD-B810-3B27DB1A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1CDA648-C090-47BE-8047-166F633A5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7E35FCB-D3D5-4558-B210-5C21AF25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99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FC73E1-3683-4653-9D44-A50CF0B3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65CA5D-15B3-4CE4-8C91-E3DD93FA0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5C5015D-707A-481D-9258-53B3876F0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1078A0D-4256-4BAF-891D-8F8B963AB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C9F3DD3-787D-4038-B3BD-A2235DAE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78F2D6D-F0F2-4240-9817-2615DDDBD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871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BB776E-7726-4F2D-A2A6-CA0A8B72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8D8B134-E480-4D6A-B8A5-D36C0E69D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0751475-DF38-47A2-9402-B6E6CF36D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8E3D806-397E-4FE5-B4D2-7AA9ED243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1ED1274-45F7-41CD-8409-09EF87741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CF80F82-D878-4C55-ABED-3663AF017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6843A23-0174-4081-9C69-21E9627D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90DE125-C3FF-4B51-8A21-27C28590F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0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84DC7F-46C4-4C38-B7BD-F742FF83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7A1773F-E64B-4016-BFFB-09E6F40CF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F03BCEB-C78B-433F-B1DD-A318C79E2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9D63755-DD30-4E97-BB07-59F3AF81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488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6F01DCB-E004-4282-BCE2-901991D9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7A41E87-9868-44CD-98DD-BFA53D43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E5ECBEE-C572-4559-AE01-295C2A068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006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9B0977-4BDB-4C68-9C42-0EB24FC78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CA4F4D-B2EC-4169-856B-346B64C95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E6DB2AD-B973-45A3-919C-9AC95EE10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BE31572-168B-4CE0-B092-4E53E769A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25D8C46-1282-48CB-B332-083CD84EE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8385F64-3519-4B12-8225-EEA02D28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302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564DCF-1E1B-4807-BF06-892601C9A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A6A67D9-710C-4FA7-B2A8-A8BB07889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F17B83A-7AAB-497F-A6FC-E189A3704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1E328EC-C50C-46A9-AA7B-A7F773AF1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3BFCCB2-27BD-4CEA-8086-8DD2352B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8E86509-EE1C-4215-81F1-25819889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6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6BBCBF-DDEC-4521-8C42-ED637236A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6410039-6A6A-4EBC-8D63-CB92355A1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ABE0090-5373-4E68-8A7E-8DF8561B5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BC448DC-C238-4C59-A2A3-4F6BABD8F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DCB516-179F-44A6-968F-93B00228B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90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C4DFB80-2011-4978-9AA7-383B94D74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F2C47FE-99D3-4765-BE88-1AFBF1953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789F902-D4F8-4AA7-8F8A-BCA97857A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2D9388-BEFE-40F9-A3B4-B314C824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C51E806-5E82-42FA-A48B-05276C438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833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66A583D-115A-4B8E-BE56-BB76D958A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496EC1-D3E4-48C4-BBAC-D85716E42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F1B8F41-3CAA-460A-8DA3-17A6635F16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E02BB-CD83-470B-97BB-C0411B964BB0}" type="datetimeFigureOut">
              <a:rPr lang="en-GB" smtClean="0"/>
              <a:t>05/10/2021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A7928C-0650-41E9-88C4-A9C5F5E1A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76238A-F9BD-4028-826B-E4D56FB02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90152-8DB7-4361-9AE3-89DF7E470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04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437" y="0"/>
            <a:ext cx="6829425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05" y="1424121"/>
            <a:ext cx="7842898" cy="572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19" y="2284995"/>
            <a:ext cx="864870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19" y="3250775"/>
            <a:ext cx="8763000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19" y="4653633"/>
            <a:ext cx="8105775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1564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95" y="434662"/>
            <a:ext cx="10667195" cy="5447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1088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86" y="316740"/>
            <a:ext cx="8591550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280" y="1476241"/>
            <a:ext cx="87630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4171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08" y="229070"/>
            <a:ext cx="8427870" cy="646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08" y="1033529"/>
            <a:ext cx="8791575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4320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045" y="764697"/>
            <a:ext cx="7456868" cy="5590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59" y="8459"/>
            <a:ext cx="4957562" cy="75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133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146" y="224777"/>
            <a:ext cx="9906135" cy="5911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6718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858" y="756434"/>
            <a:ext cx="10912430" cy="2517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6785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Kashif Ali</dc:creator>
  <cp:lastModifiedBy>HAIER</cp:lastModifiedBy>
  <cp:revision>13</cp:revision>
  <dcterms:created xsi:type="dcterms:W3CDTF">2020-10-01T02:48:49Z</dcterms:created>
  <dcterms:modified xsi:type="dcterms:W3CDTF">2021-10-06T05:02:42Z</dcterms:modified>
</cp:coreProperties>
</file>