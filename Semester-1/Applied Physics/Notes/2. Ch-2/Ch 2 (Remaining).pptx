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4" d="100"/>
          <a:sy n="74" d="100"/>
        </p:scale>
        <p:origin x="-37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shif Ali" userId="be0cce2e65a5f4b8" providerId="LiveId" clId="{CD6AAF90-701B-4F63-A8A6-E4DD35355B6E}"/>
    <pc:docChg chg="addSld modSld">
      <pc:chgData name="Kashif Ali" userId="be0cce2e65a5f4b8" providerId="LiveId" clId="{CD6AAF90-701B-4F63-A8A6-E4DD35355B6E}" dt="2020-10-01T03:02:06.675" v="49" actId="14100"/>
      <pc:docMkLst>
        <pc:docMk/>
      </pc:docMkLst>
      <pc:sldChg chg="addSp modSp new mod">
        <pc:chgData name="Kashif Ali" userId="be0cce2e65a5f4b8" providerId="LiveId" clId="{CD6AAF90-701B-4F63-A8A6-E4DD35355B6E}" dt="2020-10-01T02:56:55.430" v="11" actId="14100"/>
        <pc:sldMkLst>
          <pc:docMk/>
          <pc:sldMk cId="3061088375" sldId="257"/>
        </pc:sldMkLst>
        <pc:picChg chg="add mod">
          <ac:chgData name="Kashif Ali" userId="be0cce2e65a5f4b8" providerId="LiveId" clId="{CD6AAF90-701B-4F63-A8A6-E4DD35355B6E}" dt="2020-10-01T02:56:55.430" v="11" actId="14100"/>
          <ac:picMkLst>
            <pc:docMk/>
            <pc:sldMk cId="3061088375" sldId="257"/>
            <ac:picMk id="2" creationId="{33B878E7-C9A9-47A2-B7A8-1172731D946D}"/>
          </ac:picMkLst>
        </pc:picChg>
      </pc:sldChg>
      <pc:sldChg chg="addSp modSp new mod">
        <pc:chgData name="Kashif Ali" userId="be0cce2e65a5f4b8" providerId="LiveId" clId="{CD6AAF90-701B-4F63-A8A6-E4DD35355B6E}" dt="2020-10-01T02:58:14.389" v="19" actId="14100"/>
        <pc:sldMkLst>
          <pc:docMk/>
          <pc:sldMk cId="3664171255" sldId="258"/>
        </pc:sldMkLst>
        <pc:picChg chg="add mod">
          <ac:chgData name="Kashif Ali" userId="be0cce2e65a5f4b8" providerId="LiveId" clId="{CD6AAF90-701B-4F63-A8A6-E4DD35355B6E}" dt="2020-10-01T02:58:14.389" v="19" actId="14100"/>
          <ac:picMkLst>
            <pc:docMk/>
            <pc:sldMk cId="3664171255" sldId="258"/>
            <ac:picMk id="2" creationId="{A8E9F0FC-E917-4380-BBEF-0EE699331CEC}"/>
          </ac:picMkLst>
        </pc:picChg>
      </pc:sldChg>
      <pc:sldChg chg="addSp modSp new mod">
        <pc:chgData name="Kashif Ali" userId="be0cce2e65a5f4b8" providerId="LiveId" clId="{CD6AAF90-701B-4F63-A8A6-E4DD35355B6E}" dt="2020-10-01T02:59:51.484" v="28" actId="14100"/>
        <pc:sldMkLst>
          <pc:docMk/>
          <pc:sldMk cId="1974320829" sldId="259"/>
        </pc:sldMkLst>
        <pc:picChg chg="add mod">
          <ac:chgData name="Kashif Ali" userId="be0cce2e65a5f4b8" providerId="LiveId" clId="{CD6AAF90-701B-4F63-A8A6-E4DD35355B6E}" dt="2020-10-01T02:59:51.484" v="28" actId="14100"/>
          <ac:picMkLst>
            <pc:docMk/>
            <pc:sldMk cId="1974320829" sldId="259"/>
            <ac:picMk id="2" creationId="{59895205-C51B-44AE-8683-C65682932B56}"/>
          </ac:picMkLst>
        </pc:picChg>
      </pc:sldChg>
      <pc:sldChg chg="addSp modSp new mod">
        <pc:chgData name="Kashif Ali" userId="be0cce2e65a5f4b8" providerId="LiveId" clId="{CD6AAF90-701B-4F63-A8A6-E4DD35355B6E}" dt="2020-10-01T03:00:58.891" v="38" actId="1076"/>
        <pc:sldMkLst>
          <pc:docMk/>
          <pc:sldMk cId="941339223" sldId="260"/>
        </pc:sldMkLst>
        <pc:picChg chg="add mod">
          <ac:chgData name="Kashif Ali" userId="be0cce2e65a5f4b8" providerId="LiveId" clId="{CD6AAF90-701B-4F63-A8A6-E4DD35355B6E}" dt="2020-10-01T03:00:58.891" v="38" actId="1076"/>
          <ac:picMkLst>
            <pc:docMk/>
            <pc:sldMk cId="941339223" sldId="260"/>
            <ac:picMk id="2" creationId="{2DA534CC-8846-4F9D-94E2-74EE3DFE346B}"/>
          </ac:picMkLst>
        </pc:picChg>
      </pc:sldChg>
      <pc:sldChg chg="addSp modSp new mod">
        <pc:chgData name="Kashif Ali" userId="be0cce2e65a5f4b8" providerId="LiveId" clId="{CD6AAF90-701B-4F63-A8A6-E4DD35355B6E}" dt="2020-10-01T03:02:06.675" v="49" actId="14100"/>
        <pc:sldMkLst>
          <pc:docMk/>
          <pc:sldMk cId="746718400" sldId="261"/>
        </pc:sldMkLst>
        <pc:picChg chg="add mod">
          <ac:chgData name="Kashif Ali" userId="be0cce2e65a5f4b8" providerId="LiveId" clId="{CD6AAF90-701B-4F63-A8A6-E4DD35355B6E}" dt="2020-10-01T03:02:06.675" v="49" actId="14100"/>
          <ac:picMkLst>
            <pc:docMk/>
            <pc:sldMk cId="746718400" sldId="261"/>
            <ac:picMk id="2" creationId="{D390B727-2C02-49FA-B17C-923A2242577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9F7AAF3-0721-48EE-9A58-58B672C01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B40A7D19-122A-4F05-AF02-4EFC29CD3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50D97D6-E7F2-48F4-A7CE-F1DBFF539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0278213-8F56-4F95-A47A-CD7154CF4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AD48CA7-5029-4158-BFB5-69FDC014C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39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8AE5BE6-61D0-4E7D-A692-23589E986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9C6601B-BD7F-498B-9325-B52B9EB97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6E8F84D-C60F-4635-A10C-621FBAB2B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1F8DEF5-1AB8-4CD9-B552-FE90BDF86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B80BE08-CD2F-42FD-B6AD-B9ABCB998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8885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3B6921E-E8C5-488C-8CF4-184596EA9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6F23C3E-9C66-4D55-A1AF-553EA8B93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D2E95B9-0901-4DCD-B810-3B27DB1AE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1CDA648-C090-47BE-8047-166F633A5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7E35FCB-D3D5-4558-B210-5C21AF259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999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FC73E1-3683-4653-9D44-A50CF0B36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665CA5D-15B3-4CE4-8C91-E3DD93FA01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85C5015D-707A-481D-9258-53B3876F0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1078A0D-4256-4BAF-891D-8F8B963AB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C9F3DD3-787D-4038-B3BD-A2235DAE1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78F2D6D-F0F2-4240-9817-2615DDDBD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3871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DBB776E-7726-4F2D-A2A6-CA0A8B72B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8D8B134-E480-4D6A-B8A5-D36C0E69D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0751475-DF38-47A2-9402-B6E6CF36D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A8E3D806-397E-4FE5-B4D2-7AA9ED2433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11ED1274-45F7-41CD-8409-09EF877419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0CF80F82-D878-4C55-ABED-3663AF017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56843A23-0174-4081-9C69-21E9627D0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990DE125-C3FF-4B51-8A21-27C28590F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08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384DC7F-46C4-4C38-B7BD-F742FF838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47A1773F-E64B-4016-BFFB-09E6F40CF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4F03BCEB-C78B-433F-B1DD-A318C79E2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9D63755-DD30-4E97-BB07-59F3AF817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488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C6F01DCB-E004-4282-BCE2-901991D98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7A41E87-9868-44CD-98DD-BFA53D43B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E5ECBEE-C572-4559-AE01-295C2A068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006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9B0977-4BDB-4C68-9C42-0EB24FC78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7CA4F4D-B2EC-4169-856B-346B64C95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E6DB2AD-B973-45A3-919C-9AC95EE10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BE31572-168B-4CE0-B092-4E53E769A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25D8C46-1282-48CB-B332-083CD84EE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8385F64-3519-4B12-8225-EEA02D28B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9302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8564DCF-1E1B-4807-BF06-892601C9A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5A6A67D9-710C-4FA7-B2A8-A8BB07889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F17B83A-7AAB-497F-A6FC-E189A3704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1E328EC-C50C-46A9-AA7B-A7F773AF1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3BFCCB2-27BD-4CEA-8086-8DD2352B9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8E86509-EE1C-4215-81F1-25819889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768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66BBCBF-DDEC-4521-8C42-ED637236A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E6410039-6A6A-4EBC-8D63-CB92355A1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ABE0090-5373-4E68-8A7E-8DF8561B5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BC448DC-C238-4C59-A2A3-4F6BABD8F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9DCB516-179F-44A6-968F-93B00228B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4903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3C4DFB80-2011-4978-9AA7-383B94D742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5F2C47FE-99D3-4765-BE88-1AFBF1953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789F902-D4F8-4AA7-8F8A-BCA97857A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12D9388-BEFE-40F9-A3B4-B314C8241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C51E806-5E82-42FA-A48B-05276C438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3833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666A583D-115A-4B8E-BE56-BB76D958A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9496EC1-D3E4-48C4-BBAC-D85716E42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F1B8F41-3CAA-460A-8DA3-17A6635F16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AA7928C-0650-41E9-88C4-A9C5F5E1A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576238A-F9BD-4028-826B-E4D56FB02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304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437" y="0"/>
            <a:ext cx="6829425" cy="15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53" y="1520511"/>
            <a:ext cx="6460097" cy="689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53" y="2325498"/>
            <a:ext cx="9113146" cy="4173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1564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038" y="280987"/>
            <a:ext cx="9410700" cy="629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1088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839200" cy="433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234" y="4017941"/>
            <a:ext cx="5979688" cy="257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4171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03" y="166688"/>
            <a:ext cx="9096375" cy="652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4320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555" y="146764"/>
            <a:ext cx="9930149" cy="1386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555" y="1350806"/>
            <a:ext cx="7900115" cy="5094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1339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454" y="274414"/>
            <a:ext cx="11331235" cy="5018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6718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905" y="672989"/>
            <a:ext cx="10659414" cy="507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6785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039" y="131336"/>
            <a:ext cx="5555758" cy="718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012" y="947805"/>
            <a:ext cx="10574521" cy="2400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277" y="3604742"/>
            <a:ext cx="9780699" cy="2369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2650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752" y="422252"/>
            <a:ext cx="9783491" cy="2230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752" y="2943090"/>
            <a:ext cx="9341344" cy="3467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2254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12" y="360607"/>
            <a:ext cx="8165542" cy="6085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1653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813" y="261670"/>
            <a:ext cx="10614807" cy="6455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0092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040" y="330770"/>
            <a:ext cx="8539295" cy="5727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0471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425" y="371274"/>
            <a:ext cx="7212353" cy="607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425" y="1185862"/>
            <a:ext cx="10361590" cy="4959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493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976" y="236582"/>
            <a:ext cx="9815244" cy="5473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45599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71" y="385495"/>
            <a:ext cx="11640449" cy="4225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8063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0</Words>
  <Application>Microsoft Office PowerPoint</Application>
  <PresentationFormat>Custom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Kashif Ali</dc:creator>
  <cp:lastModifiedBy>HAIER</cp:lastModifiedBy>
  <cp:revision>37</cp:revision>
  <dcterms:created xsi:type="dcterms:W3CDTF">2020-10-01T02:48:49Z</dcterms:created>
  <dcterms:modified xsi:type="dcterms:W3CDTF">2021-10-06T05:18:35Z</dcterms:modified>
</cp:coreProperties>
</file>