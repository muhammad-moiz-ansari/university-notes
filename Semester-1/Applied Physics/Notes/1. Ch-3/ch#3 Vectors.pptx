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-37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Ali" userId="be0cce2e65a5f4b8" providerId="LiveId" clId="{CD6AAF90-701B-4F63-A8A6-E4DD35355B6E}"/>
    <pc:docChg chg="addSld modSld">
      <pc:chgData name="Kashif Ali" userId="be0cce2e65a5f4b8" providerId="LiveId" clId="{CD6AAF90-701B-4F63-A8A6-E4DD35355B6E}" dt="2020-10-01T03:02:06.675" v="49" actId="14100"/>
      <pc:docMkLst>
        <pc:docMk/>
      </pc:docMkLst>
      <pc:sldChg chg="addSp modSp new mod">
        <pc:chgData name="Kashif Ali" userId="be0cce2e65a5f4b8" providerId="LiveId" clId="{CD6AAF90-701B-4F63-A8A6-E4DD35355B6E}" dt="2020-10-01T02:56:55.430" v="11" actId="14100"/>
        <pc:sldMkLst>
          <pc:docMk/>
          <pc:sldMk cId="3061088375" sldId="257"/>
        </pc:sldMkLst>
        <pc:picChg chg="add mod">
          <ac:chgData name="Kashif Ali" userId="be0cce2e65a5f4b8" providerId="LiveId" clId="{CD6AAF90-701B-4F63-A8A6-E4DD35355B6E}" dt="2020-10-01T02:56:55.430" v="11" actId="14100"/>
          <ac:picMkLst>
            <pc:docMk/>
            <pc:sldMk cId="3061088375" sldId="257"/>
            <ac:picMk id="2" creationId="{33B878E7-C9A9-47A2-B7A8-1172731D946D}"/>
          </ac:picMkLst>
        </pc:picChg>
      </pc:sldChg>
      <pc:sldChg chg="addSp modSp new mod">
        <pc:chgData name="Kashif Ali" userId="be0cce2e65a5f4b8" providerId="LiveId" clId="{CD6AAF90-701B-4F63-A8A6-E4DD35355B6E}" dt="2020-10-01T02:58:14.389" v="19" actId="14100"/>
        <pc:sldMkLst>
          <pc:docMk/>
          <pc:sldMk cId="3664171255" sldId="258"/>
        </pc:sldMkLst>
        <pc:picChg chg="add mod">
          <ac:chgData name="Kashif Ali" userId="be0cce2e65a5f4b8" providerId="LiveId" clId="{CD6AAF90-701B-4F63-A8A6-E4DD35355B6E}" dt="2020-10-01T02:58:14.389" v="19" actId="14100"/>
          <ac:picMkLst>
            <pc:docMk/>
            <pc:sldMk cId="3664171255" sldId="258"/>
            <ac:picMk id="2" creationId="{A8E9F0FC-E917-4380-BBEF-0EE699331CEC}"/>
          </ac:picMkLst>
        </pc:picChg>
      </pc:sldChg>
      <pc:sldChg chg="addSp modSp new mod">
        <pc:chgData name="Kashif Ali" userId="be0cce2e65a5f4b8" providerId="LiveId" clId="{CD6AAF90-701B-4F63-A8A6-E4DD35355B6E}" dt="2020-10-01T02:59:51.484" v="28" actId="14100"/>
        <pc:sldMkLst>
          <pc:docMk/>
          <pc:sldMk cId="1974320829" sldId="259"/>
        </pc:sldMkLst>
        <pc:picChg chg="add mod">
          <ac:chgData name="Kashif Ali" userId="be0cce2e65a5f4b8" providerId="LiveId" clId="{CD6AAF90-701B-4F63-A8A6-E4DD35355B6E}" dt="2020-10-01T02:59:51.484" v="28" actId="14100"/>
          <ac:picMkLst>
            <pc:docMk/>
            <pc:sldMk cId="1974320829" sldId="259"/>
            <ac:picMk id="2" creationId="{59895205-C51B-44AE-8683-C65682932B56}"/>
          </ac:picMkLst>
        </pc:picChg>
      </pc:sldChg>
      <pc:sldChg chg="addSp modSp new mod">
        <pc:chgData name="Kashif Ali" userId="be0cce2e65a5f4b8" providerId="LiveId" clId="{CD6AAF90-701B-4F63-A8A6-E4DD35355B6E}" dt="2020-10-01T03:00:58.891" v="38" actId="1076"/>
        <pc:sldMkLst>
          <pc:docMk/>
          <pc:sldMk cId="941339223" sldId="260"/>
        </pc:sldMkLst>
        <pc:picChg chg="add mod">
          <ac:chgData name="Kashif Ali" userId="be0cce2e65a5f4b8" providerId="LiveId" clId="{CD6AAF90-701B-4F63-A8A6-E4DD35355B6E}" dt="2020-10-01T03:00:58.891" v="38" actId="1076"/>
          <ac:picMkLst>
            <pc:docMk/>
            <pc:sldMk cId="941339223" sldId="260"/>
            <ac:picMk id="2" creationId="{2DA534CC-8846-4F9D-94E2-74EE3DFE346B}"/>
          </ac:picMkLst>
        </pc:picChg>
      </pc:sldChg>
      <pc:sldChg chg="addSp modSp new mod">
        <pc:chgData name="Kashif Ali" userId="be0cce2e65a5f4b8" providerId="LiveId" clId="{CD6AAF90-701B-4F63-A8A6-E4DD35355B6E}" dt="2020-10-01T03:02:06.675" v="49" actId="14100"/>
        <pc:sldMkLst>
          <pc:docMk/>
          <pc:sldMk cId="746718400" sldId="261"/>
        </pc:sldMkLst>
        <pc:picChg chg="add mod">
          <ac:chgData name="Kashif Ali" userId="be0cce2e65a5f4b8" providerId="LiveId" clId="{CD6AAF90-701B-4F63-A8A6-E4DD35355B6E}" dt="2020-10-01T03:02:06.675" v="49" actId="14100"/>
          <ac:picMkLst>
            <pc:docMk/>
            <pc:sldMk cId="746718400" sldId="261"/>
            <ac:picMk id="2" creationId="{D390B727-2C02-49FA-B17C-923A224257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F7AAF3-0721-48EE-9A58-58B672C01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40A7D19-122A-4F05-AF02-4EFC29CD3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50D97D6-E7F2-48F4-A7CE-F1DBFF53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278213-8F56-4F95-A47A-CD7154CF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D48CA7-5029-4158-BFB5-69FDC014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AE5BE6-61D0-4E7D-A692-23589E98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C6601B-BD7F-498B-9325-B52B9EB9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6E8F84D-C60F-4635-A10C-621FBAB2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F8DEF5-1AB8-4CD9-B552-FE90BDF8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80BE08-CD2F-42FD-B6AD-B9ABCB99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88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B6921E-E8C5-488C-8CF4-184596EA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6F23C3E-9C66-4D55-A1AF-553EA8B93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D2E95B9-0901-4DCD-B810-3B27DB1A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CDA648-C090-47BE-8047-166F633A5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E35FCB-D3D5-4558-B210-5C21AF25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9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C73E1-3683-4653-9D44-A50CF0B3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65CA5D-15B3-4CE4-8C91-E3DD93FA0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5C5015D-707A-481D-9258-53B3876F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1078A0D-4256-4BAF-891D-8F8B963AB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C9F3DD3-787D-4038-B3BD-A2235DAE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78F2D6D-F0F2-4240-9817-2615DDDB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7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BB776E-7726-4F2D-A2A6-CA0A8B72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D8B134-E480-4D6A-B8A5-D36C0E69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751475-DF38-47A2-9402-B6E6CF36D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8E3D806-397E-4FE5-B4D2-7AA9ED243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1ED1274-45F7-41CD-8409-09EF87741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CF80F82-D878-4C55-ABED-3663AF01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6843A23-0174-4081-9C69-21E9627D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0DE125-C3FF-4B51-8A21-27C28590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0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84DC7F-46C4-4C38-B7BD-F742FF83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7A1773F-E64B-4016-BFFB-09E6F40C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F03BCEB-C78B-433F-B1DD-A318C79E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9D63755-DD30-4E97-BB07-59F3AF81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48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6F01DCB-E004-4282-BCE2-901991D9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7A41E87-9868-44CD-98DD-BFA53D43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E5ECBEE-C572-4559-AE01-295C2A06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0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B0977-4BDB-4C68-9C42-0EB24FC7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CA4F4D-B2EC-4169-856B-346B64C95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E6DB2AD-B973-45A3-919C-9AC95EE10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BE31572-168B-4CE0-B092-4E53E769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25D8C46-1282-48CB-B332-083CD84E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8385F64-3519-4B12-8225-EEA02D28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30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564DCF-1E1B-4807-BF06-892601C9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A6A67D9-710C-4FA7-B2A8-A8BB07889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F17B83A-7AAB-497F-A6FC-E189A3704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1E328EC-C50C-46A9-AA7B-A7F773AF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3BFCCB2-27BD-4CEA-8086-8DD2352B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8E86509-EE1C-4215-81F1-25819889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6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6BBCBF-DDEC-4521-8C42-ED637236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6410039-6A6A-4EBC-8D63-CB92355A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BE0090-5373-4E68-8A7E-8DF8561B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C448DC-C238-4C59-A2A3-4F6BABD8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DCB516-179F-44A6-968F-93B00228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90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C4DFB80-2011-4978-9AA7-383B94D74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F2C47FE-99D3-4765-BE88-1AFBF1953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789F902-D4F8-4AA7-8F8A-BCA97857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2D9388-BEFE-40F9-A3B4-B314C824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C51E806-5E82-42FA-A48B-05276C43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83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66A583D-115A-4B8E-BE56-BB76D958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496EC1-D3E4-48C4-BBAC-D85716E4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F1B8F41-3CAA-460A-8DA3-17A6635F1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A7928C-0650-41E9-88C4-A9C5F5E1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76238A-F9BD-4028-826B-E4D56FB02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04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85" y="137443"/>
            <a:ext cx="9589128" cy="2120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77" y="2257582"/>
            <a:ext cx="5994335" cy="485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63" y="2743199"/>
            <a:ext cx="10540304" cy="36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56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54" y="412123"/>
            <a:ext cx="7791049" cy="608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08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3" y="0"/>
            <a:ext cx="11070677" cy="198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04" y="1867436"/>
            <a:ext cx="10061552" cy="46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17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66" y="115105"/>
            <a:ext cx="9887690" cy="722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040236"/>
            <a:ext cx="9862668" cy="3896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5034635"/>
            <a:ext cx="6939164" cy="1730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432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89" y="0"/>
            <a:ext cx="4495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89" y="658432"/>
            <a:ext cx="942975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33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32" y="0"/>
            <a:ext cx="9496425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69" y="4406319"/>
            <a:ext cx="883920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71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2" y="80493"/>
            <a:ext cx="9401175" cy="643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6785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90" y="197745"/>
            <a:ext cx="10770067" cy="559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59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68" y="343838"/>
            <a:ext cx="10175079" cy="331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10" y="3864064"/>
            <a:ext cx="94678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4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40" y="244698"/>
            <a:ext cx="9135882" cy="605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679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91" y="208879"/>
            <a:ext cx="9989364" cy="6217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88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56" y="211898"/>
            <a:ext cx="10823417" cy="367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64" y="3678527"/>
            <a:ext cx="9777199" cy="279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0599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93" y="182585"/>
            <a:ext cx="10217340" cy="342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34" y="4219575"/>
            <a:ext cx="10114146" cy="1756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065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" y="247181"/>
            <a:ext cx="10829330" cy="185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" y="2682696"/>
            <a:ext cx="9391650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30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73" y="98872"/>
            <a:ext cx="8803178" cy="1035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73" y="1508170"/>
            <a:ext cx="896302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918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94" y="716790"/>
            <a:ext cx="10377352" cy="5439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9109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29" y="0"/>
            <a:ext cx="8689416" cy="6222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785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52" y="300373"/>
            <a:ext cx="84010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28" y="3245275"/>
            <a:ext cx="9263987" cy="140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8217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99" y="287495"/>
            <a:ext cx="958215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86" y="4533900"/>
            <a:ext cx="902017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086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7" y="233563"/>
            <a:ext cx="10711021" cy="5201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951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78" y="191976"/>
            <a:ext cx="9182100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76" y="3867150"/>
            <a:ext cx="7798828" cy="29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725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63" y="245236"/>
            <a:ext cx="10524053" cy="5585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25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Custom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 Ali</dc:creator>
  <cp:lastModifiedBy>HAIER</cp:lastModifiedBy>
  <cp:revision>37</cp:revision>
  <dcterms:created xsi:type="dcterms:W3CDTF">2020-10-01T02:48:49Z</dcterms:created>
  <dcterms:modified xsi:type="dcterms:W3CDTF">2021-10-06T06:50:27Z</dcterms:modified>
</cp:coreProperties>
</file>