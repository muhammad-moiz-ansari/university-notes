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2" r:id="rId6"/>
    <p:sldId id="259" r:id="rId7"/>
    <p:sldId id="263" r:id="rId8"/>
    <p:sldId id="260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94EF1-97A8-4A17-9F13-407B66B28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8E22F-D1F9-4F15-BE32-E7A2C6B61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42EA2-C580-40CD-A3AE-8F48131B1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BDE5-96A5-451E-9FC2-B149690284BE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FD47B-416C-47AB-8D13-49C787C96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5534C-1E05-4783-AF66-020A24798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C3C7-AE2B-46AF-8D54-445C95431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02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67B9B-E554-44C3-8E65-B7B710FEE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0774A-CA30-46CF-A1CB-F8D684AEA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61950-739E-40F0-B261-28A2D05AC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BDE5-96A5-451E-9FC2-B149690284BE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EB30B-E07C-4726-A23C-89E9507E3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609BC-A40E-40A6-8360-DD83D89A9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C3C7-AE2B-46AF-8D54-445C95431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63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ECD8C-CF02-4FBB-B4A8-78F61C42B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4DB70-2552-498C-8C7F-68D2B88A8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06E57-6ED7-49F1-A9A7-387D0713C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BDE5-96A5-451E-9FC2-B149690284BE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E5DC4-4E9C-421F-88B9-63D58E7DE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E407A-94D5-406E-BB2C-14D833C1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C3C7-AE2B-46AF-8D54-445C95431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31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C6233-AB46-4D03-9323-C736A924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ED371-55FA-4ED0-91C2-A77807F02F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58707-EB9C-4E10-88B4-4601B1CC2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4C9D5-B56B-4391-82DA-65A9F3991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BDE5-96A5-451E-9FC2-B149690284BE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F7DA6-E95E-419C-AC8F-93407DECB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E8CFB-B73F-4257-80B8-ED09DC2E5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C3C7-AE2B-46AF-8D54-445C95431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607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2E59C-0C17-42C8-A997-6599ED9EB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0D82D-810F-4ACB-ACFB-32894456D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02E5F9-DF6B-4F2E-BC9D-1C686DC16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34D07A-2256-4C94-888C-4734CF69C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A8CAB0-CC8D-447C-B9D6-33EAAF43BF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327A78-4F75-4A5F-AAA1-B7A8D888C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BDE5-96A5-451E-9FC2-B149690284BE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87684A-E3BA-4B48-9934-87F375BE8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5BC4E9-7F53-422B-915F-8D96E6FBF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C3C7-AE2B-46AF-8D54-445C95431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6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7DB5D-D44A-4130-9143-E8F5A1C5F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6EC8DB-FF01-42B8-8324-722B73B22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BDE5-96A5-451E-9FC2-B149690284BE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CB9375-FFD9-44B4-8D30-B76F9A370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053BBC-123E-4FA2-A5FD-BD7B7A719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C3C7-AE2B-46AF-8D54-445C95431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501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1A6CB2-C50D-45E0-A69C-1690DE723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BDE5-96A5-451E-9FC2-B149690284BE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FE30B7-FDBC-4FF2-B10B-94F090A5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08D7D-566A-412E-85D5-79FBE2D60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C3C7-AE2B-46AF-8D54-445C95431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562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1B4A2-FBDE-4CF8-B029-20F12E481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056B7-73DF-4906-B158-5F96D946A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54A21-49B8-4272-9AC6-6E2A45DE4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D7F6B-3F3F-429B-9678-4687EB90B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BDE5-96A5-451E-9FC2-B149690284BE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F4E6F6-CB3C-41C5-8F2D-8AB63B6F6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37614-6AE4-4BF9-A80D-B52A73671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C3C7-AE2B-46AF-8D54-445C95431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95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7D208-C129-4D0E-9EC1-AB9B02EF3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E33DCA-4B4C-4053-9140-B60E7AE50A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B39039-AB86-4612-8FBC-C55246891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6A76A-DF6E-4B15-AF35-295CE209E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BDE5-96A5-451E-9FC2-B149690284BE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79D05-CBEC-4D83-98E8-0B90A3F2C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31990-D1FF-49EE-84EB-E62B42942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C3C7-AE2B-46AF-8D54-445C95431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208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603B2-4AE9-4C76-80F5-ABE536482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ABCEB-7609-4069-B710-56B98F213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2EE15-1049-42E5-9F8D-FC993B5A6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BDE5-96A5-451E-9FC2-B149690284BE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22945-2CED-43E3-9FC6-BEB3F52F4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C35A2-5BF7-4D80-95EA-90E0584A5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C3C7-AE2B-46AF-8D54-445C95431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87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B978A6-86D0-48F3-9CEB-68AB60A2FD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66AB6C-F4B6-4179-BCFF-8332D8FAC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DA7ED-6561-49DC-9EB6-43278CDCB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BDE5-96A5-451E-9FC2-B149690284BE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87C7D-EAB9-4B12-B5D4-7D8A01A6E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1A163-AF8B-4400-A7B1-AA7870EB7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C3C7-AE2B-46AF-8D54-445C95431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87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71D3CF-947E-4A09-BBFE-CE182B0B9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10764-5B3F-4FB8-87FC-7D84E2B24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CDA4D-C775-4D61-A768-EEFE754E6B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EBDE5-96A5-451E-9FC2-B149690284BE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33D39-7310-4EF9-B895-ECE79F11C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4836F-078F-4484-A5B9-C8FD56B4C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DC3C7-AE2B-46AF-8D54-445C95431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22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45747-F942-4B7F-AE01-695015E2CA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Problem solving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3EBEEB-584E-4128-BE06-1C951DFB10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Super position principle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177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58F69-22DC-4564-A2AB-2BBBD09B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1D7AD4-7F05-4007-81C7-E53B338B8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097" y="365125"/>
            <a:ext cx="10285698" cy="2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74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4AF4E-FBDA-4A7A-ACD9-F66AB4746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530C42F-B9A5-41C2-B810-25E7D32014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250"/>
            <a:ext cx="8074223" cy="24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014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7A187-0EEE-4BA4-851D-3EBAC17A1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2CB38E-EE8B-432C-9F42-7BFBCC422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654" y="365125"/>
            <a:ext cx="7386930" cy="37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261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70E9B-9EAF-46CB-A7D7-4593FA49C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26F8BBB-BFD8-4E5F-8043-9EE943176A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524" y="204678"/>
            <a:ext cx="8735793" cy="39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734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39DA4-0213-441D-96D8-53E617E7C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21CF1-6DFB-4B34-8775-7C74C8469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0EC6D-C1A7-48C9-ACBC-CCECB3577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95" y="182937"/>
            <a:ext cx="8154110" cy="24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981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3E7EE-9D57-4B6A-BCF8-3BBDD512B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9A38B37-8594-4EC3-A6D7-228C4008E1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022" y="365125"/>
            <a:ext cx="10759879" cy="3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492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AD7D8-17F7-418D-825D-DBB471201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942EA86-95CE-4232-874C-B626DAB09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363" y="365124"/>
            <a:ext cx="10286291" cy="524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027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9F858-ED29-46CD-ADB9-BD54DAF26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173B0-7C2D-4A08-9814-8F099AB5A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F21939-7C9E-4682-9501-939A9EA30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7189987" cy="38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143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</Words>
  <Application>Microsoft Office PowerPoint</Application>
  <PresentationFormat>Widescreen</PresentationFormat>
  <Paragraphs>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Problem solving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solving</dc:title>
  <dc:creator>Aisha Ijaz</dc:creator>
  <cp:lastModifiedBy>Aisha Ijaz</cp:lastModifiedBy>
  <cp:revision>1</cp:revision>
  <dcterms:created xsi:type="dcterms:W3CDTF">2020-10-20T10:50:02Z</dcterms:created>
  <dcterms:modified xsi:type="dcterms:W3CDTF">2021-11-24T04:47:57Z</dcterms:modified>
</cp:coreProperties>
</file>