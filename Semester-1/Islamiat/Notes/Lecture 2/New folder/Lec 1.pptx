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0E3277-C44C-4D3D-A9C6-A7B26D653B30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C73D71FF-F160-44C3-965D-BAE16F3B33CB}">
      <dgm:prSet phldrT="[Text]" custT="1"/>
      <dgm:spPr/>
      <dgm:t>
        <a:bodyPr/>
        <a:lstStyle/>
        <a:p>
          <a:pPr algn="ctr"/>
          <a:r>
            <a:rPr lang="en-US" sz="1200" dirty="0" smtClean="0">
              <a:latin typeface="Arial Black" panose="020B0A04020102020204" pitchFamily="34" charset="0"/>
            </a:rPr>
            <a:t>Baha'i</a:t>
          </a:r>
          <a:endParaRPr lang="en-US" sz="1200" dirty="0">
            <a:latin typeface="Arial Black" panose="020B0A04020102020204" pitchFamily="34" charset="0"/>
          </a:endParaRPr>
        </a:p>
      </dgm:t>
    </dgm:pt>
    <dgm:pt modelId="{337B869B-E6F2-4C16-A2B0-598C04CA7EA1}" type="parTrans" cxnId="{67A7147C-38A6-4540-9154-1172CDECDC17}">
      <dgm:prSet/>
      <dgm:spPr/>
      <dgm:t>
        <a:bodyPr/>
        <a:lstStyle/>
        <a:p>
          <a:endParaRPr lang="en-US"/>
        </a:p>
      </dgm:t>
    </dgm:pt>
    <dgm:pt modelId="{AC39FA4A-02DE-4B35-9982-99B404505592}" type="sibTrans" cxnId="{67A7147C-38A6-4540-9154-1172CDECDC17}">
      <dgm:prSet/>
      <dgm:spPr/>
      <dgm:t>
        <a:bodyPr/>
        <a:lstStyle/>
        <a:p>
          <a:endParaRPr lang="en-US"/>
        </a:p>
      </dgm:t>
    </dgm:pt>
    <dgm:pt modelId="{38BB3D20-3A4A-46F2-A320-951BE9D1871B}">
      <dgm:prSet phldrT="[Text]" custT="1"/>
      <dgm:spPr/>
      <dgm:t>
        <a:bodyPr/>
        <a:lstStyle/>
        <a:p>
          <a:pPr algn="ctr"/>
          <a:r>
            <a:rPr lang="en-US" sz="1200" b="1" dirty="0" smtClean="0">
              <a:latin typeface="Arial Black" panose="020B0A04020102020204" pitchFamily="34" charset="0"/>
            </a:rPr>
            <a:t>Buddhism</a:t>
          </a:r>
          <a:endParaRPr lang="en-US" sz="1200" b="1" dirty="0">
            <a:latin typeface="Arial Black" panose="020B0A04020102020204" pitchFamily="34" charset="0"/>
          </a:endParaRPr>
        </a:p>
      </dgm:t>
    </dgm:pt>
    <dgm:pt modelId="{7B2BF4E6-AB7B-4D86-BE97-F4F241F1BC9F}" type="parTrans" cxnId="{88CB7A4D-58E2-48B1-BC40-C8FF4E9937AE}">
      <dgm:prSet/>
      <dgm:spPr/>
      <dgm:t>
        <a:bodyPr/>
        <a:lstStyle/>
        <a:p>
          <a:endParaRPr lang="en-US"/>
        </a:p>
      </dgm:t>
    </dgm:pt>
    <dgm:pt modelId="{0B8C7D92-C220-43F8-9D82-77403CDF516F}" type="sibTrans" cxnId="{88CB7A4D-58E2-48B1-BC40-C8FF4E9937AE}">
      <dgm:prSet/>
      <dgm:spPr/>
      <dgm:t>
        <a:bodyPr/>
        <a:lstStyle/>
        <a:p>
          <a:endParaRPr lang="en-US"/>
        </a:p>
      </dgm:t>
    </dgm:pt>
    <dgm:pt modelId="{F27FB8AD-61E7-4C11-BD35-4C8D0C87036C}">
      <dgm:prSet phldrT="[Text]" custT="1"/>
      <dgm:spPr/>
      <dgm:t>
        <a:bodyPr/>
        <a:lstStyle/>
        <a:p>
          <a:r>
            <a:rPr lang="en-US" sz="1100" b="1" dirty="0" smtClean="0">
              <a:latin typeface="Arial Black" panose="020B0A04020102020204" pitchFamily="34" charset="0"/>
            </a:rPr>
            <a:t>Christianity</a:t>
          </a:r>
          <a:endParaRPr lang="en-US" sz="1100" b="1" dirty="0">
            <a:latin typeface="Arial Black" panose="020B0A04020102020204" pitchFamily="34" charset="0"/>
          </a:endParaRPr>
        </a:p>
      </dgm:t>
    </dgm:pt>
    <dgm:pt modelId="{65B7171D-5C47-4131-AA51-ADEF6E8E743D}" type="parTrans" cxnId="{312D3D63-8CF0-4650-AC88-210CA060CB2E}">
      <dgm:prSet/>
      <dgm:spPr/>
      <dgm:t>
        <a:bodyPr/>
        <a:lstStyle/>
        <a:p>
          <a:endParaRPr lang="en-US"/>
        </a:p>
      </dgm:t>
    </dgm:pt>
    <dgm:pt modelId="{6BA5523C-B262-4502-A819-A2D46531148B}" type="sibTrans" cxnId="{312D3D63-8CF0-4650-AC88-210CA060CB2E}">
      <dgm:prSet/>
      <dgm:spPr/>
      <dgm:t>
        <a:bodyPr/>
        <a:lstStyle/>
        <a:p>
          <a:endParaRPr lang="en-US"/>
        </a:p>
      </dgm:t>
    </dgm:pt>
    <dgm:pt modelId="{90617A44-EC16-493A-9793-87BD1D7A45DA}">
      <dgm:prSet phldrT="[Text]"/>
      <dgm:spPr/>
      <dgm:t>
        <a:bodyPr/>
        <a:lstStyle/>
        <a:p>
          <a:r>
            <a:rPr lang="en-US" dirty="0" smtClean="0">
              <a:latin typeface="Arial Black" panose="020B0A04020102020204" pitchFamily="34" charset="0"/>
            </a:rPr>
            <a:t>Hinduism </a:t>
          </a:r>
          <a:endParaRPr lang="en-US" dirty="0">
            <a:latin typeface="Arial Black" panose="020B0A04020102020204" pitchFamily="34" charset="0"/>
          </a:endParaRPr>
        </a:p>
      </dgm:t>
    </dgm:pt>
    <dgm:pt modelId="{27DEA01E-B73D-4C12-8519-21212746E4B1}" type="parTrans" cxnId="{F0A3AF0C-E758-42DA-817A-4DB3D0E17404}">
      <dgm:prSet/>
      <dgm:spPr/>
      <dgm:t>
        <a:bodyPr/>
        <a:lstStyle/>
        <a:p>
          <a:endParaRPr lang="en-US"/>
        </a:p>
      </dgm:t>
    </dgm:pt>
    <dgm:pt modelId="{C1E69398-85E7-44BF-9296-DD87FEE44A87}" type="sibTrans" cxnId="{F0A3AF0C-E758-42DA-817A-4DB3D0E17404}">
      <dgm:prSet/>
      <dgm:spPr/>
      <dgm:t>
        <a:bodyPr/>
        <a:lstStyle/>
        <a:p>
          <a:endParaRPr lang="en-US"/>
        </a:p>
      </dgm:t>
    </dgm:pt>
    <dgm:pt modelId="{E877E2E9-DB8B-4E3F-B6DE-50AF3F8D4306}">
      <dgm:prSet phldrT="[Text]" custT="1"/>
      <dgm:spPr/>
      <dgm:t>
        <a:bodyPr/>
        <a:lstStyle/>
        <a:p>
          <a:r>
            <a:rPr lang="en-US" sz="1200" dirty="0" smtClean="0">
              <a:latin typeface="Arial Black" panose="020B0A04020102020204" pitchFamily="34" charset="0"/>
            </a:rPr>
            <a:t>Sikhism</a:t>
          </a:r>
          <a:endParaRPr lang="en-US" sz="1200" dirty="0">
            <a:latin typeface="Arial Black" panose="020B0A04020102020204" pitchFamily="34" charset="0"/>
          </a:endParaRPr>
        </a:p>
      </dgm:t>
    </dgm:pt>
    <dgm:pt modelId="{12EC133E-0178-4C98-99D4-479BCA0702FF}" type="parTrans" cxnId="{4668FE94-9CCE-43B3-88EE-7BF87238C241}">
      <dgm:prSet/>
      <dgm:spPr/>
      <dgm:t>
        <a:bodyPr/>
        <a:lstStyle/>
        <a:p>
          <a:endParaRPr lang="en-US"/>
        </a:p>
      </dgm:t>
    </dgm:pt>
    <dgm:pt modelId="{A74741EB-BB37-40ED-B1C1-285880F0012D}" type="sibTrans" cxnId="{4668FE94-9CCE-43B3-88EE-7BF87238C241}">
      <dgm:prSet/>
      <dgm:spPr/>
      <dgm:t>
        <a:bodyPr/>
        <a:lstStyle/>
        <a:p>
          <a:endParaRPr lang="en-US"/>
        </a:p>
      </dgm:t>
    </dgm:pt>
    <dgm:pt modelId="{A21875F8-5E1B-4600-9721-9DD624149C42}">
      <dgm:prSet custT="1"/>
      <dgm:spPr/>
      <dgm:t>
        <a:bodyPr/>
        <a:lstStyle/>
        <a:p>
          <a:r>
            <a:rPr lang="en-US" sz="900" dirty="0" smtClean="0">
              <a:latin typeface="Arial Black" panose="020B0A04020102020204" pitchFamily="34" charset="0"/>
            </a:rPr>
            <a:t>Confucianism</a:t>
          </a:r>
          <a:endParaRPr lang="en-US" sz="900" dirty="0">
            <a:latin typeface="Arial Black" panose="020B0A04020102020204" pitchFamily="34" charset="0"/>
          </a:endParaRPr>
        </a:p>
      </dgm:t>
    </dgm:pt>
    <dgm:pt modelId="{A83FA527-A696-4C08-9FB7-13473E880AD0}" type="parTrans" cxnId="{C54936C8-A789-44C1-A4FC-C3825AE522DB}">
      <dgm:prSet/>
      <dgm:spPr/>
      <dgm:t>
        <a:bodyPr/>
        <a:lstStyle/>
        <a:p>
          <a:endParaRPr lang="en-US"/>
        </a:p>
      </dgm:t>
    </dgm:pt>
    <dgm:pt modelId="{EE7D7B02-ECC5-4FD5-AA20-0DBD72658A8B}" type="sibTrans" cxnId="{C54936C8-A789-44C1-A4FC-C3825AE522DB}">
      <dgm:prSet/>
      <dgm:spPr/>
      <dgm:t>
        <a:bodyPr/>
        <a:lstStyle/>
        <a:p>
          <a:endParaRPr lang="en-US"/>
        </a:p>
      </dgm:t>
    </dgm:pt>
    <dgm:pt modelId="{A500A9C3-C746-4234-858E-D08E1BF12200}">
      <dgm:prSet/>
      <dgm:spPr/>
      <dgm:t>
        <a:bodyPr/>
        <a:lstStyle/>
        <a:p>
          <a:pPr algn="ctr"/>
          <a:r>
            <a:rPr lang="en-US" dirty="0" smtClean="0">
              <a:latin typeface="Arial Black" panose="020B0A04020102020204" pitchFamily="34" charset="0"/>
            </a:rPr>
            <a:t>Indigenous American religions</a:t>
          </a:r>
          <a:endParaRPr lang="en-US" dirty="0">
            <a:latin typeface="Arial Black" panose="020B0A04020102020204" pitchFamily="34" charset="0"/>
          </a:endParaRPr>
        </a:p>
      </dgm:t>
    </dgm:pt>
    <dgm:pt modelId="{026BD011-C68A-4DCC-B112-599EDE290348}" type="parTrans" cxnId="{38EE6AB2-0738-4D2A-8D0B-30316A4C42A7}">
      <dgm:prSet/>
      <dgm:spPr/>
      <dgm:t>
        <a:bodyPr/>
        <a:lstStyle/>
        <a:p>
          <a:endParaRPr lang="en-US"/>
        </a:p>
      </dgm:t>
    </dgm:pt>
    <dgm:pt modelId="{5560744B-609D-4C7C-9D24-800DADB11C3E}" type="sibTrans" cxnId="{38EE6AB2-0738-4D2A-8D0B-30316A4C42A7}">
      <dgm:prSet/>
      <dgm:spPr/>
      <dgm:t>
        <a:bodyPr/>
        <a:lstStyle/>
        <a:p>
          <a:endParaRPr lang="en-US"/>
        </a:p>
      </dgm:t>
    </dgm:pt>
    <dgm:pt modelId="{C7604B0D-0EA7-4E5A-A51E-4003B334C57E}">
      <dgm:prSet custT="1"/>
      <dgm:spPr/>
      <dgm:t>
        <a:bodyPr/>
        <a:lstStyle/>
        <a:p>
          <a:r>
            <a:rPr lang="en-US" sz="1200" b="1" dirty="0" smtClean="0">
              <a:latin typeface="Arial Black" panose="020B0A04020102020204" pitchFamily="34" charset="0"/>
            </a:rPr>
            <a:t>Islam</a:t>
          </a:r>
          <a:endParaRPr lang="en-US" sz="1200" b="1" dirty="0">
            <a:latin typeface="Arial Black" panose="020B0A04020102020204" pitchFamily="34" charset="0"/>
          </a:endParaRPr>
        </a:p>
      </dgm:t>
    </dgm:pt>
    <dgm:pt modelId="{6AF5A1F3-939F-4114-B7B9-191FE486A236}" type="parTrans" cxnId="{76D773F9-2B82-4B1E-9497-0654DDF95875}">
      <dgm:prSet/>
      <dgm:spPr/>
      <dgm:t>
        <a:bodyPr/>
        <a:lstStyle/>
        <a:p>
          <a:endParaRPr lang="en-US"/>
        </a:p>
      </dgm:t>
    </dgm:pt>
    <dgm:pt modelId="{5A11E85A-B036-4A6D-9D15-B012CC5B7651}" type="sibTrans" cxnId="{76D773F9-2B82-4B1E-9497-0654DDF95875}">
      <dgm:prSet/>
      <dgm:spPr/>
      <dgm:t>
        <a:bodyPr/>
        <a:lstStyle/>
        <a:p>
          <a:endParaRPr lang="en-US"/>
        </a:p>
      </dgm:t>
    </dgm:pt>
    <dgm:pt modelId="{3D71F0FA-266A-4389-A44B-D62A2C70D39C}">
      <dgm:prSet custT="1"/>
      <dgm:spPr/>
      <dgm:t>
        <a:bodyPr/>
        <a:lstStyle/>
        <a:p>
          <a:r>
            <a:rPr lang="en-US" sz="1200" dirty="0" smtClean="0">
              <a:latin typeface="Arial Black" panose="020B0A04020102020204" pitchFamily="34" charset="0"/>
            </a:rPr>
            <a:t>Jainism</a:t>
          </a:r>
          <a:endParaRPr lang="en-US" sz="1200" dirty="0">
            <a:latin typeface="Arial Black" panose="020B0A04020102020204" pitchFamily="34" charset="0"/>
          </a:endParaRPr>
        </a:p>
      </dgm:t>
    </dgm:pt>
    <dgm:pt modelId="{6D0BEAEC-8F91-44AA-8FFE-EE310BAB5E3E}" type="parTrans" cxnId="{25B874BC-7766-4735-A16E-63B21B6128B9}">
      <dgm:prSet/>
      <dgm:spPr/>
      <dgm:t>
        <a:bodyPr/>
        <a:lstStyle/>
        <a:p>
          <a:endParaRPr lang="en-US"/>
        </a:p>
      </dgm:t>
    </dgm:pt>
    <dgm:pt modelId="{71CE7377-6F9F-4925-956E-F08F64D469FC}" type="sibTrans" cxnId="{25B874BC-7766-4735-A16E-63B21B6128B9}">
      <dgm:prSet/>
      <dgm:spPr/>
      <dgm:t>
        <a:bodyPr/>
        <a:lstStyle/>
        <a:p>
          <a:endParaRPr lang="en-US"/>
        </a:p>
      </dgm:t>
    </dgm:pt>
    <dgm:pt modelId="{806C2EBA-A9C7-4E58-B699-5A7BCB8E7D18}">
      <dgm:prSet custT="1"/>
      <dgm:spPr/>
      <dgm:t>
        <a:bodyPr/>
        <a:lstStyle/>
        <a:p>
          <a:r>
            <a:rPr lang="en-US" sz="1200" dirty="0" smtClean="0">
              <a:latin typeface="Arial Black" panose="020B0A04020102020204" pitchFamily="34" charset="0"/>
            </a:rPr>
            <a:t>Judaism</a:t>
          </a:r>
          <a:endParaRPr lang="en-US" sz="1200" dirty="0">
            <a:latin typeface="Arial Black" panose="020B0A04020102020204" pitchFamily="34" charset="0"/>
          </a:endParaRPr>
        </a:p>
      </dgm:t>
    </dgm:pt>
    <dgm:pt modelId="{3589A5ED-73AD-408A-89C6-2502BF1FB9E5}" type="parTrans" cxnId="{705E100D-FD66-4CF6-9396-BE7C69B36215}">
      <dgm:prSet/>
      <dgm:spPr/>
      <dgm:t>
        <a:bodyPr/>
        <a:lstStyle/>
        <a:p>
          <a:endParaRPr lang="en-US"/>
        </a:p>
      </dgm:t>
    </dgm:pt>
    <dgm:pt modelId="{76A7899C-4C8B-45CD-AA75-4DB5EE0165E5}" type="sibTrans" cxnId="{705E100D-FD66-4CF6-9396-BE7C69B36215}">
      <dgm:prSet/>
      <dgm:spPr/>
      <dgm:t>
        <a:bodyPr/>
        <a:lstStyle/>
        <a:p>
          <a:endParaRPr lang="en-US"/>
        </a:p>
      </dgm:t>
    </dgm:pt>
    <dgm:pt modelId="{733A1B07-1A33-4A44-AE90-0A43DF22EB78}">
      <dgm:prSet custT="1"/>
      <dgm:spPr/>
      <dgm:t>
        <a:bodyPr/>
        <a:lstStyle/>
        <a:p>
          <a:r>
            <a:rPr lang="en-US" sz="800" dirty="0" smtClean="0">
              <a:latin typeface="Arial Black" panose="020B0A04020102020204" pitchFamily="34" charset="0"/>
            </a:rPr>
            <a:t>Rastafarianism</a:t>
          </a:r>
          <a:endParaRPr lang="en-US" sz="800" dirty="0">
            <a:latin typeface="Arial Black" panose="020B0A04020102020204" pitchFamily="34" charset="0"/>
          </a:endParaRPr>
        </a:p>
      </dgm:t>
    </dgm:pt>
    <dgm:pt modelId="{16CA1898-BDC3-4E69-8132-FB0FE075A0C0}" type="parTrans" cxnId="{B4BFBB54-F3F8-4D5C-9363-5DDB58E0FC2D}">
      <dgm:prSet/>
      <dgm:spPr/>
      <dgm:t>
        <a:bodyPr/>
        <a:lstStyle/>
        <a:p>
          <a:endParaRPr lang="en-US"/>
        </a:p>
      </dgm:t>
    </dgm:pt>
    <dgm:pt modelId="{5161F35C-2441-4679-993C-D2CEB6EBC82A}" type="sibTrans" cxnId="{B4BFBB54-F3F8-4D5C-9363-5DDB58E0FC2D}">
      <dgm:prSet/>
      <dgm:spPr/>
      <dgm:t>
        <a:bodyPr/>
        <a:lstStyle/>
        <a:p>
          <a:endParaRPr lang="en-US"/>
        </a:p>
      </dgm:t>
    </dgm:pt>
    <dgm:pt modelId="{503FD1BB-5013-405B-8765-59F01C750A7F}">
      <dgm:prSet custT="1"/>
      <dgm:spPr/>
      <dgm:t>
        <a:bodyPr/>
        <a:lstStyle/>
        <a:p>
          <a:r>
            <a:rPr lang="en-US" sz="1200" dirty="0" smtClean="0">
              <a:latin typeface="Arial Black" panose="020B0A04020102020204" pitchFamily="34" charset="0"/>
            </a:rPr>
            <a:t>Shinto</a:t>
          </a:r>
          <a:endParaRPr lang="en-US" sz="1200" dirty="0">
            <a:latin typeface="Arial Black" panose="020B0A04020102020204" pitchFamily="34" charset="0"/>
          </a:endParaRPr>
        </a:p>
      </dgm:t>
    </dgm:pt>
    <dgm:pt modelId="{60A4A4BA-D064-4C07-B6BA-24FF22570736}" type="parTrans" cxnId="{1677CAF7-F94D-4130-A650-5392935555BA}">
      <dgm:prSet/>
      <dgm:spPr/>
      <dgm:t>
        <a:bodyPr/>
        <a:lstStyle/>
        <a:p>
          <a:endParaRPr lang="en-US"/>
        </a:p>
      </dgm:t>
    </dgm:pt>
    <dgm:pt modelId="{C5115981-22AC-406B-AFB3-80E03F58D24E}" type="sibTrans" cxnId="{1677CAF7-F94D-4130-A650-5392935555BA}">
      <dgm:prSet/>
      <dgm:spPr/>
      <dgm:t>
        <a:bodyPr/>
        <a:lstStyle/>
        <a:p>
          <a:endParaRPr lang="en-US"/>
        </a:p>
      </dgm:t>
    </dgm:pt>
    <dgm:pt modelId="{0AA1FEDE-184B-4AC8-A390-D920CDA493E9}">
      <dgm:prSet custT="1"/>
      <dgm:spPr/>
      <dgm:t>
        <a:bodyPr/>
        <a:lstStyle/>
        <a:p>
          <a:r>
            <a:rPr lang="en-US" sz="1200" dirty="0" smtClean="0">
              <a:latin typeface="Arial Black" panose="020B0A04020102020204" pitchFamily="34" charset="0"/>
            </a:rPr>
            <a:t>Taoism</a:t>
          </a:r>
          <a:endParaRPr lang="en-US" sz="1200" dirty="0">
            <a:latin typeface="Arial Black" panose="020B0A04020102020204" pitchFamily="34" charset="0"/>
          </a:endParaRPr>
        </a:p>
      </dgm:t>
    </dgm:pt>
    <dgm:pt modelId="{407CCC37-4620-41CC-9003-90DC17F9A473}" type="parTrans" cxnId="{EDB97B99-AFDF-4593-B448-FCAFB9BE03EE}">
      <dgm:prSet/>
      <dgm:spPr/>
      <dgm:t>
        <a:bodyPr/>
        <a:lstStyle/>
        <a:p>
          <a:endParaRPr lang="en-US"/>
        </a:p>
      </dgm:t>
    </dgm:pt>
    <dgm:pt modelId="{5A3D9DD3-0C1E-46B4-A477-DDF016094DA2}" type="sibTrans" cxnId="{EDB97B99-AFDF-4593-B448-FCAFB9BE03EE}">
      <dgm:prSet/>
      <dgm:spPr/>
      <dgm:t>
        <a:bodyPr/>
        <a:lstStyle/>
        <a:p>
          <a:endParaRPr lang="en-US"/>
        </a:p>
      </dgm:t>
    </dgm:pt>
    <dgm:pt modelId="{04434BA3-CD23-4FB4-95A9-628E935CF34B}">
      <dgm:prSet/>
      <dgm:spPr/>
      <dgm:t>
        <a:bodyPr/>
        <a:lstStyle/>
        <a:p>
          <a:r>
            <a:rPr lang="en-US" dirty="0" smtClean="0">
              <a:latin typeface="Arial Black" panose="020B0A04020102020204" pitchFamily="34" charset="0"/>
            </a:rPr>
            <a:t>Traditional African religions</a:t>
          </a:r>
          <a:endParaRPr lang="en-US" dirty="0">
            <a:latin typeface="Arial Black" panose="020B0A04020102020204" pitchFamily="34" charset="0"/>
          </a:endParaRPr>
        </a:p>
      </dgm:t>
    </dgm:pt>
    <dgm:pt modelId="{956104CF-572F-4F01-93AD-2C581A630B8A}" type="parTrans" cxnId="{83D2AEF8-D208-493B-B733-26BAFD99A568}">
      <dgm:prSet/>
      <dgm:spPr/>
      <dgm:t>
        <a:bodyPr/>
        <a:lstStyle/>
        <a:p>
          <a:endParaRPr lang="en-US"/>
        </a:p>
      </dgm:t>
    </dgm:pt>
    <dgm:pt modelId="{E75ED451-B573-4CC2-9F87-5B85A95E9523}" type="sibTrans" cxnId="{83D2AEF8-D208-493B-B733-26BAFD99A568}">
      <dgm:prSet/>
      <dgm:spPr/>
      <dgm:t>
        <a:bodyPr/>
        <a:lstStyle/>
        <a:p>
          <a:endParaRPr lang="en-US"/>
        </a:p>
      </dgm:t>
    </dgm:pt>
    <dgm:pt modelId="{54340EC6-2E8B-4FF5-9AB9-1BA1EB6DEC6E}">
      <dgm:prSet/>
      <dgm:spPr/>
      <dgm:t>
        <a:bodyPr/>
        <a:lstStyle/>
        <a:p>
          <a:r>
            <a:rPr lang="en-US" dirty="0" smtClean="0">
              <a:latin typeface="Arial Black" panose="020B0A04020102020204" pitchFamily="34" charset="0"/>
            </a:rPr>
            <a:t>Zoroastrianism</a:t>
          </a:r>
          <a:endParaRPr lang="en-US" dirty="0">
            <a:latin typeface="Arial Black" panose="020B0A04020102020204" pitchFamily="34" charset="0"/>
          </a:endParaRPr>
        </a:p>
      </dgm:t>
    </dgm:pt>
    <dgm:pt modelId="{A2347FCC-2481-4A09-8A1F-1564BAB7F82B}" type="parTrans" cxnId="{F96EFBBB-2A86-4748-9E8A-7EEBC6AE241C}">
      <dgm:prSet/>
      <dgm:spPr/>
      <dgm:t>
        <a:bodyPr/>
        <a:lstStyle/>
        <a:p>
          <a:endParaRPr lang="en-US"/>
        </a:p>
      </dgm:t>
    </dgm:pt>
    <dgm:pt modelId="{9FAC1DF5-9D5C-4EF7-AC97-38F4DA8AAAD7}" type="sibTrans" cxnId="{F96EFBBB-2A86-4748-9E8A-7EEBC6AE241C}">
      <dgm:prSet/>
      <dgm:spPr/>
      <dgm:t>
        <a:bodyPr/>
        <a:lstStyle/>
        <a:p>
          <a:endParaRPr lang="en-US"/>
        </a:p>
      </dgm:t>
    </dgm:pt>
    <dgm:pt modelId="{2E71BC58-B08B-4B83-9BA4-175E5A384935}" type="pres">
      <dgm:prSet presAssocID="{560E3277-C44C-4D3D-A9C6-A7B26D653B30}" presName="diagram" presStyleCnt="0">
        <dgm:presLayoutVars>
          <dgm:dir/>
          <dgm:animLvl val="lvl"/>
          <dgm:resizeHandles val="exact"/>
        </dgm:presLayoutVars>
      </dgm:prSet>
      <dgm:spPr/>
    </dgm:pt>
    <dgm:pt modelId="{64E99F4D-C8EA-4BB3-A248-75149431BA49}" type="pres">
      <dgm:prSet presAssocID="{C73D71FF-F160-44C3-965D-BAE16F3B33CB}" presName="compNode" presStyleCnt="0"/>
      <dgm:spPr/>
    </dgm:pt>
    <dgm:pt modelId="{C7779C0E-D375-4822-BB6C-5AFF19DC738F}" type="pres">
      <dgm:prSet presAssocID="{C73D71FF-F160-44C3-965D-BAE16F3B33CB}" presName="childRect" presStyleLbl="bgAcc1" presStyleIdx="0" presStyleCnt="15">
        <dgm:presLayoutVars>
          <dgm:bulletEnabled val="1"/>
        </dgm:presLayoutVars>
      </dgm:prSet>
      <dgm:spPr/>
    </dgm:pt>
    <dgm:pt modelId="{0EECDEC5-5279-4297-BB52-753C99A08DEC}" type="pres">
      <dgm:prSet presAssocID="{C73D71FF-F160-44C3-965D-BAE16F3B33CB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68B1FC-FBD8-4C6B-8E41-C4FEC2F8A2E6}" type="pres">
      <dgm:prSet presAssocID="{C73D71FF-F160-44C3-965D-BAE16F3B33CB}" presName="parentRect" presStyleLbl="alignNode1" presStyleIdx="0" presStyleCnt="15"/>
      <dgm:spPr/>
      <dgm:t>
        <a:bodyPr/>
        <a:lstStyle/>
        <a:p>
          <a:endParaRPr lang="en-US"/>
        </a:p>
      </dgm:t>
    </dgm:pt>
    <dgm:pt modelId="{7A00AE2D-0663-4E3D-A4B0-3F1C71BBAF01}" type="pres">
      <dgm:prSet presAssocID="{C73D71FF-F160-44C3-965D-BAE16F3B33CB}" presName="adorn" presStyleLbl="fgAccFollowNode1" presStyleIdx="0" presStyleCnt="15"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D3903880-CAD5-4061-8F0F-BE2DE5E19D7C}" type="pres">
      <dgm:prSet presAssocID="{AC39FA4A-02DE-4B35-9982-99B40450559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6571B8A-953D-400C-B9A5-21BE61BE150D}" type="pres">
      <dgm:prSet presAssocID="{38BB3D20-3A4A-46F2-A320-951BE9D1871B}" presName="compNode" presStyleCnt="0"/>
      <dgm:spPr/>
    </dgm:pt>
    <dgm:pt modelId="{5421CA45-9EAC-4EFC-9D7B-518849787227}" type="pres">
      <dgm:prSet presAssocID="{38BB3D20-3A4A-46F2-A320-951BE9D1871B}" presName="childRect" presStyleLbl="bgAcc1" presStyleIdx="1" presStyleCnt="15">
        <dgm:presLayoutVars>
          <dgm:bulletEnabled val="1"/>
        </dgm:presLayoutVars>
      </dgm:prSet>
      <dgm:spPr/>
    </dgm:pt>
    <dgm:pt modelId="{67235E98-2C6D-4078-B6B2-13B0217688D7}" type="pres">
      <dgm:prSet presAssocID="{38BB3D20-3A4A-46F2-A320-951BE9D1871B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CAA9E2-2930-4200-BB32-748A700973EE}" type="pres">
      <dgm:prSet presAssocID="{38BB3D20-3A4A-46F2-A320-951BE9D1871B}" presName="parentRect" presStyleLbl="alignNode1" presStyleIdx="1" presStyleCnt="15"/>
      <dgm:spPr/>
      <dgm:t>
        <a:bodyPr/>
        <a:lstStyle/>
        <a:p>
          <a:endParaRPr lang="en-US"/>
        </a:p>
      </dgm:t>
    </dgm:pt>
    <dgm:pt modelId="{4C7AD974-6EA7-4118-8961-096CC1482C53}" type="pres">
      <dgm:prSet presAssocID="{38BB3D20-3A4A-46F2-A320-951BE9D1871B}" presName="adorn" presStyleLbl="fgAccFollowNode1" presStyleIdx="1" presStyleCnt="15"/>
      <dgm:spPr>
        <a:noFill/>
        <a:ln>
          <a:noFill/>
        </a:ln>
      </dgm:spPr>
    </dgm:pt>
    <dgm:pt modelId="{E5D5B427-D736-4D66-84F4-9742AAECB27E}" type="pres">
      <dgm:prSet presAssocID="{0B8C7D92-C220-43F8-9D82-77403CDF516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457709F-C05C-4D3E-847C-327E0110C175}" type="pres">
      <dgm:prSet presAssocID="{F27FB8AD-61E7-4C11-BD35-4C8D0C87036C}" presName="compNode" presStyleCnt="0"/>
      <dgm:spPr/>
    </dgm:pt>
    <dgm:pt modelId="{5CE26264-A05A-45B0-BBAD-9F3300160A23}" type="pres">
      <dgm:prSet presAssocID="{F27FB8AD-61E7-4C11-BD35-4C8D0C87036C}" presName="childRect" presStyleLbl="bgAcc1" presStyleIdx="2" presStyleCnt="15">
        <dgm:presLayoutVars>
          <dgm:bulletEnabled val="1"/>
        </dgm:presLayoutVars>
      </dgm:prSet>
      <dgm:spPr/>
    </dgm:pt>
    <dgm:pt modelId="{FEF977BC-5138-463A-82DD-7FDC18CBE36F}" type="pres">
      <dgm:prSet presAssocID="{F27FB8AD-61E7-4C11-BD35-4C8D0C87036C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B36814-1244-420D-9E63-824E57362EC1}" type="pres">
      <dgm:prSet presAssocID="{F27FB8AD-61E7-4C11-BD35-4C8D0C87036C}" presName="parentRect" presStyleLbl="alignNode1" presStyleIdx="2" presStyleCnt="15"/>
      <dgm:spPr/>
      <dgm:t>
        <a:bodyPr/>
        <a:lstStyle/>
        <a:p>
          <a:endParaRPr lang="en-US"/>
        </a:p>
      </dgm:t>
    </dgm:pt>
    <dgm:pt modelId="{DE2EC606-6508-4E28-9E88-2FFF5562B525}" type="pres">
      <dgm:prSet presAssocID="{F27FB8AD-61E7-4C11-BD35-4C8D0C87036C}" presName="adorn" presStyleLbl="fgAccFollowNode1" presStyleIdx="2" presStyleCnt="15"/>
      <dgm:spPr>
        <a:noFill/>
        <a:ln>
          <a:noFill/>
        </a:ln>
      </dgm:spPr>
    </dgm:pt>
    <dgm:pt modelId="{FAFF3351-3790-441D-B6E6-62AA564C1BE7}" type="pres">
      <dgm:prSet presAssocID="{6BA5523C-B262-4502-A819-A2D46531148B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81C1F6C-3FF7-4A5A-BBAD-792921D996F8}" type="pres">
      <dgm:prSet presAssocID="{A21875F8-5E1B-4600-9721-9DD624149C42}" presName="compNode" presStyleCnt="0"/>
      <dgm:spPr/>
    </dgm:pt>
    <dgm:pt modelId="{FF34EEF1-2D61-4160-BB57-28BD3E23BED5}" type="pres">
      <dgm:prSet presAssocID="{A21875F8-5E1B-4600-9721-9DD624149C42}" presName="childRect" presStyleLbl="bgAcc1" presStyleIdx="3" presStyleCnt="15">
        <dgm:presLayoutVars>
          <dgm:bulletEnabled val="1"/>
        </dgm:presLayoutVars>
      </dgm:prSet>
      <dgm:spPr/>
    </dgm:pt>
    <dgm:pt modelId="{85BDA41E-FE39-4AD1-A491-2F5F649931ED}" type="pres">
      <dgm:prSet presAssocID="{A21875F8-5E1B-4600-9721-9DD624149C42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1FB6E3-E0E4-44D6-A085-5BB5AD15CDA9}" type="pres">
      <dgm:prSet presAssocID="{A21875F8-5E1B-4600-9721-9DD624149C42}" presName="parentRect" presStyleLbl="alignNode1" presStyleIdx="3" presStyleCnt="15"/>
      <dgm:spPr/>
      <dgm:t>
        <a:bodyPr/>
        <a:lstStyle/>
        <a:p>
          <a:endParaRPr lang="en-US"/>
        </a:p>
      </dgm:t>
    </dgm:pt>
    <dgm:pt modelId="{752383EB-A63C-48CD-BD8D-A3B612C043B3}" type="pres">
      <dgm:prSet presAssocID="{A21875F8-5E1B-4600-9721-9DD624149C42}" presName="adorn" presStyleLbl="fgAccFollowNode1" presStyleIdx="3" presStyleCnt="15"/>
      <dgm:spPr>
        <a:noFill/>
        <a:ln>
          <a:noFill/>
        </a:ln>
      </dgm:spPr>
    </dgm:pt>
    <dgm:pt modelId="{8A2132DC-0F93-4DB3-B96E-916FF9D7E055}" type="pres">
      <dgm:prSet presAssocID="{EE7D7B02-ECC5-4FD5-AA20-0DBD72658A8B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BC6215B-F03B-46DA-953F-03CBF2D3E211}" type="pres">
      <dgm:prSet presAssocID="{90617A44-EC16-493A-9793-87BD1D7A45DA}" presName="compNode" presStyleCnt="0"/>
      <dgm:spPr/>
    </dgm:pt>
    <dgm:pt modelId="{51A10DAA-30A6-4B1C-930B-AA637E4C0F71}" type="pres">
      <dgm:prSet presAssocID="{90617A44-EC16-493A-9793-87BD1D7A45DA}" presName="childRect" presStyleLbl="bgAcc1" presStyleIdx="4" presStyleCnt="15">
        <dgm:presLayoutVars>
          <dgm:bulletEnabled val="1"/>
        </dgm:presLayoutVars>
      </dgm:prSet>
      <dgm:spPr/>
    </dgm:pt>
    <dgm:pt modelId="{822790A1-9508-4E99-9749-36D029E97FC5}" type="pres">
      <dgm:prSet presAssocID="{90617A44-EC16-493A-9793-87BD1D7A45DA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BB7D87-69D9-45E9-93D5-E8EBD4346A56}" type="pres">
      <dgm:prSet presAssocID="{90617A44-EC16-493A-9793-87BD1D7A45DA}" presName="parentRect" presStyleLbl="alignNode1" presStyleIdx="4" presStyleCnt="15"/>
      <dgm:spPr/>
      <dgm:t>
        <a:bodyPr/>
        <a:lstStyle/>
        <a:p>
          <a:endParaRPr lang="en-US"/>
        </a:p>
      </dgm:t>
    </dgm:pt>
    <dgm:pt modelId="{223AE8FF-47DA-428F-BD70-D82735AD7A7E}" type="pres">
      <dgm:prSet presAssocID="{90617A44-EC16-493A-9793-87BD1D7A45DA}" presName="adorn" presStyleLbl="fgAccFollowNode1" presStyleIdx="4" presStyleCnt="15"/>
      <dgm:spPr>
        <a:noFill/>
        <a:ln>
          <a:noFill/>
        </a:ln>
      </dgm:spPr>
    </dgm:pt>
    <dgm:pt modelId="{675FAE22-6DED-434C-AFF6-55373D72693C}" type="pres">
      <dgm:prSet presAssocID="{C1E69398-85E7-44BF-9296-DD87FEE44A87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C1A36B1-48A3-4101-875E-7FA1B28C420C}" type="pres">
      <dgm:prSet presAssocID="{A500A9C3-C746-4234-858E-D08E1BF12200}" presName="compNode" presStyleCnt="0"/>
      <dgm:spPr/>
    </dgm:pt>
    <dgm:pt modelId="{87808533-FA50-4AA3-996B-CB018FADCBAB}" type="pres">
      <dgm:prSet presAssocID="{A500A9C3-C746-4234-858E-D08E1BF12200}" presName="childRect" presStyleLbl="bgAcc1" presStyleIdx="5" presStyleCnt="15">
        <dgm:presLayoutVars>
          <dgm:bulletEnabled val="1"/>
        </dgm:presLayoutVars>
      </dgm:prSet>
      <dgm:spPr/>
    </dgm:pt>
    <dgm:pt modelId="{8DBDFBA0-E54D-4633-AB00-1A7235B21179}" type="pres">
      <dgm:prSet presAssocID="{A500A9C3-C746-4234-858E-D08E1BF12200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6CB0E1-6BB9-4124-9CAE-147F9D11F074}" type="pres">
      <dgm:prSet presAssocID="{A500A9C3-C746-4234-858E-D08E1BF12200}" presName="parentRect" presStyleLbl="alignNode1" presStyleIdx="5" presStyleCnt="15"/>
      <dgm:spPr/>
      <dgm:t>
        <a:bodyPr/>
        <a:lstStyle/>
        <a:p>
          <a:endParaRPr lang="en-US"/>
        </a:p>
      </dgm:t>
    </dgm:pt>
    <dgm:pt modelId="{0947D6A2-F28F-4DA9-A80E-32F8730B9583}" type="pres">
      <dgm:prSet presAssocID="{A500A9C3-C746-4234-858E-D08E1BF12200}" presName="adorn" presStyleLbl="fgAccFollowNode1" presStyleIdx="5" presStyleCnt="15"/>
      <dgm:spPr>
        <a:noFill/>
        <a:ln>
          <a:noFill/>
        </a:ln>
      </dgm:spPr>
    </dgm:pt>
    <dgm:pt modelId="{D4393802-7956-4758-BAE6-13C18A9D4294}" type="pres">
      <dgm:prSet presAssocID="{5560744B-609D-4C7C-9D24-800DADB11C3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9AA3E6B-527A-4ECE-9A14-BEAB0B4A1BB4}" type="pres">
      <dgm:prSet presAssocID="{C7604B0D-0EA7-4E5A-A51E-4003B334C57E}" presName="compNode" presStyleCnt="0"/>
      <dgm:spPr/>
    </dgm:pt>
    <dgm:pt modelId="{202F6545-4C3D-424D-AFCE-7237451671A9}" type="pres">
      <dgm:prSet presAssocID="{C7604B0D-0EA7-4E5A-A51E-4003B334C57E}" presName="childRect" presStyleLbl="bgAcc1" presStyleIdx="6" presStyleCnt="15">
        <dgm:presLayoutVars>
          <dgm:bulletEnabled val="1"/>
        </dgm:presLayoutVars>
      </dgm:prSet>
      <dgm:spPr/>
    </dgm:pt>
    <dgm:pt modelId="{8661F939-9549-432D-8329-C4819070947F}" type="pres">
      <dgm:prSet presAssocID="{C7604B0D-0EA7-4E5A-A51E-4003B334C57E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98C5DF-3E3E-436B-A9A7-221F5B8DB4A2}" type="pres">
      <dgm:prSet presAssocID="{C7604B0D-0EA7-4E5A-A51E-4003B334C57E}" presName="parentRect" presStyleLbl="alignNode1" presStyleIdx="6" presStyleCnt="15"/>
      <dgm:spPr/>
      <dgm:t>
        <a:bodyPr/>
        <a:lstStyle/>
        <a:p>
          <a:endParaRPr lang="en-US"/>
        </a:p>
      </dgm:t>
    </dgm:pt>
    <dgm:pt modelId="{DBD1130C-F154-4002-910A-CCF55700DD73}" type="pres">
      <dgm:prSet presAssocID="{C7604B0D-0EA7-4E5A-A51E-4003B334C57E}" presName="adorn" presStyleLbl="fgAccFollowNode1" presStyleIdx="6" presStyleCnt="15"/>
      <dgm:spPr>
        <a:noFill/>
        <a:ln>
          <a:noFill/>
        </a:ln>
      </dgm:spPr>
    </dgm:pt>
    <dgm:pt modelId="{7953033C-E9FD-438E-A858-B11B139DAAE7}" type="pres">
      <dgm:prSet presAssocID="{5A11E85A-B036-4A6D-9D15-B012CC5B7651}" presName="sibTrans" presStyleLbl="sibTrans2D1" presStyleIdx="0" presStyleCnt="0"/>
      <dgm:spPr/>
      <dgm:t>
        <a:bodyPr/>
        <a:lstStyle/>
        <a:p>
          <a:endParaRPr lang="en-US"/>
        </a:p>
      </dgm:t>
    </dgm:pt>
    <dgm:pt modelId="{CC75772C-D734-4E52-ADFE-23E81D547873}" type="pres">
      <dgm:prSet presAssocID="{3D71F0FA-266A-4389-A44B-D62A2C70D39C}" presName="compNode" presStyleCnt="0"/>
      <dgm:spPr/>
    </dgm:pt>
    <dgm:pt modelId="{9C348441-5DC6-4FB7-8F58-968160129073}" type="pres">
      <dgm:prSet presAssocID="{3D71F0FA-266A-4389-A44B-D62A2C70D39C}" presName="childRect" presStyleLbl="bgAcc1" presStyleIdx="7" presStyleCnt="15">
        <dgm:presLayoutVars>
          <dgm:bulletEnabled val="1"/>
        </dgm:presLayoutVars>
      </dgm:prSet>
      <dgm:spPr/>
    </dgm:pt>
    <dgm:pt modelId="{07938C4B-5477-4D64-809E-977F3F3901A2}" type="pres">
      <dgm:prSet presAssocID="{3D71F0FA-266A-4389-A44B-D62A2C70D39C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3210B2-BB06-44FC-B3A8-8076C7E619DD}" type="pres">
      <dgm:prSet presAssocID="{3D71F0FA-266A-4389-A44B-D62A2C70D39C}" presName="parentRect" presStyleLbl="alignNode1" presStyleIdx="7" presStyleCnt="15"/>
      <dgm:spPr/>
      <dgm:t>
        <a:bodyPr/>
        <a:lstStyle/>
        <a:p>
          <a:endParaRPr lang="en-US"/>
        </a:p>
      </dgm:t>
    </dgm:pt>
    <dgm:pt modelId="{6A20F899-C0A2-4278-AF34-FF571F2F70CA}" type="pres">
      <dgm:prSet presAssocID="{3D71F0FA-266A-4389-A44B-D62A2C70D39C}" presName="adorn" presStyleLbl="fgAccFollowNode1" presStyleIdx="7" presStyleCnt="15"/>
      <dgm:spPr>
        <a:noFill/>
        <a:ln>
          <a:noFill/>
        </a:ln>
      </dgm:spPr>
    </dgm:pt>
    <dgm:pt modelId="{3F8760B8-89BE-483C-AE7D-09EB417B46C1}" type="pres">
      <dgm:prSet presAssocID="{71CE7377-6F9F-4925-956E-F08F64D469F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2D120C1-D64A-4B50-B28D-E6BE1430E8D4}" type="pres">
      <dgm:prSet presAssocID="{806C2EBA-A9C7-4E58-B699-5A7BCB8E7D18}" presName="compNode" presStyleCnt="0"/>
      <dgm:spPr/>
    </dgm:pt>
    <dgm:pt modelId="{C7CADFEF-FC52-4715-BA09-20156DC06191}" type="pres">
      <dgm:prSet presAssocID="{806C2EBA-A9C7-4E58-B699-5A7BCB8E7D18}" presName="childRect" presStyleLbl="bgAcc1" presStyleIdx="8" presStyleCnt="15">
        <dgm:presLayoutVars>
          <dgm:bulletEnabled val="1"/>
        </dgm:presLayoutVars>
      </dgm:prSet>
      <dgm:spPr/>
    </dgm:pt>
    <dgm:pt modelId="{53A6185B-5E1E-422A-9C69-63DC138FBECB}" type="pres">
      <dgm:prSet presAssocID="{806C2EBA-A9C7-4E58-B699-5A7BCB8E7D18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A3ABBA-909A-4868-8584-493850B39EDC}" type="pres">
      <dgm:prSet presAssocID="{806C2EBA-A9C7-4E58-B699-5A7BCB8E7D18}" presName="parentRect" presStyleLbl="alignNode1" presStyleIdx="8" presStyleCnt="15"/>
      <dgm:spPr/>
      <dgm:t>
        <a:bodyPr/>
        <a:lstStyle/>
        <a:p>
          <a:endParaRPr lang="en-US"/>
        </a:p>
      </dgm:t>
    </dgm:pt>
    <dgm:pt modelId="{4B4FA9F6-AFCC-4B22-99AC-41FDCD946EE9}" type="pres">
      <dgm:prSet presAssocID="{806C2EBA-A9C7-4E58-B699-5A7BCB8E7D18}" presName="adorn" presStyleLbl="fgAccFollowNode1" presStyleIdx="8" presStyleCnt="15"/>
      <dgm:spPr>
        <a:noFill/>
        <a:ln>
          <a:noFill/>
        </a:ln>
      </dgm:spPr>
    </dgm:pt>
    <dgm:pt modelId="{6385C7B2-3A68-479E-ACDA-4EB26DFAFAF6}" type="pres">
      <dgm:prSet presAssocID="{76A7899C-4C8B-45CD-AA75-4DB5EE0165E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B7DD0F05-AB1D-4699-89A6-BB9A786C863C}" type="pres">
      <dgm:prSet presAssocID="{733A1B07-1A33-4A44-AE90-0A43DF22EB78}" presName="compNode" presStyleCnt="0"/>
      <dgm:spPr/>
    </dgm:pt>
    <dgm:pt modelId="{60B46DE1-77FC-4F7F-BD3A-6AAE3BC45F52}" type="pres">
      <dgm:prSet presAssocID="{733A1B07-1A33-4A44-AE90-0A43DF22EB78}" presName="childRect" presStyleLbl="bgAcc1" presStyleIdx="9" presStyleCnt="15">
        <dgm:presLayoutVars>
          <dgm:bulletEnabled val="1"/>
        </dgm:presLayoutVars>
      </dgm:prSet>
      <dgm:spPr/>
    </dgm:pt>
    <dgm:pt modelId="{FFF8FE84-F373-4C34-BEE8-3CFF467EFAC8}" type="pres">
      <dgm:prSet presAssocID="{733A1B07-1A33-4A44-AE90-0A43DF22EB78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609869-5F41-4727-8298-95034727DA4D}" type="pres">
      <dgm:prSet presAssocID="{733A1B07-1A33-4A44-AE90-0A43DF22EB78}" presName="parentRect" presStyleLbl="alignNode1" presStyleIdx="9" presStyleCnt="15"/>
      <dgm:spPr/>
      <dgm:t>
        <a:bodyPr/>
        <a:lstStyle/>
        <a:p>
          <a:endParaRPr lang="en-US"/>
        </a:p>
      </dgm:t>
    </dgm:pt>
    <dgm:pt modelId="{6D7EEA2B-0FDB-4987-A0DE-C863A1C49EEA}" type="pres">
      <dgm:prSet presAssocID="{733A1B07-1A33-4A44-AE90-0A43DF22EB78}" presName="adorn" presStyleLbl="fgAccFollowNode1" presStyleIdx="9" presStyleCnt="15"/>
      <dgm:spPr>
        <a:noFill/>
        <a:ln>
          <a:noFill/>
        </a:ln>
      </dgm:spPr>
    </dgm:pt>
    <dgm:pt modelId="{72B7AE58-3583-42E1-8E04-7FA1FE91F0DC}" type="pres">
      <dgm:prSet presAssocID="{5161F35C-2441-4679-993C-D2CEB6EBC82A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F3492CC-4448-4E6F-9857-8427A56E7978}" type="pres">
      <dgm:prSet presAssocID="{503FD1BB-5013-405B-8765-59F01C750A7F}" presName="compNode" presStyleCnt="0"/>
      <dgm:spPr/>
    </dgm:pt>
    <dgm:pt modelId="{54CD797A-52ED-429E-925D-E2B027F86EB1}" type="pres">
      <dgm:prSet presAssocID="{503FD1BB-5013-405B-8765-59F01C750A7F}" presName="childRect" presStyleLbl="bgAcc1" presStyleIdx="10" presStyleCnt="15">
        <dgm:presLayoutVars>
          <dgm:bulletEnabled val="1"/>
        </dgm:presLayoutVars>
      </dgm:prSet>
      <dgm:spPr/>
    </dgm:pt>
    <dgm:pt modelId="{A6C7BE3B-9A92-42B7-937F-A6233754ED1F}" type="pres">
      <dgm:prSet presAssocID="{503FD1BB-5013-405B-8765-59F01C750A7F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1F61A8-6F59-43CB-8AD9-BC6ED6AF68B0}" type="pres">
      <dgm:prSet presAssocID="{503FD1BB-5013-405B-8765-59F01C750A7F}" presName="parentRect" presStyleLbl="alignNode1" presStyleIdx="10" presStyleCnt="15"/>
      <dgm:spPr/>
      <dgm:t>
        <a:bodyPr/>
        <a:lstStyle/>
        <a:p>
          <a:endParaRPr lang="en-US"/>
        </a:p>
      </dgm:t>
    </dgm:pt>
    <dgm:pt modelId="{CA504FEA-94A0-4004-8F13-117DA9F87582}" type="pres">
      <dgm:prSet presAssocID="{503FD1BB-5013-405B-8765-59F01C750A7F}" presName="adorn" presStyleLbl="fgAccFollowNode1" presStyleIdx="10" presStyleCnt="15"/>
      <dgm:spPr>
        <a:noFill/>
        <a:ln>
          <a:noFill/>
        </a:ln>
      </dgm:spPr>
    </dgm:pt>
    <dgm:pt modelId="{258861A9-269B-4630-B047-9CEE94E8FBE8}" type="pres">
      <dgm:prSet presAssocID="{C5115981-22AC-406B-AFB3-80E03F58D24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C630A6D-0580-4AB2-B807-398470EB56C8}" type="pres">
      <dgm:prSet presAssocID="{E877E2E9-DB8B-4E3F-B6DE-50AF3F8D4306}" presName="compNode" presStyleCnt="0"/>
      <dgm:spPr/>
    </dgm:pt>
    <dgm:pt modelId="{E65E6FAA-DB27-4B79-B28D-0ACDA727ECEC}" type="pres">
      <dgm:prSet presAssocID="{E877E2E9-DB8B-4E3F-B6DE-50AF3F8D4306}" presName="childRect" presStyleLbl="bgAcc1" presStyleIdx="11" presStyleCnt="15">
        <dgm:presLayoutVars>
          <dgm:bulletEnabled val="1"/>
        </dgm:presLayoutVars>
      </dgm:prSet>
      <dgm:spPr/>
    </dgm:pt>
    <dgm:pt modelId="{4EFF4DC3-0F21-45BE-98B7-93BAA4D8053A}" type="pres">
      <dgm:prSet presAssocID="{E877E2E9-DB8B-4E3F-B6DE-50AF3F8D4306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64CC94-5A81-4175-AB9A-CD37E2945093}" type="pres">
      <dgm:prSet presAssocID="{E877E2E9-DB8B-4E3F-B6DE-50AF3F8D4306}" presName="parentRect" presStyleLbl="alignNode1" presStyleIdx="11" presStyleCnt="15"/>
      <dgm:spPr/>
      <dgm:t>
        <a:bodyPr/>
        <a:lstStyle/>
        <a:p>
          <a:endParaRPr lang="en-US"/>
        </a:p>
      </dgm:t>
    </dgm:pt>
    <dgm:pt modelId="{03416DAF-5759-4F8C-9669-C81BE1C9E940}" type="pres">
      <dgm:prSet presAssocID="{E877E2E9-DB8B-4E3F-B6DE-50AF3F8D4306}" presName="adorn" presStyleLbl="fgAccFollowNode1" presStyleIdx="11" presStyleCnt="15"/>
      <dgm:spPr>
        <a:noFill/>
        <a:ln>
          <a:noFill/>
        </a:ln>
      </dgm:spPr>
    </dgm:pt>
    <dgm:pt modelId="{7394021D-22D0-4284-80AA-D451347E4A42}" type="pres">
      <dgm:prSet presAssocID="{A74741EB-BB37-40ED-B1C1-285880F0012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90B937A-A760-4B57-BBB6-3BCACA45C361}" type="pres">
      <dgm:prSet presAssocID="{0AA1FEDE-184B-4AC8-A390-D920CDA493E9}" presName="compNode" presStyleCnt="0"/>
      <dgm:spPr/>
    </dgm:pt>
    <dgm:pt modelId="{C0B07ADB-F572-4BA3-8E19-EC2B28EAD4E1}" type="pres">
      <dgm:prSet presAssocID="{0AA1FEDE-184B-4AC8-A390-D920CDA493E9}" presName="childRect" presStyleLbl="bgAcc1" presStyleIdx="12" presStyleCnt="15">
        <dgm:presLayoutVars>
          <dgm:bulletEnabled val="1"/>
        </dgm:presLayoutVars>
      </dgm:prSet>
      <dgm:spPr/>
    </dgm:pt>
    <dgm:pt modelId="{FE201255-9E2C-4A28-B708-D0C60ED45231}" type="pres">
      <dgm:prSet presAssocID="{0AA1FEDE-184B-4AC8-A390-D920CDA493E9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F19CCE-3F3C-4EE8-962E-A151508CDF16}" type="pres">
      <dgm:prSet presAssocID="{0AA1FEDE-184B-4AC8-A390-D920CDA493E9}" presName="parentRect" presStyleLbl="alignNode1" presStyleIdx="12" presStyleCnt="15"/>
      <dgm:spPr/>
      <dgm:t>
        <a:bodyPr/>
        <a:lstStyle/>
        <a:p>
          <a:endParaRPr lang="en-US"/>
        </a:p>
      </dgm:t>
    </dgm:pt>
    <dgm:pt modelId="{30DBB62B-8925-4106-85DD-DBB755A1C788}" type="pres">
      <dgm:prSet presAssocID="{0AA1FEDE-184B-4AC8-A390-D920CDA493E9}" presName="adorn" presStyleLbl="fgAccFollowNode1" presStyleIdx="12" presStyleCnt="15"/>
      <dgm:spPr>
        <a:noFill/>
        <a:ln>
          <a:noFill/>
        </a:ln>
      </dgm:spPr>
    </dgm:pt>
    <dgm:pt modelId="{FB42A741-5CA1-443F-A95B-F038EF3FFBBE}" type="pres">
      <dgm:prSet presAssocID="{5A3D9DD3-0C1E-46B4-A477-DDF016094DA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19C839F-8B1F-4A1D-A5FF-01315A42D577}" type="pres">
      <dgm:prSet presAssocID="{04434BA3-CD23-4FB4-95A9-628E935CF34B}" presName="compNode" presStyleCnt="0"/>
      <dgm:spPr/>
    </dgm:pt>
    <dgm:pt modelId="{6560BEF1-CFED-45EB-AA83-F4C3A3B36F27}" type="pres">
      <dgm:prSet presAssocID="{04434BA3-CD23-4FB4-95A9-628E935CF34B}" presName="childRect" presStyleLbl="bgAcc1" presStyleIdx="13" presStyleCnt="15">
        <dgm:presLayoutVars>
          <dgm:bulletEnabled val="1"/>
        </dgm:presLayoutVars>
      </dgm:prSet>
      <dgm:spPr/>
    </dgm:pt>
    <dgm:pt modelId="{F4F64228-3D5D-432C-8068-3927BB22955B}" type="pres">
      <dgm:prSet presAssocID="{04434BA3-CD23-4FB4-95A9-628E935CF34B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9AA1D3-8433-4535-AA05-376A54489CD2}" type="pres">
      <dgm:prSet presAssocID="{04434BA3-CD23-4FB4-95A9-628E935CF34B}" presName="parentRect" presStyleLbl="alignNode1" presStyleIdx="13" presStyleCnt="15"/>
      <dgm:spPr/>
      <dgm:t>
        <a:bodyPr/>
        <a:lstStyle/>
        <a:p>
          <a:endParaRPr lang="en-US"/>
        </a:p>
      </dgm:t>
    </dgm:pt>
    <dgm:pt modelId="{129BAAB2-2D9B-44D6-A29E-B7056C999368}" type="pres">
      <dgm:prSet presAssocID="{04434BA3-CD23-4FB4-95A9-628E935CF34B}" presName="adorn" presStyleLbl="fgAccFollowNode1" presStyleIdx="13" presStyleCnt="15"/>
      <dgm:spPr>
        <a:noFill/>
        <a:ln>
          <a:noFill/>
        </a:ln>
      </dgm:spPr>
    </dgm:pt>
    <dgm:pt modelId="{5F792F30-85CE-4191-8434-1AA64FA9B896}" type="pres">
      <dgm:prSet presAssocID="{E75ED451-B573-4CC2-9F87-5B85A95E952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858777F-1960-4C95-966C-C2C0EB2E5ACE}" type="pres">
      <dgm:prSet presAssocID="{54340EC6-2E8B-4FF5-9AB9-1BA1EB6DEC6E}" presName="compNode" presStyleCnt="0"/>
      <dgm:spPr/>
    </dgm:pt>
    <dgm:pt modelId="{247A5744-7F6B-4018-A556-2836FD958FE6}" type="pres">
      <dgm:prSet presAssocID="{54340EC6-2E8B-4FF5-9AB9-1BA1EB6DEC6E}" presName="childRect" presStyleLbl="bgAcc1" presStyleIdx="14" presStyleCnt="15">
        <dgm:presLayoutVars>
          <dgm:bulletEnabled val="1"/>
        </dgm:presLayoutVars>
      </dgm:prSet>
      <dgm:spPr/>
    </dgm:pt>
    <dgm:pt modelId="{86675AC9-03CB-45DB-A789-C8DE2E4BCCE8}" type="pres">
      <dgm:prSet presAssocID="{54340EC6-2E8B-4FF5-9AB9-1BA1EB6DEC6E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EB101B-8AF2-4D19-92F9-98420B8E8917}" type="pres">
      <dgm:prSet presAssocID="{54340EC6-2E8B-4FF5-9AB9-1BA1EB6DEC6E}" presName="parentRect" presStyleLbl="alignNode1" presStyleIdx="14" presStyleCnt="15"/>
      <dgm:spPr/>
      <dgm:t>
        <a:bodyPr/>
        <a:lstStyle/>
        <a:p>
          <a:endParaRPr lang="en-US"/>
        </a:p>
      </dgm:t>
    </dgm:pt>
    <dgm:pt modelId="{CE13383C-C0AD-4471-A936-E92941BDC7EE}" type="pres">
      <dgm:prSet presAssocID="{54340EC6-2E8B-4FF5-9AB9-1BA1EB6DEC6E}" presName="adorn" presStyleLbl="fgAccFollowNode1" presStyleIdx="14" presStyleCnt="15"/>
      <dgm:spPr>
        <a:noFill/>
        <a:ln>
          <a:noFill/>
        </a:ln>
      </dgm:spPr>
    </dgm:pt>
  </dgm:ptLst>
  <dgm:cxnLst>
    <dgm:cxn modelId="{ED7641E4-5AD2-404B-83EF-6772F63659D7}" type="presOf" srcId="{A74741EB-BB37-40ED-B1C1-285880F0012D}" destId="{7394021D-22D0-4284-80AA-D451347E4A42}" srcOrd="0" destOrd="0" presId="urn:microsoft.com/office/officeart/2005/8/layout/bList2"/>
    <dgm:cxn modelId="{76D773F9-2B82-4B1E-9497-0654DDF95875}" srcId="{560E3277-C44C-4D3D-A9C6-A7B26D653B30}" destId="{C7604B0D-0EA7-4E5A-A51E-4003B334C57E}" srcOrd="6" destOrd="0" parTransId="{6AF5A1F3-939F-4114-B7B9-191FE486A236}" sibTransId="{5A11E85A-B036-4A6D-9D15-B012CC5B7651}"/>
    <dgm:cxn modelId="{727DF0A7-AF8C-4194-8222-85202698F33B}" type="presOf" srcId="{806C2EBA-A9C7-4E58-B699-5A7BCB8E7D18}" destId="{53A6185B-5E1E-422A-9C69-63DC138FBECB}" srcOrd="0" destOrd="0" presId="urn:microsoft.com/office/officeart/2005/8/layout/bList2"/>
    <dgm:cxn modelId="{421A9A3D-1C96-4800-970B-4E4CCB382867}" type="presOf" srcId="{A21875F8-5E1B-4600-9721-9DD624149C42}" destId="{7D1FB6E3-E0E4-44D6-A085-5BB5AD15CDA9}" srcOrd="1" destOrd="0" presId="urn:microsoft.com/office/officeart/2005/8/layout/bList2"/>
    <dgm:cxn modelId="{F96EFBBB-2A86-4748-9E8A-7EEBC6AE241C}" srcId="{560E3277-C44C-4D3D-A9C6-A7B26D653B30}" destId="{54340EC6-2E8B-4FF5-9AB9-1BA1EB6DEC6E}" srcOrd="14" destOrd="0" parTransId="{A2347FCC-2481-4A09-8A1F-1564BAB7F82B}" sibTransId="{9FAC1DF5-9D5C-4EF7-AC97-38F4DA8AAAD7}"/>
    <dgm:cxn modelId="{FA4A0E7F-12B9-482E-A1F9-01879F0A9A4E}" type="presOf" srcId="{5560744B-609D-4C7C-9D24-800DADB11C3E}" destId="{D4393802-7956-4758-BAE6-13C18A9D4294}" srcOrd="0" destOrd="0" presId="urn:microsoft.com/office/officeart/2005/8/layout/bList2"/>
    <dgm:cxn modelId="{3CB88A03-BF1F-4962-BB60-3B631E5F213C}" type="presOf" srcId="{C7604B0D-0EA7-4E5A-A51E-4003B334C57E}" destId="{5198C5DF-3E3E-436B-A9A7-221F5B8DB4A2}" srcOrd="1" destOrd="0" presId="urn:microsoft.com/office/officeart/2005/8/layout/bList2"/>
    <dgm:cxn modelId="{8CD92C81-B8A9-4929-B330-880396E4F832}" type="presOf" srcId="{503FD1BB-5013-405B-8765-59F01C750A7F}" destId="{741F61A8-6F59-43CB-8AD9-BC6ED6AF68B0}" srcOrd="1" destOrd="0" presId="urn:microsoft.com/office/officeart/2005/8/layout/bList2"/>
    <dgm:cxn modelId="{90512366-99B8-4574-9CE8-D2C41A25B66A}" type="presOf" srcId="{A500A9C3-C746-4234-858E-D08E1BF12200}" destId="{8DBDFBA0-E54D-4633-AB00-1A7235B21179}" srcOrd="0" destOrd="0" presId="urn:microsoft.com/office/officeart/2005/8/layout/bList2"/>
    <dgm:cxn modelId="{BABDB88C-04D5-45E1-BEFD-8E42B5EE49F6}" type="presOf" srcId="{733A1B07-1A33-4A44-AE90-0A43DF22EB78}" destId="{65609869-5F41-4727-8298-95034727DA4D}" srcOrd="1" destOrd="0" presId="urn:microsoft.com/office/officeart/2005/8/layout/bList2"/>
    <dgm:cxn modelId="{C46E0714-D6F9-4A0B-9C5F-870643ED36CA}" type="presOf" srcId="{AC39FA4A-02DE-4B35-9982-99B404505592}" destId="{D3903880-CAD5-4061-8F0F-BE2DE5E19D7C}" srcOrd="0" destOrd="0" presId="urn:microsoft.com/office/officeart/2005/8/layout/bList2"/>
    <dgm:cxn modelId="{F39C0ABC-1922-4D48-902B-F77EA599EAF5}" type="presOf" srcId="{806C2EBA-A9C7-4E58-B699-5A7BCB8E7D18}" destId="{CBA3ABBA-909A-4868-8584-493850B39EDC}" srcOrd="1" destOrd="0" presId="urn:microsoft.com/office/officeart/2005/8/layout/bList2"/>
    <dgm:cxn modelId="{25B874BC-7766-4735-A16E-63B21B6128B9}" srcId="{560E3277-C44C-4D3D-A9C6-A7B26D653B30}" destId="{3D71F0FA-266A-4389-A44B-D62A2C70D39C}" srcOrd="7" destOrd="0" parTransId="{6D0BEAEC-8F91-44AA-8FFE-EE310BAB5E3E}" sibTransId="{71CE7377-6F9F-4925-956E-F08F64D469FC}"/>
    <dgm:cxn modelId="{3FEB3445-739F-4562-95EC-790371EE102A}" type="presOf" srcId="{38BB3D20-3A4A-46F2-A320-951BE9D1871B}" destId="{67235E98-2C6D-4078-B6B2-13B0217688D7}" srcOrd="0" destOrd="0" presId="urn:microsoft.com/office/officeart/2005/8/layout/bList2"/>
    <dgm:cxn modelId="{B4BFBB54-F3F8-4D5C-9363-5DDB58E0FC2D}" srcId="{560E3277-C44C-4D3D-A9C6-A7B26D653B30}" destId="{733A1B07-1A33-4A44-AE90-0A43DF22EB78}" srcOrd="9" destOrd="0" parTransId="{16CA1898-BDC3-4E69-8132-FB0FE075A0C0}" sibTransId="{5161F35C-2441-4679-993C-D2CEB6EBC82A}"/>
    <dgm:cxn modelId="{38EE6AB2-0738-4D2A-8D0B-30316A4C42A7}" srcId="{560E3277-C44C-4D3D-A9C6-A7B26D653B30}" destId="{A500A9C3-C746-4234-858E-D08E1BF12200}" srcOrd="5" destOrd="0" parTransId="{026BD011-C68A-4DCC-B112-599EDE290348}" sibTransId="{5560744B-609D-4C7C-9D24-800DADB11C3E}"/>
    <dgm:cxn modelId="{C5DAAFA9-0988-4490-BA92-B162EC0784C3}" type="presOf" srcId="{54340EC6-2E8B-4FF5-9AB9-1BA1EB6DEC6E}" destId="{79EB101B-8AF2-4D19-92F9-98420B8E8917}" srcOrd="1" destOrd="0" presId="urn:microsoft.com/office/officeart/2005/8/layout/bList2"/>
    <dgm:cxn modelId="{A918C0C8-F2A9-4B69-9261-716C374C3056}" type="presOf" srcId="{5A11E85A-B036-4A6D-9D15-B012CC5B7651}" destId="{7953033C-E9FD-438E-A858-B11B139DAAE7}" srcOrd="0" destOrd="0" presId="urn:microsoft.com/office/officeart/2005/8/layout/bList2"/>
    <dgm:cxn modelId="{570B2F51-FD18-4D6E-A6FB-C758BD821446}" type="presOf" srcId="{E877E2E9-DB8B-4E3F-B6DE-50AF3F8D4306}" destId="{4EFF4DC3-0F21-45BE-98B7-93BAA4D8053A}" srcOrd="0" destOrd="0" presId="urn:microsoft.com/office/officeart/2005/8/layout/bList2"/>
    <dgm:cxn modelId="{A29D8533-4D2E-4EE0-8313-4EFD55163D92}" type="presOf" srcId="{A21875F8-5E1B-4600-9721-9DD624149C42}" destId="{85BDA41E-FE39-4AD1-A491-2F5F649931ED}" srcOrd="0" destOrd="0" presId="urn:microsoft.com/office/officeart/2005/8/layout/bList2"/>
    <dgm:cxn modelId="{6219E637-DDEA-497C-9B26-8B02CBD5631A}" type="presOf" srcId="{3D71F0FA-266A-4389-A44B-D62A2C70D39C}" destId="{C93210B2-BB06-44FC-B3A8-8076C7E619DD}" srcOrd="1" destOrd="0" presId="urn:microsoft.com/office/officeart/2005/8/layout/bList2"/>
    <dgm:cxn modelId="{60D3C7BC-6E8A-41A3-98EC-CBD0C0376C3D}" type="presOf" srcId="{E877E2E9-DB8B-4E3F-B6DE-50AF3F8D4306}" destId="{5664CC94-5A81-4175-AB9A-CD37E2945093}" srcOrd="1" destOrd="0" presId="urn:microsoft.com/office/officeart/2005/8/layout/bList2"/>
    <dgm:cxn modelId="{81FCFF45-7BBE-4EA8-99B6-459A67F06920}" type="presOf" srcId="{E75ED451-B573-4CC2-9F87-5B85A95E9523}" destId="{5F792F30-85CE-4191-8434-1AA64FA9B896}" srcOrd="0" destOrd="0" presId="urn:microsoft.com/office/officeart/2005/8/layout/bList2"/>
    <dgm:cxn modelId="{2636106A-D1AF-4CD3-8DC3-726ACDB19EF1}" type="presOf" srcId="{F27FB8AD-61E7-4C11-BD35-4C8D0C87036C}" destId="{E5B36814-1244-420D-9E63-824E57362EC1}" srcOrd="1" destOrd="0" presId="urn:microsoft.com/office/officeart/2005/8/layout/bList2"/>
    <dgm:cxn modelId="{83D2AEF8-D208-493B-B733-26BAFD99A568}" srcId="{560E3277-C44C-4D3D-A9C6-A7B26D653B30}" destId="{04434BA3-CD23-4FB4-95A9-628E935CF34B}" srcOrd="13" destOrd="0" parTransId="{956104CF-572F-4F01-93AD-2C581A630B8A}" sibTransId="{E75ED451-B573-4CC2-9F87-5B85A95E9523}"/>
    <dgm:cxn modelId="{22FD0BF1-A617-480D-BA53-5F6B117979E6}" type="presOf" srcId="{EE7D7B02-ECC5-4FD5-AA20-0DBD72658A8B}" destId="{8A2132DC-0F93-4DB3-B96E-916FF9D7E055}" srcOrd="0" destOrd="0" presId="urn:microsoft.com/office/officeart/2005/8/layout/bList2"/>
    <dgm:cxn modelId="{C54936C8-A789-44C1-A4FC-C3825AE522DB}" srcId="{560E3277-C44C-4D3D-A9C6-A7B26D653B30}" destId="{A21875F8-5E1B-4600-9721-9DD624149C42}" srcOrd="3" destOrd="0" parTransId="{A83FA527-A696-4C08-9FB7-13473E880AD0}" sibTransId="{EE7D7B02-ECC5-4FD5-AA20-0DBD72658A8B}"/>
    <dgm:cxn modelId="{DEF2A475-0A78-488B-8302-F431B719E6CA}" type="presOf" srcId="{0AA1FEDE-184B-4AC8-A390-D920CDA493E9}" destId="{90F19CCE-3F3C-4EE8-962E-A151508CDF16}" srcOrd="1" destOrd="0" presId="urn:microsoft.com/office/officeart/2005/8/layout/bList2"/>
    <dgm:cxn modelId="{EDB97B99-AFDF-4593-B448-FCAFB9BE03EE}" srcId="{560E3277-C44C-4D3D-A9C6-A7B26D653B30}" destId="{0AA1FEDE-184B-4AC8-A390-D920CDA493E9}" srcOrd="12" destOrd="0" parTransId="{407CCC37-4620-41CC-9003-90DC17F9A473}" sibTransId="{5A3D9DD3-0C1E-46B4-A477-DDF016094DA2}"/>
    <dgm:cxn modelId="{88CB7A4D-58E2-48B1-BC40-C8FF4E9937AE}" srcId="{560E3277-C44C-4D3D-A9C6-A7B26D653B30}" destId="{38BB3D20-3A4A-46F2-A320-951BE9D1871B}" srcOrd="1" destOrd="0" parTransId="{7B2BF4E6-AB7B-4D86-BE97-F4F241F1BC9F}" sibTransId="{0B8C7D92-C220-43F8-9D82-77403CDF516F}"/>
    <dgm:cxn modelId="{DC7B62AB-1949-4434-94D3-38D4D173509F}" type="presOf" srcId="{90617A44-EC16-493A-9793-87BD1D7A45DA}" destId="{7CBB7D87-69D9-45E9-93D5-E8EBD4346A56}" srcOrd="1" destOrd="0" presId="urn:microsoft.com/office/officeart/2005/8/layout/bList2"/>
    <dgm:cxn modelId="{1677CAF7-F94D-4130-A650-5392935555BA}" srcId="{560E3277-C44C-4D3D-A9C6-A7B26D653B30}" destId="{503FD1BB-5013-405B-8765-59F01C750A7F}" srcOrd="10" destOrd="0" parTransId="{60A4A4BA-D064-4C07-B6BA-24FF22570736}" sibTransId="{C5115981-22AC-406B-AFB3-80E03F58D24E}"/>
    <dgm:cxn modelId="{F0A3AF0C-E758-42DA-817A-4DB3D0E17404}" srcId="{560E3277-C44C-4D3D-A9C6-A7B26D653B30}" destId="{90617A44-EC16-493A-9793-87BD1D7A45DA}" srcOrd="4" destOrd="0" parTransId="{27DEA01E-B73D-4C12-8519-21212746E4B1}" sibTransId="{C1E69398-85E7-44BF-9296-DD87FEE44A87}"/>
    <dgm:cxn modelId="{705E100D-FD66-4CF6-9396-BE7C69B36215}" srcId="{560E3277-C44C-4D3D-A9C6-A7B26D653B30}" destId="{806C2EBA-A9C7-4E58-B699-5A7BCB8E7D18}" srcOrd="8" destOrd="0" parTransId="{3589A5ED-73AD-408A-89C6-2502BF1FB9E5}" sibTransId="{76A7899C-4C8B-45CD-AA75-4DB5EE0165E5}"/>
    <dgm:cxn modelId="{C417D08B-7A35-43F9-AA23-052C6CE334D1}" type="presOf" srcId="{5A3D9DD3-0C1E-46B4-A477-DDF016094DA2}" destId="{FB42A741-5CA1-443F-A95B-F038EF3FFBBE}" srcOrd="0" destOrd="0" presId="urn:microsoft.com/office/officeart/2005/8/layout/bList2"/>
    <dgm:cxn modelId="{A130E5AC-B05C-475A-A778-74121DD3A096}" type="presOf" srcId="{5161F35C-2441-4679-993C-D2CEB6EBC82A}" destId="{72B7AE58-3583-42E1-8E04-7FA1FE91F0DC}" srcOrd="0" destOrd="0" presId="urn:microsoft.com/office/officeart/2005/8/layout/bList2"/>
    <dgm:cxn modelId="{80377ECA-CFAE-4765-8EF3-9429544D6C30}" type="presOf" srcId="{0AA1FEDE-184B-4AC8-A390-D920CDA493E9}" destId="{FE201255-9E2C-4A28-B708-D0C60ED45231}" srcOrd="0" destOrd="0" presId="urn:microsoft.com/office/officeart/2005/8/layout/bList2"/>
    <dgm:cxn modelId="{24C69FA5-B746-4A91-9B47-2B3999C702F5}" type="presOf" srcId="{F27FB8AD-61E7-4C11-BD35-4C8D0C87036C}" destId="{FEF977BC-5138-463A-82DD-7FDC18CBE36F}" srcOrd="0" destOrd="0" presId="urn:microsoft.com/office/officeart/2005/8/layout/bList2"/>
    <dgm:cxn modelId="{75A83583-2E9B-41A6-A2B3-060F8C873391}" type="presOf" srcId="{76A7899C-4C8B-45CD-AA75-4DB5EE0165E5}" destId="{6385C7B2-3A68-479E-ACDA-4EB26DFAFAF6}" srcOrd="0" destOrd="0" presId="urn:microsoft.com/office/officeart/2005/8/layout/bList2"/>
    <dgm:cxn modelId="{E1CAA810-BB29-4657-82FD-5A2E2880FA4B}" type="presOf" srcId="{04434BA3-CD23-4FB4-95A9-628E935CF34B}" destId="{F4F64228-3D5D-432C-8068-3927BB22955B}" srcOrd="0" destOrd="0" presId="urn:microsoft.com/office/officeart/2005/8/layout/bList2"/>
    <dgm:cxn modelId="{312D3D63-8CF0-4650-AC88-210CA060CB2E}" srcId="{560E3277-C44C-4D3D-A9C6-A7B26D653B30}" destId="{F27FB8AD-61E7-4C11-BD35-4C8D0C87036C}" srcOrd="2" destOrd="0" parTransId="{65B7171D-5C47-4131-AA51-ADEF6E8E743D}" sibTransId="{6BA5523C-B262-4502-A819-A2D46531148B}"/>
    <dgm:cxn modelId="{5DD95535-75BB-4CB3-9656-5C2DDA726521}" type="presOf" srcId="{90617A44-EC16-493A-9793-87BD1D7A45DA}" destId="{822790A1-9508-4E99-9749-36D029E97FC5}" srcOrd="0" destOrd="0" presId="urn:microsoft.com/office/officeart/2005/8/layout/bList2"/>
    <dgm:cxn modelId="{BB3C8494-66E2-43D6-875A-E1644CBBBC8D}" type="presOf" srcId="{3D71F0FA-266A-4389-A44B-D62A2C70D39C}" destId="{07938C4B-5477-4D64-809E-977F3F3901A2}" srcOrd="0" destOrd="0" presId="urn:microsoft.com/office/officeart/2005/8/layout/bList2"/>
    <dgm:cxn modelId="{011170DB-85B0-4937-A635-936F7C89C01D}" type="presOf" srcId="{A500A9C3-C746-4234-858E-D08E1BF12200}" destId="{8B6CB0E1-6BB9-4124-9CAE-147F9D11F074}" srcOrd="1" destOrd="0" presId="urn:microsoft.com/office/officeart/2005/8/layout/bList2"/>
    <dgm:cxn modelId="{0E419A5A-85CA-48FD-AE62-BB7952F52342}" type="presOf" srcId="{C73D71FF-F160-44C3-965D-BAE16F3B33CB}" destId="{0768B1FC-FBD8-4C6B-8E41-C4FEC2F8A2E6}" srcOrd="1" destOrd="0" presId="urn:microsoft.com/office/officeart/2005/8/layout/bList2"/>
    <dgm:cxn modelId="{67A7147C-38A6-4540-9154-1172CDECDC17}" srcId="{560E3277-C44C-4D3D-A9C6-A7B26D653B30}" destId="{C73D71FF-F160-44C3-965D-BAE16F3B33CB}" srcOrd="0" destOrd="0" parTransId="{337B869B-E6F2-4C16-A2B0-598C04CA7EA1}" sibTransId="{AC39FA4A-02DE-4B35-9982-99B404505592}"/>
    <dgm:cxn modelId="{FAC58B08-A8DD-4F8A-9531-5627294F418E}" type="presOf" srcId="{C7604B0D-0EA7-4E5A-A51E-4003B334C57E}" destId="{8661F939-9549-432D-8329-C4819070947F}" srcOrd="0" destOrd="0" presId="urn:microsoft.com/office/officeart/2005/8/layout/bList2"/>
    <dgm:cxn modelId="{206685FC-199E-4AE5-96F8-4963ACFA1F83}" type="presOf" srcId="{38BB3D20-3A4A-46F2-A320-951BE9D1871B}" destId="{8CCAA9E2-2930-4200-BB32-748A700973EE}" srcOrd="1" destOrd="0" presId="urn:microsoft.com/office/officeart/2005/8/layout/bList2"/>
    <dgm:cxn modelId="{4668FE94-9CCE-43B3-88EE-7BF87238C241}" srcId="{560E3277-C44C-4D3D-A9C6-A7B26D653B30}" destId="{E877E2E9-DB8B-4E3F-B6DE-50AF3F8D4306}" srcOrd="11" destOrd="0" parTransId="{12EC133E-0178-4C98-99D4-479BCA0702FF}" sibTransId="{A74741EB-BB37-40ED-B1C1-285880F0012D}"/>
    <dgm:cxn modelId="{21D4CB69-40C8-4D76-9539-76F6AA7F6A10}" type="presOf" srcId="{71CE7377-6F9F-4925-956E-F08F64D469FC}" destId="{3F8760B8-89BE-483C-AE7D-09EB417B46C1}" srcOrd="0" destOrd="0" presId="urn:microsoft.com/office/officeart/2005/8/layout/bList2"/>
    <dgm:cxn modelId="{92B26633-C1CB-4B25-B30F-4750722384A3}" type="presOf" srcId="{C1E69398-85E7-44BF-9296-DD87FEE44A87}" destId="{675FAE22-6DED-434C-AFF6-55373D72693C}" srcOrd="0" destOrd="0" presId="urn:microsoft.com/office/officeart/2005/8/layout/bList2"/>
    <dgm:cxn modelId="{0710D441-1D77-457D-B3C7-4865A7999A2F}" type="presOf" srcId="{C5115981-22AC-406B-AFB3-80E03F58D24E}" destId="{258861A9-269B-4630-B047-9CEE94E8FBE8}" srcOrd="0" destOrd="0" presId="urn:microsoft.com/office/officeart/2005/8/layout/bList2"/>
    <dgm:cxn modelId="{32D65AC8-5B4C-4E49-942F-FDEE659B1402}" type="presOf" srcId="{C73D71FF-F160-44C3-965D-BAE16F3B33CB}" destId="{0EECDEC5-5279-4297-BB52-753C99A08DEC}" srcOrd="0" destOrd="0" presId="urn:microsoft.com/office/officeart/2005/8/layout/bList2"/>
    <dgm:cxn modelId="{8B9EB7E8-8276-4CC1-8A38-E91A3F769718}" type="presOf" srcId="{0B8C7D92-C220-43F8-9D82-77403CDF516F}" destId="{E5D5B427-D736-4D66-84F4-9742AAECB27E}" srcOrd="0" destOrd="0" presId="urn:microsoft.com/office/officeart/2005/8/layout/bList2"/>
    <dgm:cxn modelId="{E80D5724-E2CD-473B-9B9B-A55656E5D58C}" type="presOf" srcId="{04434BA3-CD23-4FB4-95A9-628E935CF34B}" destId="{A29AA1D3-8433-4535-AA05-376A54489CD2}" srcOrd="1" destOrd="0" presId="urn:microsoft.com/office/officeart/2005/8/layout/bList2"/>
    <dgm:cxn modelId="{DD7E255C-4EB1-4F09-AE46-0BF774965599}" type="presOf" srcId="{6BA5523C-B262-4502-A819-A2D46531148B}" destId="{FAFF3351-3790-441D-B6E6-62AA564C1BE7}" srcOrd="0" destOrd="0" presId="urn:microsoft.com/office/officeart/2005/8/layout/bList2"/>
    <dgm:cxn modelId="{035C9446-FFB2-4BF0-9C99-FE4F88D30F04}" type="presOf" srcId="{503FD1BB-5013-405B-8765-59F01C750A7F}" destId="{A6C7BE3B-9A92-42B7-937F-A6233754ED1F}" srcOrd="0" destOrd="0" presId="urn:microsoft.com/office/officeart/2005/8/layout/bList2"/>
    <dgm:cxn modelId="{BCA0C07A-AFC0-4C1F-ACC3-D75320A6358E}" type="presOf" srcId="{54340EC6-2E8B-4FF5-9AB9-1BA1EB6DEC6E}" destId="{86675AC9-03CB-45DB-A789-C8DE2E4BCCE8}" srcOrd="0" destOrd="0" presId="urn:microsoft.com/office/officeart/2005/8/layout/bList2"/>
    <dgm:cxn modelId="{6EF4DDD5-2D4F-4E6A-B392-91FB763497DA}" type="presOf" srcId="{733A1B07-1A33-4A44-AE90-0A43DF22EB78}" destId="{FFF8FE84-F373-4C34-BEE8-3CFF467EFAC8}" srcOrd="0" destOrd="0" presId="urn:microsoft.com/office/officeart/2005/8/layout/bList2"/>
    <dgm:cxn modelId="{6CB20655-0EF9-455E-B97B-39286386328C}" type="presOf" srcId="{560E3277-C44C-4D3D-A9C6-A7B26D653B30}" destId="{2E71BC58-B08B-4B83-9BA4-175E5A384935}" srcOrd="0" destOrd="0" presId="urn:microsoft.com/office/officeart/2005/8/layout/bList2"/>
    <dgm:cxn modelId="{6790A9E6-F891-4B3C-8DCF-2D16EE72503E}" type="presParOf" srcId="{2E71BC58-B08B-4B83-9BA4-175E5A384935}" destId="{64E99F4D-C8EA-4BB3-A248-75149431BA49}" srcOrd="0" destOrd="0" presId="urn:microsoft.com/office/officeart/2005/8/layout/bList2"/>
    <dgm:cxn modelId="{46D5EA33-1E88-400A-9C3E-7CB367A1B828}" type="presParOf" srcId="{64E99F4D-C8EA-4BB3-A248-75149431BA49}" destId="{C7779C0E-D375-4822-BB6C-5AFF19DC738F}" srcOrd="0" destOrd="0" presId="urn:microsoft.com/office/officeart/2005/8/layout/bList2"/>
    <dgm:cxn modelId="{3D12025E-0AF7-4044-A16A-81F68490C1B3}" type="presParOf" srcId="{64E99F4D-C8EA-4BB3-A248-75149431BA49}" destId="{0EECDEC5-5279-4297-BB52-753C99A08DEC}" srcOrd="1" destOrd="0" presId="urn:microsoft.com/office/officeart/2005/8/layout/bList2"/>
    <dgm:cxn modelId="{AE3BCE84-4445-4B45-B774-45A749C629DB}" type="presParOf" srcId="{64E99F4D-C8EA-4BB3-A248-75149431BA49}" destId="{0768B1FC-FBD8-4C6B-8E41-C4FEC2F8A2E6}" srcOrd="2" destOrd="0" presId="urn:microsoft.com/office/officeart/2005/8/layout/bList2"/>
    <dgm:cxn modelId="{8970B250-05E2-4954-BF51-58CF0780F935}" type="presParOf" srcId="{64E99F4D-C8EA-4BB3-A248-75149431BA49}" destId="{7A00AE2D-0663-4E3D-A4B0-3F1C71BBAF01}" srcOrd="3" destOrd="0" presId="urn:microsoft.com/office/officeart/2005/8/layout/bList2"/>
    <dgm:cxn modelId="{9842EC58-233C-46B3-A646-78EFA818418B}" type="presParOf" srcId="{2E71BC58-B08B-4B83-9BA4-175E5A384935}" destId="{D3903880-CAD5-4061-8F0F-BE2DE5E19D7C}" srcOrd="1" destOrd="0" presId="urn:microsoft.com/office/officeart/2005/8/layout/bList2"/>
    <dgm:cxn modelId="{2BBCC398-AD38-42F0-BEE8-A0C03A9F6AC5}" type="presParOf" srcId="{2E71BC58-B08B-4B83-9BA4-175E5A384935}" destId="{06571B8A-953D-400C-B9A5-21BE61BE150D}" srcOrd="2" destOrd="0" presId="urn:microsoft.com/office/officeart/2005/8/layout/bList2"/>
    <dgm:cxn modelId="{FC625D3E-6EAC-43DE-8A90-6B6FAE6A211D}" type="presParOf" srcId="{06571B8A-953D-400C-B9A5-21BE61BE150D}" destId="{5421CA45-9EAC-4EFC-9D7B-518849787227}" srcOrd="0" destOrd="0" presId="urn:microsoft.com/office/officeart/2005/8/layout/bList2"/>
    <dgm:cxn modelId="{0EF015B2-2C7D-4505-BD19-68F250DC4C22}" type="presParOf" srcId="{06571B8A-953D-400C-B9A5-21BE61BE150D}" destId="{67235E98-2C6D-4078-B6B2-13B0217688D7}" srcOrd="1" destOrd="0" presId="urn:microsoft.com/office/officeart/2005/8/layout/bList2"/>
    <dgm:cxn modelId="{2C09DAB7-9C89-4D81-BF5F-96C518E4112F}" type="presParOf" srcId="{06571B8A-953D-400C-B9A5-21BE61BE150D}" destId="{8CCAA9E2-2930-4200-BB32-748A700973EE}" srcOrd="2" destOrd="0" presId="urn:microsoft.com/office/officeart/2005/8/layout/bList2"/>
    <dgm:cxn modelId="{942F1498-CBBD-4324-9C00-DD10FE358575}" type="presParOf" srcId="{06571B8A-953D-400C-B9A5-21BE61BE150D}" destId="{4C7AD974-6EA7-4118-8961-096CC1482C53}" srcOrd="3" destOrd="0" presId="urn:microsoft.com/office/officeart/2005/8/layout/bList2"/>
    <dgm:cxn modelId="{67527D09-2403-4D00-A0E0-402EE5A356CF}" type="presParOf" srcId="{2E71BC58-B08B-4B83-9BA4-175E5A384935}" destId="{E5D5B427-D736-4D66-84F4-9742AAECB27E}" srcOrd="3" destOrd="0" presId="urn:microsoft.com/office/officeart/2005/8/layout/bList2"/>
    <dgm:cxn modelId="{26A8C997-7696-4FAB-958B-C007412DF8E8}" type="presParOf" srcId="{2E71BC58-B08B-4B83-9BA4-175E5A384935}" destId="{3457709F-C05C-4D3E-847C-327E0110C175}" srcOrd="4" destOrd="0" presId="urn:microsoft.com/office/officeart/2005/8/layout/bList2"/>
    <dgm:cxn modelId="{E36A6981-C55E-4FE9-989E-3B1B8023AC50}" type="presParOf" srcId="{3457709F-C05C-4D3E-847C-327E0110C175}" destId="{5CE26264-A05A-45B0-BBAD-9F3300160A23}" srcOrd="0" destOrd="0" presId="urn:microsoft.com/office/officeart/2005/8/layout/bList2"/>
    <dgm:cxn modelId="{DF330D8D-98EE-42B0-A200-548DC22D845F}" type="presParOf" srcId="{3457709F-C05C-4D3E-847C-327E0110C175}" destId="{FEF977BC-5138-463A-82DD-7FDC18CBE36F}" srcOrd="1" destOrd="0" presId="urn:microsoft.com/office/officeart/2005/8/layout/bList2"/>
    <dgm:cxn modelId="{8D98E996-D081-451F-B1CB-3925C236D5AD}" type="presParOf" srcId="{3457709F-C05C-4D3E-847C-327E0110C175}" destId="{E5B36814-1244-420D-9E63-824E57362EC1}" srcOrd="2" destOrd="0" presId="urn:microsoft.com/office/officeart/2005/8/layout/bList2"/>
    <dgm:cxn modelId="{8164A518-1483-440A-9788-8FF3F9B6D7B1}" type="presParOf" srcId="{3457709F-C05C-4D3E-847C-327E0110C175}" destId="{DE2EC606-6508-4E28-9E88-2FFF5562B525}" srcOrd="3" destOrd="0" presId="urn:microsoft.com/office/officeart/2005/8/layout/bList2"/>
    <dgm:cxn modelId="{A35B266C-AA31-4A67-99B3-427694607087}" type="presParOf" srcId="{2E71BC58-B08B-4B83-9BA4-175E5A384935}" destId="{FAFF3351-3790-441D-B6E6-62AA564C1BE7}" srcOrd="5" destOrd="0" presId="urn:microsoft.com/office/officeart/2005/8/layout/bList2"/>
    <dgm:cxn modelId="{00C8B354-26E4-40C9-82C9-5A6893958FC4}" type="presParOf" srcId="{2E71BC58-B08B-4B83-9BA4-175E5A384935}" destId="{A81C1F6C-3FF7-4A5A-BBAD-792921D996F8}" srcOrd="6" destOrd="0" presId="urn:microsoft.com/office/officeart/2005/8/layout/bList2"/>
    <dgm:cxn modelId="{9D121C0A-8D63-42A7-8080-75C57CF52BFE}" type="presParOf" srcId="{A81C1F6C-3FF7-4A5A-BBAD-792921D996F8}" destId="{FF34EEF1-2D61-4160-BB57-28BD3E23BED5}" srcOrd="0" destOrd="0" presId="urn:microsoft.com/office/officeart/2005/8/layout/bList2"/>
    <dgm:cxn modelId="{2DE75467-E54C-44B5-B830-4394828AC540}" type="presParOf" srcId="{A81C1F6C-3FF7-4A5A-BBAD-792921D996F8}" destId="{85BDA41E-FE39-4AD1-A491-2F5F649931ED}" srcOrd="1" destOrd="0" presId="urn:microsoft.com/office/officeart/2005/8/layout/bList2"/>
    <dgm:cxn modelId="{3C3E03F9-47D2-49AC-8659-11A9DFE81C71}" type="presParOf" srcId="{A81C1F6C-3FF7-4A5A-BBAD-792921D996F8}" destId="{7D1FB6E3-E0E4-44D6-A085-5BB5AD15CDA9}" srcOrd="2" destOrd="0" presId="urn:microsoft.com/office/officeart/2005/8/layout/bList2"/>
    <dgm:cxn modelId="{43CC9939-A57B-4C2B-AFF3-3686FEBF3EBD}" type="presParOf" srcId="{A81C1F6C-3FF7-4A5A-BBAD-792921D996F8}" destId="{752383EB-A63C-48CD-BD8D-A3B612C043B3}" srcOrd="3" destOrd="0" presId="urn:microsoft.com/office/officeart/2005/8/layout/bList2"/>
    <dgm:cxn modelId="{BA455D1C-5656-4C86-8340-0ADAE7460967}" type="presParOf" srcId="{2E71BC58-B08B-4B83-9BA4-175E5A384935}" destId="{8A2132DC-0F93-4DB3-B96E-916FF9D7E055}" srcOrd="7" destOrd="0" presId="urn:microsoft.com/office/officeart/2005/8/layout/bList2"/>
    <dgm:cxn modelId="{8DC0A87E-444B-44A4-833D-2604728EBC92}" type="presParOf" srcId="{2E71BC58-B08B-4B83-9BA4-175E5A384935}" destId="{0BC6215B-F03B-46DA-953F-03CBF2D3E211}" srcOrd="8" destOrd="0" presId="urn:microsoft.com/office/officeart/2005/8/layout/bList2"/>
    <dgm:cxn modelId="{8F6254BD-A06E-4DB9-ACB6-286D1D69D96E}" type="presParOf" srcId="{0BC6215B-F03B-46DA-953F-03CBF2D3E211}" destId="{51A10DAA-30A6-4B1C-930B-AA637E4C0F71}" srcOrd="0" destOrd="0" presId="urn:microsoft.com/office/officeart/2005/8/layout/bList2"/>
    <dgm:cxn modelId="{CC85FFA3-0458-4DC2-A9F9-2C3832F14D0A}" type="presParOf" srcId="{0BC6215B-F03B-46DA-953F-03CBF2D3E211}" destId="{822790A1-9508-4E99-9749-36D029E97FC5}" srcOrd="1" destOrd="0" presId="urn:microsoft.com/office/officeart/2005/8/layout/bList2"/>
    <dgm:cxn modelId="{F16915FF-E847-452B-B9B2-A5680939C6E8}" type="presParOf" srcId="{0BC6215B-F03B-46DA-953F-03CBF2D3E211}" destId="{7CBB7D87-69D9-45E9-93D5-E8EBD4346A56}" srcOrd="2" destOrd="0" presId="urn:microsoft.com/office/officeart/2005/8/layout/bList2"/>
    <dgm:cxn modelId="{DF2927DF-A805-4FB6-A9C7-841044373AEB}" type="presParOf" srcId="{0BC6215B-F03B-46DA-953F-03CBF2D3E211}" destId="{223AE8FF-47DA-428F-BD70-D82735AD7A7E}" srcOrd="3" destOrd="0" presId="urn:microsoft.com/office/officeart/2005/8/layout/bList2"/>
    <dgm:cxn modelId="{0B68459C-63BF-4847-90AD-5068953382D3}" type="presParOf" srcId="{2E71BC58-B08B-4B83-9BA4-175E5A384935}" destId="{675FAE22-6DED-434C-AFF6-55373D72693C}" srcOrd="9" destOrd="0" presId="urn:microsoft.com/office/officeart/2005/8/layout/bList2"/>
    <dgm:cxn modelId="{30464422-2D84-4F4E-B957-0F8B59A0ABBA}" type="presParOf" srcId="{2E71BC58-B08B-4B83-9BA4-175E5A384935}" destId="{AC1A36B1-48A3-4101-875E-7FA1B28C420C}" srcOrd="10" destOrd="0" presId="urn:microsoft.com/office/officeart/2005/8/layout/bList2"/>
    <dgm:cxn modelId="{A853547B-5F93-4ED3-B988-8FCB81872E11}" type="presParOf" srcId="{AC1A36B1-48A3-4101-875E-7FA1B28C420C}" destId="{87808533-FA50-4AA3-996B-CB018FADCBAB}" srcOrd="0" destOrd="0" presId="urn:microsoft.com/office/officeart/2005/8/layout/bList2"/>
    <dgm:cxn modelId="{0E27CE02-8B7A-47F6-A75D-59F5B718E94E}" type="presParOf" srcId="{AC1A36B1-48A3-4101-875E-7FA1B28C420C}" destId="{8DBDFBA0-E54D-4633-AB00-1A7235B21179}" srcOrd="1" destOrd="0" presId="urn:microsoft.com/office/officeart/2005/8/layout/bList2"/>
    <dgm:cxn modelId="{A75B4379-92FD-449B-9404-C0EEA7FFCE8B}" type="presParOf" srcId="{AC1A36B1-48A3-4101-875E-7FA1B28C420C}" destId="{8B6CB0E1-6BB9-4124-9CAE-147F9D11F074}" srcOrd="2" destOrd="0" presId="urn:microsoft.com/office/officeart/2005/8/layout/bList2"/>
    <dgm:cxn modelId="{BD7A74B3-C212-4971-AEF0-48A0CCE88DFB}" type="presParOf" srcId="{AC1A36B1-48A3-4101-875E-7FA1B28C420C}" destId="{0947D6A2-F28F-4DA9-A80E-32F8730B9583}" srcOrd="3" destOrd="0" presId="urn:microsoft.com/office/officeart/2005/8/layout/bList2"/>
    <dgm:cxn modelId="{F43927E1-33FE-42E6-91D8-79FEECD8E68F}" type="presParOf" srcId="{2E71BC58-B08B-4B83-9BA4-175E5A384935}" destId="{D4393802-7956-4758-BAE6-13C18A9D4294}" srcOrd="11" destOrd="0" presId="urn:microsoft.com/office/officeart/2005/8/layout/bList2"/>
    <dgm:cxn modelId="{D6988A02-FAD7-4C6A-9F84-B7D5A6F5237C}" type="presParOf" srcId="{2E71BC58-B08B-4B83-9BA4-175E5A384935}" destId="{49AA3E6B-527A-4ECE-9A14-BEAB0B4A1BB4}" srcOrd="12" destOrd="0" presId="urn:microsoft.com/office/officeart/2005/8/layout/bList2"/>
    <dgm:cxn modelId="{4A0A2039-9700-48D7-916A-2E4F6110A4FD}" type="presParOf" srcId="{49AA3E6B-527A-4ECE-9A14-BEAB0B4A1BB4}" destId="{202F6545-4C3D-424D-AFCE-7237451671A9}" srcOrd="0" destOrd="0" presId="urn:microsoft.com/office/officeart/2005/8/layout/bList2"/>
    <dgm:cxn modelId="{2E1A6E40-4862-46E1-9389-678AEA3F3315}" type="presParOf" srcId="{49AA3E6B-527A-4ECE-9A14-BEAB0B4A1BB4}" destId="{8661F939-9549-432D-8329-C4819070947F}" srcOrd="1" destOrd="0" presId="urn:microsoft.com/office/officeart/2005/8/layout/bList2"/>
    <dgm:cxn modelId="{C97F0A88-F671-4726-8495-75C3B741008E}" type="presParOf" srcId="{49AA3E6B-527A-4ECE-9A14-BEAB0B4A1BB4}" destId="{5198C5DF-3E3E-436B-A9A7-221F5B8DB4A2}" srcOrd="2" destOrd="0" presId="urn:microsoft.com/office/officeart/2005/8/layout/bList2"/>
    <dgm:cxn modelId="{49AA00DD-A50C-45BD-82BE-363B5DDDF039}" type="presParOf" srcId="{49AA3E6B-527A-4ECE-9A14-BEAB0B4A1BB4}" destId="{DBD1130C-F154-4002-910A-CCF55700DD73}" srcOrd="3" destOrd="0" presId="urn:microsoft.com/office/officeart/2005/8/layout/bList2"/>
    <dgm:cxn modelId="{845A7036-66B3-4BA0-BB0C-C4EE6965A590}" type="presParOf" srcId="{2E71BC58-B08B-4B83-9BA4-175E5A384935}" destId="{7953033C-E9FD-438E-A858-B11B139DAAE7}" srcOrd="13" destOrd="0" presId="urn:microsoft.com/office/officeart/2005/8/layout/bList2"/>
    <dgm:cxn modelId="{1535CDC3-1C79-4BBD-B5CA-C6120EFA35A4}" type="presParOf" srcId="{2E71BC58-B08B-4B83-9BA4-175E5A384935}" destId="{CC75772C-D734-4E52-ADFE-23E81D547873}" srcOrd="14" destOrd="0" presId="urn:microsoft.com/office/officeart/2005/8/layout/bList2"/>
    <dgm:cxn modelId="{5088AF86-5C22-4928-9720-11A0477E6262}" type="presParOf" srcId="{CC75772C-D734-4E52-ADFE-23E81D547873}" destId="{9C348441-5DC6-4FB7-8F58-968160129073}" srcOrd="0" destOrd="0" presId="urn:microsoft.com/office/officeart/2005/8/layout/bList2"/>
    <dgm:cxn modelId="{908D1900-EDD0-42D2-A857-8C9D8C17CB9C}" type="presParOf" srcId="{CC75772C-D734-4E52-ADFE-23E81D547873}" destId="{07938C4B-5477-4D64-809E-977F3F3901A2}" srcOrd="1" destOrd="0" presId="urn:microsoft.com/office/officeart/2005/8/layout/bList2"/>
    <dgm:cxn modelId="{6F80E34D-23F1-40E7-9C69-70B38ED1DF1A}" type="presParOf" srcId="{CC75772C-D734-4E52-ADFE-23E81D547873}" destId="{C93210B2-BB06-44FC-B3A8-8076C7E619DD}" srcOrd="2" destOrd="0" presId="urn:microsoft.com/office/officeart/2005/8/layout/bList2"/>
    <dgm:cxn modelId="{C85B2836-FB09-43D6-9D67-04486034FC32}" type="presParOf" srcId="{CC75772C-D734-4E52-ADFE-23E81D547873}" destId="{6A20F899-C0A2-4278-AF34-FF571F2F70CA}" srcOrd="3" destOrd="0" presId="urn:microsoft.com/office/officeart/2005/8/layout/bList2"/>
    <dgm:cxn modelId="{7E931003-DF62-4A19-AFCF-6E745C0A181D}" type="presParOf" srcId="{2E71BC58-B08B-4B83-9BA4-175E5A384935}" destId="{3F8760B8-89BE-483C-AE7D-09EB417B46C1}" srcOrd="15" destOrd="0" presId="urn:microsoft.com/office/officeart/2005/8/layout/bList2"/>
    <dgm:cxn modelId="{115212B6-B36B-4E55-95B7-DAF53F964165}" type="presParOf" srcId="{2E71BC58-B08B-4B83-9BA4-175E5A384935}" destId="{E2D120C1-D64A-4B50-B28D-E6BE1430E8D4}" srcOrd="16" destOrd="0" presId="urn:microsoft.com/office/officeart/2005/8/layout/bList2"/>
    <dgm:cxn modelId="{27244836-E133-4121-8467-C256A0350E00}" type="presParOf" srcId="{E2D120C1-D64A-4B50-B28D-E6BE1430E8D4}" destId="{C7CADFEF-FC52-4715-BA09-20156DC06191}" srcOrd="0" destOrd="0" presId="urn:microsoft.com/office/officeart/2005/8/layout/bList2"/>
    <dgm:cxn modelId="{FE3D0DED-4D9C-4340-B84D-4E6BDB7418F9}" type="presParOf" srcId="{E2D120C1-D64A-4B50-B28D-E6BE1430E8D4}" destId="{53A6185B-5E1E-422A-9C69-63DC138FBECB}" srcOrd="1" destOrd="0" presId="urn:microsoft.com/office/officeart/2005/8/layout/bList2"/>
    <dgm:cxn modelId="{F7487019-EB0F-4231-B6E0-9FC01089EF16}" type="presParOf" srcId="{E2D120C1-D64A-4B50-B28D-E6BE1430E8D4}" destId="{CBA3ABBA-909A-4868-8584-493850B39EDC}" srcOrd="2" destOrd="0" presId="urn:microsoft.com/office/officeart/2005/8/layout/bList2"/>
    <dgm:cxn modelId="{B127E880-49C8-4142-ADC5-1C7D2DB01887}" type="presParOf" srcId="{E2D120C1-D64A-4B50-B28D-E6BE1430E8D4}" destId="{4B4FA9F6-AFCC-4B22-99AC-41FDCD946EE9}" srcOrd="3" destOrd="0" presId="urn:microsoft.com/office/officeart/2005/8/layout/bList2"/>
    <dgm:cxn modelId="{74B7BAC8-D385-479A-9E91-74473252C2A5}" type="presParOf" srcId="{2E71BC58-B08B-4B83-9BA4-175E5A384935}" destId="{6385C7B2-3A68-479E-ACDA-4EB26DFAFAF6}" srcOrd="17" destOrd="0" presId="urn:microsoft.com/office/officeart/2005/8/layout/bList2"/>
    <dgm:cxn modelId="{9C5B19D6-2EF0-4450-B9A4-499BAB203439}" type="presParOf" srcId="{2E71BC58-B08B-4B83-9BA4-175E5A384935}" destId="{B7DD0F05-AB1D-4699-89A6-BB9A786C863C}" srcOrd="18" destOrd="0" presId="urn:microsoft.com/office/officeart/2005/8/layout/bList2"/>
    <dgm:cxn modelId="{E4F7BF65-B964-49B5-AC51-E11775B80EAA}" type="presParOf" srcId="{B7DD0F05-AB1D-4699-89A6-BB9A786C863C}" destId="{60B46DE1-77FC-4F7F-BD3A-6AAE3BC45F52}" srcOrd="0" destOrd="0" presId="urn:microsoft.com/office/officeart/2005/8/layout/bList2"/>
    <dgm:cxn modelId="{D09A24FF-7087-48CF-BA80-CA4F3C62AC37}" type="presParOf" srcId="{B7DD0F05-AB1D-4699-89A6-BB9A786C863C}" destId="{FFF8FE84-F373-4C34-BEE8-3CFF467EFAC8}" srcOrd="1" destOrd="0" presId="urn:microsoft.com/office/officeart/2005/8/layout/bList2"/>
    <dgm:cxn modelId="{CEEFADB9-0F1D-4C3C-B81B-2DA39D4C0CC4}" type="presParOf" srcId="{B7DD0F05-AB1D-4699-89A6-BB9A786C863C}" destId="{65609869-5F41-4727-8298-95034727DA4D}" srcOrd="2" destOrd="0" presId="urn:microsoft.com/office/officeart/2005/8/layout/bList2"/>
    <dgm:cxn modelId="{B71185D1-1373-4866-9223-AE6B8C8903A7}" type="presParOf" srcId="{B7DD0F05-AB1D-4699-89A6-BB9A786C863C}" destId="{6D7EEA2B-0FDB-4987-A0DE-C863A1C49EEA}" srcOrd="3" destOrd="0" presId="urn:microsoft.com/office/officeart/2005/8/layout/bList2"/>
    <dgm:cxn modelId="{8100E8AD-913B-4993-9B5B-8494779A9BED}" type="presParOf" srcId="{2E71BC58-B08B-4B83-9BA4-175E5A384935}" destId="{72B7AE58-3583-42E1-8E04-7FA1FE91F0DC}" srcOrd="19" destOrd="0" presId="urn:microsoft.com/office/officeart/2005/8/layout/bList2"/>
    <dgm:cxn modelId="{863DF4A8-CBED-4C8F-AEB1-8FE3C5846FB1}" type="presParOf" srcId="{2E71BC58-B08B-4B83-9BA4-175E5A384935}" destId="{3F3492CC-4448-4E6F-9857-8427A56E7978}" srcOrd="20" destOrd="0" presId="urn:microsoft.com/office/officeart/2005/8/layout/bList2"/>
    <dgm:cxn modelId="{1BBBAEC6-72A7-452A-BD5A-98A9C2858209}" type="presParOf" srcId="{3F3492CC-4448-4E6F-9857-8427A56E7978}" destId="{54CD797A-52ED-429E-925D-E2B027F86EB1}" srcOrd="0" destOrd="0" presId="urn:microsoft.com/office/officeart/2005/8/layout/bList2"/>
    <dgm:cxn modelId="{6CAF6D5B-2A12-4753-B9F0-701DF5DD675A}" type="presParOf" srcId="{3F3492CC-4448-4E6F-9857-8427A56E7978}" destId="{A6C7BE3B-9A92-42B7-937F-A6233754ED1F}" srcOrd="1" destOrd="0" presId="urn:microsoft.com/office/officeart/2005/8/layout/bList2"/>
    <dgm:cxn modelId="{462A72AA-3999-48D6-A300-7A05E7C97F2E}" type="presParOf" srcId="{3F3492CC-4448-4E6F-9857-8427A56E7978}" destId="{741F61A8-6F59-43CB-8AD9-BC6ED6AF68B0}" srcOrd="2" destOrd="0" presId="urn:microsoft.com/office/officeart/2005/8/layout/bList2"/>
    <dgm:cxn modelId="{4B569CFB-22AE-4449-90B0-FE9F9B8C68C3}" type="presParOf" srcId="{3F3492CC-4448-4E6F-9857-8427A56E7978}" destId="{CA504FEA-94A0-4004-8F13-117DA9F87582}" srcOrd="3" destOrd="0" presId="urn:microsoft.com/office/officeart/2005/8/layout/bList2"/>
    <dgm:cxn modelId="{4622F47A-D64A-43A4-818E-E84FEAEA0755}" type="presParOf" srcId="{2E71BC58-B08B-4B83-9BA4-175E5A384935}" destId="{258861A9-269B-4630-B047-9CEE94E8FBE8}" srcOrd="21" destOrd="0" presId="urn:microsoft.com/office/officeart/2005/8/layout/bList2"/>
    <dgm:cxn modelId="{D757041E-A156-48D2-834C-EC51ADDCE31F}" type="presParOf" srcId="{2E71BC58-B08B-4B83-9BA4-175E5A384935}" destId="{AC630A6D-0580-4AB2-B807-398470EB56C8}" srcOrd="22" destOrd="0" presId="urn:microsoft.com/office/officeart/2005/8/layout/bList2"/>
    <dgm:cxn modelId="{B3B1497D-686E-4F52-9CCE-6F94C570EC16}" type="presParOf" srcId="{AC630A6D-0580-4AB2-B807-398470EB56C8}" destId="{E65E6FAA-DB27-4B79-B28D-0ACDA727ECEC}" srcOrd="0" destOrd="0" presId="urn:microsoft.com/office/officeart/2005/8/layout/bList2"/>
    <dgm:cxn modelId="{BE2C96E4-30CA-4E13-A50E-60CCA6E0D7EB}" type="presParOf" srcId="{AC630A6D-0580-4AB2-B807-398470EB56C8}" destId="{4EFF4DC3-0F21-45BE-98B7-93BAA4D8053A}" srcOrd="1" destOrd="0" presId="urn:microsoft.com/office/officeart/2005/8/layout/bList2"/>
    <dgm:cxn modelId="{B28702A8-A84E-4A12-B263-5E99FAA86865}" type="presParOf" srcId="{AC630A6D-0580-4AB2-B807-398470EB56C8}" destId="{5664CC94-5A81-4175-AB9A-CD37E2945093}" srcOrd="2" destOrd="0" presId="urn:microsoft.com/office/officeart/2005/8/layout/bList2"/>
    <dgm:cxn modelId="{A7C60D4B-1F59-4DE5-A816-AB4F43C649AC}" type="presParOf" srcId="{AC630A6D-0580-4AB2-B807-398470EB56C8}" destId="{03416DAF-5759-4F8C-9669-C81BE1C9E940}" srcOrd="3" destOrd="0" presId="urn:microsoft.com/office/officeart/2005/8/layout/bList2"/>
    <dgm:cxn modelId="{63418669-741B-432F-812C-B3E9EF44F618}" type="presParOf" srcId="{2E71BC58-B08B-4B83-9BA4-175E5A384935}" destId="{7394021D-22D0-4284-80AA-D451347E4A42}" srcOrd="23" destOrd="0" presId="urn:microsoft.com/office/officeart/2005/8/layout/bList2"/>
    <dgm:cxn modelId="{3ED62860-D423-4FF6-B78D-CC5B37CBEE29}" type="presParOf" srcId="{2E71BC58-B08B-4B83-9BA4-175E5A384935}" destId="{D90B937A-A760-4B57-BBB6-3BCACA45C361}" srcOrd="24" destOrd="0" presId="urn:microsoft.com/office/officeart/2005/8/layout/bList2"/>
    <dgm:cxn modelId="{AECA06A0-CD42-4256-9776-1EACD9B7B6CD}" type="presParOf" srcId="{D90B937A-A760-4B57-BBB6-3BCACA45C361}" destId="{C0B07ADB-F572-4BA3-8E19-EC2B28EAD4E1}" srcOrd="0" destOrd="0" presId="urn:microsoft.com/office/officeart/2005/8/layout/bList2"/>
    <dgm:cxn modelId="{A9BF8AC8-C89A-41CA-A9A3-318A12B44E34}" type="presParOf" srcId="{D90B937A-A760-4B57-BBB6-3BCACA45C361}" destId="{FE201255-9E2C-4A28-B708-D0C60ED45231}" srcOrd="1" destOrd="0" presId="urn:microsoft.com/office/officeart/2005/8/layout/bList2"/>
    <dgm:cxn modelId="{66EBAD12-21E9-4AB5-8A40-978A794B6104}" type="presParOf" srcId="{D90B937A-A760-4B57-BBB6-3BCACA45C361}" destId="{90F19CCE-3F3C-4EE8-962E-A151508CDF16}" srcOrd="2" destOrd="0" presId="urn:microsoft.com/office/officeart/2005/8/layout/bList2"/>
    <dgm:cxn modelId="{2C65C895-DBB6-4484-B1C6-1EA4DD920D0E}" type="presParOf" srcId="{D90B937A-A760-4B57-BBB6-3BCACA45C361}" destId="{30DBB62B-8925-4106-85DD-DBB755A1C788}" srcOrd="3" destOrd="0" presId="urn:microsoft.com/office/officeart/2005/8/layout/bList2"/>
    <dgm:cxn modelId="{006840EB-E324-4D52-872F-0AE7EEB87FD2}" type="presParOf" srcId="{2E71BC58-B08B-4B83-9BA4-175E5A384935}" destId="{FB42A741-5CA1-443F-A95B-F038EF3FFBBE}" srcOrd="25" destOrd="0" presId="urn:microsoft.com/office/officeart/2005/8/layout/bList2"/>
    <dgm:cxn modelId="{7AF02AFC-167D-4FF3-9E93-9D2961836DD1}" type="presParOf" srcId="{2E71BC58-B08B-4B83-9BA4-175E5A384935}" destId="{119C839F-8B1F-4A1D-A5FF-01315A42D577}" srcOrd="26" destOrd="0" presId="urn:microsoft.com/office/officeart/2005/8/layout/bList2"/>
    <dgm:cxn modelId="{F9A99FFF-907A-41F8-BE18-BA0AC743403A}" type="presParOf" srcId="{119C839F-8B1F-4A1D-A5FF-01315A42D577}" destId="{6560BEF1-CFED-45EB-AA83-F4C3A3B36F27}" srcOrd="0" destOrd="0" presId="urn:microsoft.com/office/officeart/2005/8/layout/bList2"/>
    <dgm:cxn modelId="{9EB49D3E-F999-4AF8-A849-4E104D6BBD83}" type="presParOf" srcId="{119C839F-8B1F-4A1D-A5FF-01315A42D577}" destId="{F4F64228-3D5D-432C-8068-3927BB22955B}" srcOrd="1" destOrd="0" presId="urn:microsoft.com/office/officeart/2005/8/layout/bList2"/>
    <dgm:cxn modelId="{4547126A-FCC0-4C59-92AE-133A941ADBC8}" type="presParOf" srcId="{119C839F-8B1F-4A1D-A5FF-01315A42D577}" destId="{A29AA1D3-8433-4535-AA05-376A54489CD2}" srcOrd="2" destOrd="0" presId="urn:microsoft.com/office/officeart/2005/8/layout/bList2"/>
    <dgm:cxn modelId="{4C2D0C65-3334-4150-9EAE-59CBC69E5D93}" type="presParOf" srcId="{119C839F-8B1F-4A1D-A5FF-01315A42D577}" destId="{129BAAB2-2D9B-44D6-A29E-B7056C999368}" srcOrd="3" destOrd="0" presId="urn:microsoft.com/office/officeart/2005/8/layout/bList2"/>
    <dgm:cxn modelId="{FFBEC8CA-6121-4264-83D3-7B1CFDF6DB65}" type="presParOf" srcId="{2E71BC58-B08B-4B83-9BA4-175E5A384935}" destId="{5F792F30-85CE-4191-8434-1AA64FA9B896}" srcOrd="27" destOrd="0" presId="urn:microsoft.com/office/officeart/2005/8/layout/bList2"/>
    <dgm:cxn modelId="{79E57D15-DB5D-49D9-9CA2-8C063D214812}" type="presParOf" srcId="{2E71BC58-B08B-4B83-9BA4-175E5A384935}" destId="{4858777F-1960-4C95-966C-C2C0EB2E5ACE}" srcOrd="28" destOrd="0" presId="urn:microsoft.com/office/officeart/2005/8/layout/bList2"/>
    <dgm:cxn modelId="{6835D8F9-56BC-45DC-B9A7-7A13BDFBF059}" type="presParOf" srcId="{4858777F-1960-4C95-966C-C2C0EB2E5ACE}" destId="{247A5744-7F6B-4018-A556-2836FD958FE6}" srcOrd="0" destOrd="0" presId="urn:microsoft.com/office/officeart/2005/8/layout/bList2"/>
    <dgm:cxn modelId="{79CE4685-51F2-42C3-B547-21184144EEB5}" type="presParOf" srcId="{4858777F-1960-4C95-966C-C2C0EB2E5ACE}" destId="{86675AC9-03CB-45DB-A789-C8DE2E4BCCE8}" srcOrd="1" destOrd="0" presId="urn:microsoft.com/office/officeart/2005/8/layout/bList2"/>
    <dgm:cxn modelId="{A06ADC43-3283-420F-A1BD-1FD31147648E}" type="presParOf" srcId="{4858777F-1960-4C95-966C-C2C0EB2E5ACE}" destId="{79EB101B-8AF2-4D19-92F9-98420B8E8917}" srcOrd="2" destOrd="0" presId="urn:microsoft.com/office/officeart/2005/8/layout/bList2"/>
    <dgm:cxn modelId="{DE18A09D-A879-46C5-AB45-14F1F2B75BB1}" type="presParOf" srcId="{4858777F-1960-4C95-966C-C2C0EB2E5ACE}" destId="{CE13383C-C0AD-4471-A936-E92941BDC7EE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0E3277-C44C-4D3D-A9C6-A7B26D653B30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C73D71FF-F160-44C3-965D-BAE16F3B33CB}">
      <dgm:prSet phldrT="[Text]" custT="1"/>
      <dgm:spPr/>
      <dgm:t>
        <a:bodyPr/>
        <a:lstStyle/>
        <a:p>
          <a:pPr algn="ctr"/>
          <a:r>
            <a:rPr lang="en-US" sz="1200" dirty="0" smtClean="0">
              <a:latin typeface="Arial Black" panose="020B0A04020102020204" pitchFamily="34" charset="0"/>
            </a:rPr>
            <a:t>Baha'i</a:t>
          </a:r>
          <a:endParaRPr lang="en-US" sz="1200" dirty="0">
            <a:latin typeface="Arial Black" panose="020B0A04020102020204" pitchFamily="34" charset="0"/>
          </a:endParaRPr>
        </a:p>
      </dgm:t>
    </dgm:pt>
    <dgm:pt modelId="{337B869B-E6F2-4C16-A2B0-598C04CA7EA1}" type="parTrans" cxnId="{67A7147C-38A6-4540-9154-1172CDECDC17}">
      <dgm:prSet/>
      <dgm:spPr/>
      <dgm:t>
        <a:bodyPr/>
        <a:lstStyle/>
        <a:p>
          <a:endParaRPr lang="en-US"/>
        </a:p>
      </dgm:t>
    </dgm:pt>
    <dgm:pt modelId="{AC39FA4A-02DE-4B35-9982-99B404505592}" type="sibTrans" cxnId="{67A7147C-38A6-4540-9154-1172CDECDC17}">
      <dgm:prSet/>
      <dgm:spPr/>
      <dgm:t>
        <a:bodyPr/>
        <a:lstStyle/>
        <a:p>
          <a:endParaRPr lang="en-US"/>
        </a:p>
      </dgm:t>
    </dgm:pt>
    <dgm:pt modelId="{38BB3D20-3A4A-46F2-A320-951BE9D1871B}">
      <dgm:prSet phldrT="[Text]" custT="1"/>
      <dgm:spPr/>
      <dgm:t>
        <a:bodyPr/>
        <a:lstStyle/>
        <a:p>
          <a:pPr algn="ctr"/>
          <a:r>
            <a:rPr lang="en-US" sz="1200" b="1" dirty="0" smtClean="0">
              <a:latin typeface="Arial Black" panose="020B0A04020102020204" pitchFamily="34" charset="0"/>
            </a:rPr>
            <a:t>Buddhism</a:t>
          </a:r>
          <a:endParaRPr lang="en-US" sz="1200" b="1" dirty="0">
            <a:latin typeface="Arial Black" panose="020B0A04020102020204" pitchFamily="34" charset="0"/>
          </a:endParaRPr>
        </a:p>
      </dgm:t>
    </dgm:pt>
    <dgm:pt modelId="{7B2BF4E6-AB7B-4D86-BE97-F4F241F1BC9F}" type="parTrans" cxnId="{88CB7A4D-58E2-48B1-BC40-C8FF4E9937AE}">
      <dgm:prSet/>
      <dgm:spPr/>
      <dgm:t>
        <a:bodyPr/>
        <a:lstStyle/>
        <a:p>
          <a:endParaRPr lang="en-US"/>
        </a:p>
      </dgm:t>
    </dgm:pt>
    <dgm:pt modelId="{0B8C7D92-C220-43F8-9D82-77403CDF516F}" type="sibTrans" cxnId="{88CB7A4D-58E2-48B1-BC40-C8FF4E9937AE}">
      <dgm:prSet/>
      <dgm:spPr/>
      <dgm:t>
        <a:bodyPr/>
        <a:lstStyle/>
        <a:p>
          <a:endParaRPr lang="en-US"/>
        </a:p>
      </dgm:t>
    </dgm:pt>
    <dgm:pt modelId="{F27FB8AD-61E7-4C11-BD35-4C8D0C87036C}">
      <dgm:prSet phldrT="[Text]" custT="1"/>
      <dgm:spPr/>
      <dgm:t>
        <a:bodyPr/>
        <a:lstStyle/>
        <a:p>
          <a:r>
            <a:rPr lang="en-US" sz="1100" b="1" dirty="0" smtClean="0">
              <a:latin typeface="Arial Black" panose="020B0A04020102020204" pitchFamily="34" charset="0"/>
            </a:rPr>
            <a:t>Christianity</a:t>
          </a:r>
          <a:endParaRPr lang="en-US" sz="1100" b="1" dirty="0">
            <a:latin typeface="Arial Black" panose="020B0A04020102020204" pitchFamily="34" charset="0"/>
          </a:endParaRPr>
        </a:p>
      </dgm:t>
    </dgm:pt>
    <dgm:pt modelId="{65B7171D-5C47-4131-AA51-ADEF6E8E743D}" type="parTrans" cxnId="{312D3D63-8CF0-4650-AC88-210CA060CB2E}">
      <dgm:prSet/>
      <dgm:spPr/>
      <dgm:t>
        <a:bodyPr/>
        <a:lstStyle/>
        <a:p>
          <a:endParaRPr lang="en-US"/>
        </a:p>
      </dgm:t>
    </dgm:pt>
    <dgm:pt modelId="{6BA5523C-B262-4502-A819-A2D46531148B}" type="sibTrans" cxnId="{312D3D63-8CF0-4650-AC88-210CA060CB2E}">
      <dgm:prSet/>
      <dgm:spPr/>
      <dgm:t>
        <a:bodyPr/>
        <a:lstStyle/>
        <a:p>
          <a:endParaRPr lang="en-US"/>
        </a:p>
      </dgm:t>
    </dgm:pt>
    <dgm:pt modelId="{90617A44-EC16-493A-9793-87BD1D7A45DA}">
      <dgm:prSet phldrT="[Text]"/>
      <dgm:spPr/>
      <dgm:t>
        <a:bodyPr/>
        <a:lstStyle/>
        <a:p>
          <a:r>
            <a:rPr lang="en-US" dirty="0" smtClean="0"/>
            <a:t>Hinduism </a:t>
          </a:r>
          <a:endParaRPr lang="en-US" dirty="0"/>
        </a:p>
      </dgm:t>
    </dgm:pt>
    <dgm:pt modelId="{27DEA01E-B73D-4C12-8519-21212746E4B1}" type="parTrans" cxnId="{F0A3AF0C-E758-42DA-817A-4DB3D0E17404}">
      <dgm:prSet/>
      <dgm:spPr/>
      <dgm:t>
        <a:bodyPr/>
        <a:lstStyle/>
        <a:p>
          <a:endParaRPr lang="en-US"/>
        </a:p>
      </dgm:t>
    </dgm:pt>
    <dgm:pt modelId="{C1E69398-85E7-44BF-9296-DD87FEE44A87}" type="sibTrans" cxnId="{F0A3AF0C-E758-42DA-817A-4DB3D0E17404}">
      <dgm:prSet/>
      <dgm:spPr/>
      <dgm:t>
        <a:bodyPr/>
        <a:lstStyle/>
        <a:p>
          <a:endParaRPr lang="en-US"/>
        </a:p>
      </dgm:t>
    </dgm:pt>
    <dgm:pt modelId="{E877E2E9-DB8B-4E3F-B6DE-50AF3F8D4306}">
      <dgm:prSet phldrT="[Text]"/>
      <dgm:spPr/>
      <dgm:t>
        <a:bodyPr/>
        <a:lstStyle/>
        <a:p>
          <a:r>
            <a:rPr lang="en-US" dirty="0" smtClean="0"/>
            <a:t>Sikhism</a:t>
          </a:r>
          <a:endParaRPr lang="en-US" dirty="0"/>
        </a:p>
      </dgm:t>
    </dgm:pt>
    <dgm:pt modelId="{12EC133E-0178-4C98-99D4-479BCA0702FF}" type="parTrans" cxnId="{4668FE94-9CCE-43B3-88EE-7BF87238C241}">
      <dgm:prSet/>
      <dgm:spPr/>
      <dgm:t>
        <a:bodyPr/>
        <a:lstStyle/>
        <a:p>
          <a:endParaRPr lang="en-US"/>
        </a:p>
      </dgm:t>
    </dgm:pt>
    <dgm:pt modelId="{A74741EB-BB37-40ED-B1C1-285880F0012D}" type="sibTrans" cxnId="{4668FE94-9CCE-43B3-88EE-7BF87238C241}">
      <dgm:prSet/>
      <dgm:spPr/>
      <dgm:t>
        <a:bodyPr/>
        <a:lstStyle/>
        <a:p>
          <a:endParaRPr lang="en-US"/>
        </a:p>
      </dgm:t>
    </dgm:pt>
    <dgm:pt modelId="{A21875F8-5E1B-4600-9721-9DD624149C42}">
      <dgm:prSet custT="1"/>
      <dgm:spPr/>
      <dgm:t>
        <a:bodyPr/>
        <a:lstStyle/>
        <a:p>
          <a:r>
            <a:rPr lang="en-US" sz="1000" dirty="0" smtClean="0">
              <a:latin typeface="Arial Black" panose="020B0A04020102020204" pitchFamily="34" charset="0"/>
            </a:rPr>
            <a:t>Confucianism</a:t>
          </a:r>
          <a:endParaRPr lang="en-US" sz="1000" dirty="0">
            <a:latin typeface="Arial Black" panose="020B0A04020102020204" pitchFamily="34" charset="0"/>
          </a:endParaRPr>
        </a:p>
      </dgm:t>
    </dgm:pt>
    <dgm:pt modelId="{A83FA527-A696-4C08-9FB7-13473E880AD0}" type="parTrans" cxnId="{C54936C8-A789-44C1-A4FC-C3825AE522DB}">
      <dgm:prSet/>
      <dgm:spPr/>
      <dgm:t>
        <a:bodyPr/>
        <a:lstStyle/>
        <a:p>
          <a:endParaRPr lang="en-US"/>
        </a:p>
      </dgm:t>
    </dgm:pt>
    <dgm:pt modelId="{EE7D7B02-ECC5-4FD5-AA20-0DBD72658A8B}" type="sibTrans" cxnId="{C54936C8-A789-44C1-A4FC-C3825AE522DB}">
      <dgm:prSet/>
      <dgm:spPr/>
      <dgm:t>
        <a:bodyPr/>
        <a:lstStyle/>
        <a:p>
          <a:endParaRPr lang="en-US"/>
        </a:p>
      </dgm:t>
    </dgm:pt>
    <dgm:pt modelId="{A500A9C3-C746-4234-858E-D08E1BF12200}">
      <dgm:prSet/>
      <dgm:spPr/>
      <dgm:t>
        <a:bodyPr/>
        <a:lstStyle/>
        <a:p>
          <a:r>
            <a:rPr lang="en-US" dirty="0" smtClean="0"/>
            <a:t>Indigenous American religions</a:t>
          </a:r>
          <a:endParaRPr lang="en-US" dirty="0"/>
        </a:p>
      </dgm:t>
    </dgm:pt>
    <dgm:pt modelId="{026BD011-C68A-4DCC-B112-599EDE290348}" type="parTrans" cxnId="{38EE6AB2-0738-4D2A-8D0B-30316A4C42A7}">
      <dgm:prSet/>
      <dgm:spPr/>
      <dgm:t>
        <a:bodyPr/>
        <a:lstStyle/>
        <a:p>
          <a:endParaRPr lang="en-US"/>
        </a:p>
      </dgm:t>
    </dgm:pt>
    <dgm:pt modelId="{5560744B-609D-4C7C-9D24-800DADB11C3E}" type="sibTrans" cxnId="{38EE6AB2-0738-4D2A-8D0B-30316A4C42A7}">
      <dgm:prSet/>
      <dgm:spPr/>
      <dgm:t>
        <a:bodyPr/>
        <a:lstStyle/>
        <a:p>
          <a:endParaRPr lang="en-US"/>
        </a:p>
      </dgm:t>
    </dgm:pt>
    <dgm:pt modelId="{C7604B0D-0EA7-4E5A-A51E-4003B334C57E}">
      <dgm:prSet/>
      <dgm:spPr/>
      <dgm:t>
        <a:bodyPr/>
        <a:lstStyle/>
        <a:p>
          <a:r>
            <a:rPr lang="en-US" smtClean="0"/>
            <a:t>Islam</a:t>
          </a:r>
          <a:endParaRPr lang="en-US" dirty="0"/>
        </a:p>
      </dgm:t>
    </dgm:pt>
    <dgm:pt modelId="{6AF5A1F3-939F-4114-B7B9-191FE486A236}" type="parTrans" cxnId="{76D773F9-2B82-4B1E-9497-0654DDF95875}">
      <dgm:prSet/>
      <dgm:spPr/>
      <dgm:t>
        <a:bodyPr/>
        <a:lstStyle/>
        <a:p>
          <a:endParaRPr lang="en-US"/>
        </a:p>
      </dgm:t>
    </dgm:pt>
    <dgm:pt modelId="{5A11E85A-B036-4A6D-9D15-B012CC5B7651}" type="sibTrans" cxnId="{76D773F9-2B82-4B1E-9497-0654DDF95875}">
      <dgm:prSet/>
      <dgm:spPr/>
      <dgm:t>
        <a:bodyPr/>
        <a:lstStyle/>
        <a:p>
          <a:endParaRPr lang="en-US"/>
        </a:p>
      </dgm:t>
    </dgm:pt>
    <dgm:pt modelId="{3D71F0FA-266A-4389-A44B-D62A2C70D39C}">
      <dgm:prSet/>
      <dgm:spPr/>
      <dgm:t>
        <a:bodyPr/>
        <a:lstStyle/>
        <a:p>
          <a:r>
            <a:rPr lang="en-US" dirty="0" smtClean="0"/>
            <a:t>Jainism</a:t>
          </a:r>
          <a:endParaRPr lang="en-US" dirty="0"/>
        </a:p>
      </dgm:t>
    </dgm:pt>
    <dgm:pt modelId="{6D0BEAEC-8F91-44AA-8FFE-EE310BAB5E3E}" type="parTrans" cxnId="{25B874BC-7766-4735-A16E-63B21B6128B9}">
      <dgm:prSet/>
      <dgm:spPr/>
      <dgm:t>
        <a:bodyPr/>
        <a:lstStyle/>
        <a:p>
          <a:endParaRPr lang="en-US"/>
        </a:p>
      </dgm:t>
    </dgm:pt>
    <dgm:pt modelId="{71CE7377-6F9F-4925-956E-F08F64D469FC}" type="sibTrans" cxnId="{25B874BC-7766-4735-A16E-63B21B6128B9}">
      <dgm:prSet/>
      <dgm:spPr/>
      <dgm:t>
        <a:bodyPr/>
        <a:lstStyle/>
        <a:p>
          <a:endParaRPr lang="en-US"/>
        </a:p>
      </dgm:t>
    </dgm:pt>
    <dgm:pt modelId="{806C2EBA-A9C7-4E58-B699-5A7BCB8E7D18}">
      <dgm:prSet/>
      <dgm:spPr/>
      <dgm:t>
        <a:bodyPr/>
        <a:lstStyle/>
        <a:p>
          <a:r>
            <a:rPr lang="en-US" smtClean="0"/>
            <a:t>Judaism</a:t>
          </a:r>
          <a:endParaRPr lang="en-US" dirty="0"/>
        </a:p>
      </dgm:t>
    </dgm:pt>
    <dgm:pt modelId="{3589A5ED-73AD-408A-89C6-2502BF1FB9E5}" type="parTrans" cxnId="{705E100D-FD66-4CF6-9396-BE7C69B36215}">
      <dgm:prSet/>
      <dgm:spPr/>
      <dgm:t>
        <a:bodyPr/>
        <a:lstStyle/>
        <a:p>
          <a:endParaRPr lang="en-US"/>
        </a:p>
      </dgm:t>
    </dgm:pt>
    <dgm:pt modelId="{76A7899C-4C8B-45CD-AA75-4DB5EE0165E5}" type="sibTrans" cxnId="{705E100D-FD66-4CF6-9396-BE7C69B36215}">
      <dgm:prSet/>
      <dgm:spPr/>
      <dgm:t>
        <a:bodyPr/>
        <a:lstStyle/>
        <a:p>
          <a:endParaRPr lang="en-US"/>
        </a:p>
      </dgm:t>
    </dgm:pt>
    <dgm:pt modelId="{733A1B07-1A33-4A44-AE90-0A43DF22EB78}">
      <dgm:prSet/>
      <dgm:spPr/>
      <dgm:t>
        <a:bodyPr/>
        <a:lstStyle/>
        <a:p>
          <a:r>
            <a:rPr lang="en-US" smtClean="0"/>
            <a:t>Rastafarianism</a:t>
          </a:r>
          <a:endParaRPr lang="en-US" dirty="0"/>
        </a:p>
      </dgm:t>
    </dgm:pt>
    <dgm:pt modelId="{16CA1898-BDC3-4E69-8132-FB0FE075A0C0}" type="parTrans" cxnId="{B4BFBB54-F3F8-4D5C-9363-5DDB58E0FC2D}">
      <dgm:prSet/>
      <dgm:spPr/>
      <dgm:t>
        <a:bodyPr/>
        <a:lstStyle/>
        <a:p>
          <a:endParaRPr lang="en-US"/>
        </a:p>
      </dgm:t>
    </dgm:pt>
    <dgm:pt modelId="{5161F35C-2441-4679-993C-D2CEB6EBC82A}" type="sibTrans" cxnId="{B4BFBB54-F3F8-4D5C-9363-5DDB58E0FC2D}">
      <dgm:prSet/>
      <dgm:spPr/>
      <dgm:t>
        <a:bodyPr/>
        <a:lstStyle/>
        <a:p>
          <a:endParaRPr lang="en-US"/>
        </a:p>
      </dgm:t>
    </dgm:pt>
    <dgm:pt modelId="{503FD1BB-5013-405B-8765-59F01C750A7F}">
      <dgm:prSet/>
      <dgm:spPr/>
      <dgm:t>
        <a:bodyPr/>
        <a:lstStyle/>
        <a:p>
          <a:r>
            <a:rPr lang="en-US" smtClean="0"/>
            <a:t>Shinto</a:t>
          </a:r>
          <a:endParaRPr lang="en-US" dirty="0"/>
        </a:p>
      </dgm:t>
    </dgm:pt>
    <dgm:pt modelId="{60A4A4BA-D064-4C07-B6BA-24FF22570736}" type="parTrans" cxnId="{1677CAF7-F94D-4130-A650-5392935555BA}">
      <dgm:prSet/>
      <dgm:spPr/>
      <dgm:t>
        <a:bodyPr/>
        <a:lstStyle/>
        <a:p>
          <a:endParaRPr lang="en-US"/>
        </a:p>
      </dgm:t>
    </dgm:pt>
    <dgm:pt modelId="{C5115981-22AC-406B-AFB3-80E03F58D24E}" type="sibTrans" cxnId="{1677CAF7-F94D-4130-A650-5392935555BA}">
      <dgm:prSet/>
      <dgm:spPr/>
      <dgm:t>
        <a:bodyPr/>
        <a:lstStyle/>
        <a:p>
          <a:endParaRPr lang="en-US"/>
        </a:p>
      </dgm:t>
    </dgm:pt>
    <dgm:pt modelId="{0AA1FEDE-184B-4AC8-A390-D920CDA493E9}">
      <dgm:prSet/>
      <dgm:spPr/>
      <dgm:t>
        <a:bodyPr/>
        <a:lstStyle/>
        <a:p>
          <a:r>
            <a:rPr lang="en-US" smtClean="0"/>
            <a:t>Taoism</a:t>
          </a:r>
          <a:endParaRPr lang="en-US" dirty="0"/>
        </a:p>
      </dgm:t>
    </dgm:pt>
    <dgm:pt modelId="{407CCC37-4620-41CC-9003-90DC17F9A473}" type="parTrans" cxnId="{EDB97B99-AFDF-4593-B448-FCAFB9BE03EE}">
      <dgm:prSet/>
      <dgm:spPr/>
      <dgm:t>
        <a:bodyPr/>
        <a:lstStyle/>
        <a:p>
          <a:endParaRPr lang="en-US"/>
        </a:p>
      </dgm:t>
    </dgm:pt>
    <dgm:pt modelId="{5A3D9DD3-0C1E-46B4-A477-DDF016094DA2}" type="sibTrans" cxnId="{EDB97B99-AFDF-4593-B448-FCAFB9BE03EE}">
      <dgm:prSet/>
      <dgm:spPr/>
      <dgm:t>
        <a:bodyPr/>
        <a:lstStyle/>
        <a:p>
          <a:endParaRPr lang="en-US"/>
        </a:p>
      </dgm:t>
    </dgm:pt>
    <dgm:pt modelId="{04434BA3-CD23-4FB4-95A9-628E935CF34B}">
      <dgm:prSet/>
      <dgm:spPr/>
      <dgm:t>
        <a:bodyPr/>
        <a:lstStyle/>
        <a:p>
          <a:r>
            <a:rPr lang="en-US" smtClean="0"/>
            <a:t>Traditional African religions</a:t>
          </a:r>
          <a:endParaRPr lang="en-US" dirty="0"/>
        </a:p>
      </dgm:t>
    </dgm:pt>
    <dgm:pt modelId="{956104CF-572F-4F01-93AD-2C581A630B8A}" type="parTrans" cxnId="{83D2AEF8-D208-493B-B733-26BAFD99A568}">
      <dgm:prSet/>
      <dgm:spPr/>
      <dgm:t>
        <a:bodyPr/>
        <a:lstStyle/>
        <a:p>
          <a:endParaRPr lang="en-US"/>
        </a:p>
      </dgm:t>
    </dgm:pt>
    <dgm:pt modelId="{E75ED451-B573-4CC2-9F87-5B85A95E9523}" type="sibTrans" cxnId="{83D2AEF8-D208-493B-B733-26BAFD99A568}">
      <dgm:prSet/>
      <dgm:spPr/>
      <dgm:t>
        <a:bodyPr/>
        <a:lstStyle/>
        <a:p>
          <a:endParaRPr lang="en-US"/>
        </a:p>
      </dgm:t>
    </dgm:pt>
    <dgm:pt modelId="{54340EC6-2E8B-4FF5-9AB9-1BA1EB6DEC6E}">
      <dgm:prSet/>
      <dgm:spPr/>
      <dgm:t>
        <a:bodyPr/>
        <a:lstStyle/>
        <a:p>
          <a:r>
            <a:rPr lang="en-US" smtClean="0"/>
            <a:t>Zoroastrianism</a:t>
          </a:r>
          <a:endParaRPr lang="en-US" dirty="0"/>
        </a:p>
      </dgm:t>
    </dgm:pt>
    <dgm:pt modelId="{A2347FCC-2481-4A09-8A1F-1564BAB7F82B}" type="parTrans" cxnId="{F96EFBBB-2A86-4748-9E8A-7EEBC6AE241C}">
      <dgm:prSet/>
      <dgm:spPr/>
      <dgm:t>
        <a:bodyPr/>
        <a:lstStyle/>
        <a:p>
          <a:endParaRPr lang="en-US"/>
        </a:p>
      </dgm:t>
    </dgm:pt>
    <dgm:pt modelId="{9FAC1DF5-9D5C-4EF7-AC97-38F4DA8AAAD7}" type="sibTrans" cxnId="{F96EFBBB-2A86-4748-9E8A-7EEBC6AE241C}">
      <dgm:prSet/>
      <dgm:spPr/>
      <dgm:t>
        <a:bodyPr/>
        <a:lstStyle/>
        <a:p>
          <a:endParaRPr lang="en-US"/>
        </a:p>
      </dgm:t>
    </dgm:pt>
    <dgm:pt modelId="{2E71BC58-B08B-4B83-9BA4-175E5A384935}" type="pres">
      <dgm:prSet presAssocID="{560E3277-C44C-4D3D-A9C6-A7B26D653B30}" presName="diagram" presStyleCnt="0">
        <dgm:presLayoutVars>
          <dgm:dir/>
          <dgm:animLvl val="lvl"/>
          <dgm:resizeHandles val="exact"/>
        </dgm:presLayoutVars>
      </dgm:prSet>
      <dgm:spPr/>
    </dgm:pt>
    <dgm:pt modelId="{64E99F4D-C8EA-4BB3-A248-75149431BA49}" type="pres">
      <dgm:prSet presAssocID="{C73D71FF-F160-44C3-965D-BAE16F3B33CB}" presName="compNode" presStyleCnt="0"/>
      <dgm:spPr/>
    </dgm:pt>
    <dgm:pt modelId="{C7779C0E-D375-4822-BB6C-5AFF19DC738F}" type="pres">
      <dgm:prSet presAssocID="{C73D71FF-F160-44C3-965D-BAE16F3B33CB}" presName="childRect" presStyleLbl="bgAcc1" presStyleIdx="0" presStyleCnt="15">
        <dgm:presLayoutVars>
          <dgm:bulletEnabled val="1"/>
        </dgm:presLayoutVars>
      </dgm:prSet>
      <dgm:spPr/>
    </dgm:pt>
    <dgm:pt modelId="{0EECDEC5-5279-4297-BB52-753C99A08DEC}" type="pres">
      <dgm:prSet presAssocID="{C73D71FF-F160-44C3-965D-BAE16F3B33CB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68B1FC-FBD8-4C6B-8E41-C4FEC2F8A2E6}" type="pres">
      <dgm:prSet presAssocID="{C73D71FF-F160-44C3-965D-BAE16F3B33CB}" presName="parentRect" presStyleLbl="alignNode1" presStyleIdx="0" presStyleCnt="15"/>
      <dgm:spPr/>
      <dgm:t>
        <a:bodyPr/>
        <a:lstStyle/>
        <a:p>
          <a:endParaRPr lang="en-US"/>
        </a:p>
      </dgm:t>
    </dgm:pt>
    <dgm:pt modelId="{7A00AE2D-0663-4E3D-A4B0-3F1C71BBAF01}" type="pres">
      <dgm:prSet presAssocID="{C73D71FF-F160-44C3-965D-BAE16F3B33CB}" presName="adorn" presStyleLbl="fgAccFollowNode1" presStyleIdx="0" presStyleCnt="15"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D3903880-CAD5-4061-8F0F-BE2DE5E19D7C}" type="pres">
      <dgm:prSet presAssocID="{AC39FA4A-02DE-4B35-9982-99B40450559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6571B8A-953D-400C-B9A5-21BE61BE150D}" type="pres">
      <dgm:prSet presAssocID="{38BB3D20-3A4A-46F2-A320-951BE9D1871B}" presName="compNode" presStyleCnt="0"/>
      <dgm:spPr/>
    </dgm:pt>
    <dgm:pt modelId="{5421CA45-9EAC-4EFC-9D7B-518849787227}" type="pres">
      <dgm:prSet presAssocID="{38BB3D20-3A4A-46F2-A320-951BE9D1871B}" presName="childRect" presStyleLbl="bgAcc1" presStyleIdx="1" presStyleCnt="15">
        <dgm:presLayoutVars>
          <dgm:bulletEnabled val="1"/>
        </dgm:presLayoutVars>
      </dgm:prSet>
      <dgm:spPr/>
    </dgm:pt>
    <dgm:pt modelId="{67235E98-2C6D-4078-B6B2-13B0217688D7}" type="pres">
      <dgm:prSet presAssocID="{38BB3D20-3A4A-46F2-A320-951BE9D1871B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CAA9E2-2930-4200-BB32-748A700973EE}" type="pres">
      <dgm:prSet presAssocID="{38BB3D20-3A4A-46F2-A320-951BE9D1871B}" presName="parentRect" presStyleLbl="alignNode1" presStyleIdx="1" presStyleCnt="15"/>
      <dgm:spPr/>
      <dgm:t>
        <a:bodyPr/>
        <a:lstStyle/>
        <a:p>
          <a:endParaRPr lang="en-US"/>
        </a:p>
      </dgm:t>
    </dgm:pt>
    <dgm:pt modelId="{4C7AD974-6EA7-4118-8961-096CC1482C53}" type="pres">
      <dgm:prSet presAssocID="{38BB3D20-3A4A-46F2-A320-951BE9D1871B}" presName="adorn" presStyleLbl="fgAccFollowNode1" presStyleIdx="1" presStyleCnt="15"/>
      <dgm:spPr>
        <a:noFill/>
        <a:ln>
          <a:noFill/>
        </a:ln>
      </dgm:spPr>
    </dgm:pt>
    <dgm:pt modelId="{E5D5B427-D736-4D66-84F4-9742AAECB27E}" type="pres">
      <dgm:prSet presAssocID="{0B8C7D92-C220-43F8-9D82-77403CDF516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457709F-C05C-4D3E-847C-327E0110C175}" type="pres">
      <dgm:prSet presAssocID="{F27FB8AD-61E7-4C11-BD35-4C8D0C87036C}" presName="compNode" presStyleCnt="0"/>
      <dgm:spPr/>
    </dgm:pt>
    <dgm:pt modelId="{5CE26264-A05A-45B0-BBAD-9F3300160A23}" type="pres">
      <dgm:prSet presAssocID="{F27FB8AD-61E7-4C11-BD35-4C8D0C87036C}" presName="childRect" presStyleLbl="bgAcc1" presStyleIdx="2" presStyleCnt="15">
        <dgm:presLayoutVars>
          <dgm:bulletEnabled val="1"/>
        </dgm:presLayoutVars>
      </dgm:prSet>
      <dgm:spPr/>
    </dgm:pt>
    <dgm:pt modelId="{FEF977BC-5138-463A-82DD-7FDC18CBE36F}" type="pres">
      <dgm:prSet presAssocID="{F27FB8AD-61E7-4C11-BD35-4C8D0C87036C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B36814-1244-420D-9E63-824E57362EC1}" type="pres">
      <dgm:prSet presAssocID="{F27FB8AD-61E7-4C11-BD35-4C8D0C87036C}" presName="parentRect" presStyleLbl="alignNode1" presStyleIdx="2" presStyleCnt="15"/>
      <dgm:spPr/>
      <dgm:t>
        <a:bodyPr/>
        <a:lstStyle/>
        <a:p>
          <a:endParaRPr lang="en-US"/>
        </a:p>
      </dgm:t>
    </dgm:pt>
    <dgm:pt modelId="{DE2EC606-6508-4E28-9E88-2FFF5562B525}" type="pres">
      <dgm:prSet presAssocID="{F27FB8AD-61E7-4C11-BD35-4C8D0C87036C}" presName="adorn" presStyleLbl="fgAccFollowNode1" presStyleIdx="2" presStyleCnt="15"/>
      <dgm:spPr>
        <a:noFill/>
        <a:ln>
          <a:noFill/>
        </a:ln>
      </dgm:spPr>
    </dgm:pt>
    <dgm:pt modelId="{FAFF3351-3790-441D-B6E6-62AA564C1BE7}" type="pres">
      <dgm:prSet presAssocID="{6BA5523C-B262-4502-A819-A2D46531148B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81C1F6C-3FF7-4A5A-BBAD-792921D996F8}" type="pres">
      <dgm:prSet presAssocID="{A21875F8-5E1B-4600-9721-9DD624149C42}" presName="compNode" presStyleCnt="0"/>
      <dgm:spPr/>
    </dgm:pt>
    <dgm:pt modelId="{FF34EEF1-2D61-4160-BB57-28BD3E23BED5}" type="pres">
      <dgm:prSet presAssocID="{A21875F8-5E1B-4600-9721-9DD624149C42}" presName="childRect" presStyleLbl="bgAcc1" presStyleIdx="3" presStyleCnt="15">
        <dgm:presLayoutVars>
          <dgm:bulletEnabled val="1"/>
        </dgm:presLayoutVars>
      </dgm:prSet>
      <dgm:spPr/>
    </dgm:pt>
    <dgm:pt modelId="{85BDA41E-FE39-4AD1-A491-2F5F649931ED}" type="pres">
      <dgm:prSet presAssocID="{A21875F8-5E1B-4600-9721-9DD624149C42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1FB6E3-E0E4-44D6-A085-5BB5AD15CDA9}" type="pres">
      <dgm:prSet presAssocID="{A21875F8-5E1B-4600-9721-9DD624149C42}" presName="parentRect" presStyleLbl="alignNode1" presStyleIdx="3" presStyleCnt="15"/>
      <dgm:spPr/>
      <dgm:t>
        <a:bodyPr/>
        <a:lstStyle/>
        <a:p>
          <a:endParaRPr lang="en-US"/>
        </a:p>
      </dgm:t>
    </dgm:pt>
    <dgm:pt modelId="{752383EB-A63C-48CD-BD8D-A3B612C043B3}" type="pres">
      <dgm:prSet presAssocID="{A21875F8-5E1B-4600-9721-9DD624149C42}" presName="adorn" presStyleLbl="fgAccFollowNode1" presStyleIdx="3" presStyleCnt="15"/>
      <dgm:spPr>
        <a:noFill/>
        <a:ln>
          <a:noFill/>
        </a:ln>
      </dgm:spPr>
    </dgm:pt>
    <dgm:pt modelId="{8A2132DC-0F93-4DB3-B96E-916FF9D7E055}" type="pres">
      <dgm:prSet presAssocID="{EE7D7B02-ECC5-4FD5-AA20-0DBD72658A8B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BC6215B-F03B-46DA-953F-03CBF2D3E211}" type="pres">
      <dgm:prSet presAssocID="{90617A44-EC16-493A-9793-87BD1D7A45DA}" presName="compNode" presStyleCnt="0"/>
      <dgm:spPr/>
    </dgm:pt>
    <dgm:pt modelId="{51A10DAA-30A6-4B1C-930B-AA637E4C0F71}" type="pres">
      <dgm:prSet presAssocID="{90617A44-EC16-493A-9793-87BD1D7A45DA}" presName="childRect" presStyleLbl="bgAcc1" presStyleIdx="4" presStyleCnt="15">
        <dgm:presLayoutVars>
          <dgm:bulletEnabled val="1"/>
        </dgm:presLayoutVars>
      </dgm:prSet>
      <dgm:spPr/>
    </dgm:pt>
    <dgm:pt modelId="{822790A1-9508-4E99-9749-36D029E97FC5}" type="pres">
      <dgm:prSet presAssocID="{90617A44-EC16-493A-9793-87BD1D7A45DA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BB7D87-69D9-45E9-93D5-E8EBD4346A56}" type="pres">
      <dgm:prSet presAssocID="{90617A44-EC16-493A-9793-87BD1D7A45DA}" presName="parentRect" presStyleLbl="alignNode1" presStyleIdx="4" presStyleCnt="15"/>
      <dgm:spPr/>
      <dgm:t>
        <a:bodyPr/>
        <a:lstStyle/>
        <a:p>
          <a:endParaRPr lang="en-US"/>
        </a:p>
      </dgm:t>
    </dgm:pt>
    <dgm:pt modelId="{223AE8FF-47DA-428F-BD70-D82735AD7A7E}" type="pres">
      <dgm:prSet presAssocID="{90617A44-EC16-493A-9793-87BD1D7A45DA}" presName="adorn" presStyleLbl="fgAccFollowNode1" presStyleIdx="4" presStyleCnt="15"/>
      <dgm:spPr>
        <a:noFill/>
        <a:ln>
          <a:noFill/>
        </a:ln>
      </dgm:spPr>
    </dgm:pt>
    <dgm:pt modelId="{675FAE22-6DED-434C-AFF6-55373D72693C}" type="pres">
      <dgm:prSet presAssocID="{C1E69398-85E7-44BF-9296-DD87FEE44A87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C1A36B1-48A3-4101-875E-7FA1B28C420C}" type="pres">
      <dgm:prSet presAssocID="{A500A9C3-C746-4234-858E-D08E1BF12200}" presName="compNode" presStyleCnt="0"/>
      <dgm:spPr/>
    </dgm:pt>
    <dgm:pt modelId="{87808533-FA50-4AA3-996B-CB018FADCBAB}" type="pres">
      <dgm:prSet presAssocID="{A500A9C3-C746-4234-858E-D08E1BF12200}" presName="childRect" presStyleLbl="bgAcc1" presStyleIdx="5" presStyleCnt="15">
        <dgm:presLayoutVars>
          <dgm:bulletEnabled val="1"/>
        </dgm:presLayoutVars>
      </dgm:prSet>
      <dgm:spPr/>
    </dgm:pt>
    <dgm:pt modelId="{8DBDFBA0-E54D-4633-AB00-1A7235B21179}" type="pres">
      <dgm:prSet presAssocID="{A500A9C3-C746-4234-858E-D08E1BF12200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6CB0E1-6BB9-4124-9CAE-147F9D11F074}" type="pres">
      <dgm:prSet presAssocID="{A500A9C3-C746-4234-858E-D08E1BF12200}" presName="parentRect" presStyleLbl="alignNode1" presStyleIdx="5" presStyleCnt="15"/>
      <dgm:spPr/>
      <dgm:t>
        <a:bodyPr/>
        <a:lstStyle/>
        <a:p>
          <a:endParaRPr lang="en-US"/>
        </a:p>
      </dgm:t>
    </dgm:pt>
    <dgm:pt modelId="{0947D6A2-F28F-4DA9-A80E-32F8730B9583}" type="pres">
      <dgm:prSet presAssocID="{A500A9C3-C746-4234-858E-D08E1BF12200}" presName="adorn" presStyleLbl="fgAccFollowNode1" presStyleIdx="5" presStyleCnt="15"/>
      <dgm:spPr>
        <a:noFill/>
        <a:ln>
          <a:noFill/>
        </a:ln>
      </dgm:spPr>
    </dgm:pt>
    <dgm:pt modelId="{D4393802-7956-4758-BAE6-13C18A9D4294}" type="pres">
      <dgm:prSet presAssocID="{5560744B-609D-4C7C-9D24-800DADB11C3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9AA3E6B-527A-4ECE-9A14-BEAB0B4A1BB4}" type="pres">
      <dgm:prSet presAssocID="{C7604B0D-0EA7-4E5A-A51E-4003B334C57E}" presName="compNode" presStyleCnt="0"/>
      <dgm:spPr/>
    </dgm:pt>
    <dgm:pt modelId="{202F6545-4C3D-424D-AFCE-7237451671A9}" type="pres">
      <dgm:prSet presAssocID="{C7604B0D-0EA7-4E5A-A51E-4003B334C57E}" presName="childRect" presStyleLbl="bgAcc1" presStyleIdx="6" presStyleCnt="15">
        <dgm:presLayoutVars>
          <dgm:bulletEnabled val="1"/>
        </dgm:presLayoutVars>
      </dgm:prSet>
      <dgm:spPr/>
    </dgm:pt>
    <dgm:pt modelId="{8661F939-9549-432D-8329-C4819070947F}" type="pres">
      <dgm:prSet presAssocID="{C7604B0D-0EA7-4E5A-A51E-4003B334C57E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98C5DF-3E3E-436B-A9A7-221F5B8DB4A2}" type="pres">
      <dgm:prSet presAssocID="{C7604B0D-0EA7-4E5A-A51E-4003B334C57E}" presName="parentRect" presStyleLbl="alignNode1" presStyleIdx="6" presStyleCnt="15"/>
      <dgm:spPr/>
      <dgm:t>
        <a:bodyPr/>
        <a:lstStyle/>
        <a:p>
          <a:endParaRPr lang="en-US"/>
        </a:p>
      </dgm:t>
    </dgm:pt>
    <dgm:pt modelId="{DBD1130C-F154-4002-910A-CCF55700DD73}" type="pres">
      <dgm:prSet presAssocID="{C7604B0D-0EA7-4E5A-A51E-4003B334C57E}" presName="adorn" presStyleLbl="fgAccFollowNode1" presStyleIdx="6" presStyleCnt="15"/>
      <dgm:spPr>
        <a:noFill/>
        <a:ln>
          <a:noFill/>
        </a:ln>
      </dgm:spPr>
    </dgm:pt>
    <dgm:pt modelId="{7953033C-E9FD-438E-A858-B11B139DAAE7}" type="pres">
      <dgm:prSet presAssocID="{5A11E85A-B036-4A6D-9D15-B012CC5B7651}" presName="sibTrans" presStyleLbl="sibTrans2D1" presStyleIdx="0" presStyleCnt="0"/>
      <dgm:spPr/>
      <dgm:t>
        <a:bodyPr/>
        <a:lstStyle/>
        <a:p>
          <a:endParaRPr lang="en-US"/>
        </a:p>
      </dgm:t>
    </dgm:pt>
    <dgm:pt modelId="{CC75772C-D734-4E52-ADFE-23E81D547873}" type="pres">
      <dgm:prSet presAssocID="{3D71F0FA-266A-4389-A44B-D62A2C70D39C}" presName="compNode" presStyleCnt="0"/>
      <dgm:spPr/>
    </dgm:pt>
    <dgm:pt modelId="{9C348441-5DC6-4FB7-8F58-968160129073}" type="pres">
      <dgm:prSet presAssocID="{3D71F0FA-266A-4389-A44B-D62A2C70D39C}" presName="childRect" presStyleLbl="bgAcc1" presStyleIdx="7" presStyleCnt="15">
        <dgm:presLayoutVars>
          <dgm:bulletEnabled val="1"/>
        </dgm:presLayoutVars>
      </dgm:prSet>
      <dgm:spPr/>
    </dgm:pt>
    <dgm:pt modelId="{07938C4B-5477-4D64-809E-977F3F3901A2}" type="pres">
      <dgm:prSet presAssocID="{3D71F0FA-266A-4389-A44B-D62A2C70D39C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3210B2-BB06-44FC-B3A8-8076C7E619DD}" type="pres">
      <dgm:prSet presAssocID="{3D71F0FA-266A-4389-A44B-D62A2C70D39C}" presName="parentRect" presStyleLbl="alignNode1" presStyleIdx="7" presStyleCnt="15"/>
      <dgm:spPr/>
      <dgm:t>
        <a:bodyPr/>
        <a:lstStyle/>
        <a:p>
          <a:endParaRPr lang="en-US"/>
        </a:p>
      </dgm:t>
    </dgm:pt>
    <dgm:pt modelId="{6A20F899-C0A2-4278-AF34-FF571F2F70CA}" type="pres">
      <dgm:prSet presAssocID="{3D71F0FA-266A-4389-A44B-D62A2C70D39C}" presName="adorn" presStyleLbl="fgAccFollowNode1" presStyleIdx="7" presStyleCnt="15"/>
      <dgm:spPr/>
    </dgm:pt>
    <dgm:pt modelId="{3F8760B8-89BE-483C-AE7D-09EB417B46C1}" type="pres">
      <dgm:prSet presAssocID="{71CE7377-6F9F-4925-956E-F08F64D469F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2D120C1-D64A-4B50-B28D-E6BE1430E8D4}" type="pres">
      <dgm:prSet presAssocID="{806C2EBA-A9C7-4E58-B699-5A7BCB8E7D18}" presName="compNode" presStyleCnt="0"/>
      <dgm:spPr/>
    </dgm:pt>
    <dgm:pt modelId="{C7CADFEF-FC52-4715-BA09-20156DC06191}" type="pres">
      <dgm:prSet presAssocID="{806C2EBA-A9C7-4E58-B699-5A7BCB8E7D18}" presName="childRect" presStyleLbl="bgAcc1" presStyleIdx="8" presStyleCnt="15">
        <dgm:presLayoutVars>
          <dgm:bulletEnabled val="1"/>
        </dgm:presLayoutVars>
      </dgm:prSet>
      <dgm:spPr/>
    </dgm:pt>
    <dgm:pt modelId="{53A6185B-5E1E-422A-9C69-63DC138FBECB}" type="pres">
      <dgm:prSet presAssocID="{806C2EBA-A9C7-4E58-B699-5A7BCB8E7D18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A3ABBA-909A-4868-8584-493850B39EDC}" type="pres">
      <dgm:prSet presAssocID="{806C2EBA-A9C7-4E58-B699-5A7BCB8E7D18}" presName="parentRect" presStyleLbl="alignNode1" presStyleIdx="8" presStyleCnt="15"/>
      <dgm:spPr/>
      <dgm:t>
        <a:bodyPr/>
        <a:lstStyle/>
        <a:p>
          <a:endParaRPr lang="en-US"/>
        </a:p>
      </dgm:t>
    </dgm:pt>
    <dgm:pt modelId="{4B4FA9F6-AFCC-4B22-99AC-41FDCD946EE9}" type="pres">
      <dgm:prSet presAssocID="{806C2EBA-A9C7-4E58-B699-5A7BCB8E7D18}" presName="adorn" presStyleLbl="fgAccFollowNode1" presStyleIdx="8" presStyleCnt="15"/>
      <dgm:spPr/>
    </dgm:pt>
    <dgm:pt modelId="{6385C7B2-3A68-479E-ACDA-4EB26DFAFAF6}" type="pres">
      <dgm:prSet presAssocID="{76A7899C-4C8B-45CD-AA75-4DB5EE0165E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B7DD0F05-AB1D-4699-89A6-BB9A786C863C}" type="pres">
      <dgm:prSet presAssocID="{733A1B07-1A33-4A44-AE90-0A43DF22EB78}" presName="compNode" presStyleCnt="0"/>
      <dgm:spPr/>
    </dgm:pt>
    <dgm:pt modelId="{60B46DE1-77FC-4F7F-BD3A-6AAE3BC45F52}" type="pres">
      <dgm:prSet presAssocID="{733A1B07-1A33-4A44-AE90-0A43DF22EB78}" presName="childRect" presStyleLbl="bgAcc1" presStyleIdx="9" presStyleCnt="15">
        <dgm:presLayoutVars>
          <dgm:bulletEnabled val="1"/>
        </dgm:presLayoutVars>
      </dgm:prSet>
      <dgm:spPr/>
    </dgm:pt>
    <dgm:pt modelId="{FFF8FE84-F373-4C34-BEE8-3CFF467EFAC8}" type="pres">
      <dgm:prSet presAssocID="{733A1B07-1A33-4A44-AE90-0A43DF22EB78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609869-5F41-4727-8298-95034727DA4D}" type="pres">
      <dgm:prSet presAssocID="{733A1B07-1A33-4A44-AE90-0A43DF22EB78}" presName="parentRect" presStyleLbl="alignNode1" presStyleIdx="9" presStyleCnt="15"/>
      <dgm:spPr/>
      <dgm:t>
        <a:bodyPr/>
        <a:lstStyle/>
        <a:p>
          <a:endParaRPr lang="en-US"/>
        </a:p>
      </dgm:t>
    </dgm:pt>
    <dgm:pt modelId="{6D7EEA2B-0FDB-4987-A0DE-C863A1C49EEA}" type="pres">
      <dgm:prSet presAssocID="{733A1B07-1A33-4A44-AE90-0A43DF22EB78}" presName="adorn" presStyleLbl="fgAccFollowNode1" presStyleIdx="9" presStyleCnt="15"/>
      <dgm:spPr/>
    </dgm:pt>
    <dgm:pt modelId="{72B7AE58-3583-42E1-8E04-7FA1FE91F0DC}" type="pres">
      <dgm:prSet presAssocID="{5161F35C-2441-4679-993C-D2CEB6EBC82A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F3492CC-4448-4E6F-9857-8427A56E7978}" type="pres">
      <dgm:prSet presAssocID="{503FD1BB-5013-405B-8765-59F01C750A7F}" presName="compNode" presStyleCnt="0"/>
      <dgm:spPr/>
    </dgm:pt>
    <dgm:pt modelId="{54CD797A-52ED-429E-925D-E2B027F86EB1}" type="pres">
      <dgm:prSet presAssocID="{503FD1BB-5013-405B-8765-59F01C750A7F}" presName="childRect" presStyleLbl="bgAcc1" presStyleIdx="10" presStyleCnt="15">
        <dgm:presLayoutVars>
          <dgm:bulletEnabled val="1"/>
        </dgm:presLayoutVars>
      </dgm:prSet>
      <dgm:spPr/>
    </dgm:pt>
    <dgm:pt modelId="{A6C7BE3B-9A92-42B7-937F-A6233754ED1F}" type="pres">
      <dgm:prSet presAssocID="{503FD1BB-5013-405B-8765-59F01C750A7F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1F61A8-6F59-43CB-8AD9-BC6ED6AF68B0}" type="pres">
      <dgm:prSet presAssocID="{503FD1BB-5013-405B-8765-59F01C750A7F}" presName="parentRect" presStyleLbl="alignNode1" presStyleIdx="10" presStyleCnt="15"/>
      <dgm:spPr/>
      <dgm:t>
        <a:bodyPr/>
        <a:lstStyle/>
        <a:p>
          <a:endParaRPr lang="en-US"/>
        </a:p>
      </dgm:t>
    </dgm:pt>
    <dgm:pt modelId="{CA504FEA-94A0-4004-8F13-117DA9F87582}" type="pres">
      <dgm:prSet presAssocID="{503FD1BB-5013-405B-8765-59F01C750A7F}" presName="adorn" presStyleLbl="fgAccFollowNode1" presStyleIdx="10" presStyleCnt="15"/>
      <dgm:spPr/>
    </dgm:pt>
    <dgm:pt modelId="{258861A9-269B-4630-B047-9CEE94E8FBE8}" type="pres">
      <dgm:prSet presAssocID="{C5115981-22AC-406B-AFB3-80E03F58D24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C630A6D-0580-4AB2-B807-398470EB56C8}" type="pres">
      <dgm:prSet presAssocID="{E877E2E9-DB8B-4E3F-B6DE-50AF3F8D4306}" presName="compNode" presStyleCnt="0"/>
      <dgm:spPr/>
    </dgm:pt>
    <dgm:pt modelId="{E65E6FAA-DB27-4B79-B28D-0ACDA727ECEC}" type="pres">
      <dgm:prSet presAssocID="{E877E2E9-DB8B-4E3F-B6DE-50AF3F8D4306}" presName="childRect" presStyleLbl="bgAcc1" presStyleIdx="11" presStyleCnt="15">
        <dgm:presLayoutVars>
          <dgm:bulletEnabled val="1"/>
        </dgm:presLayoutVars>
      </dgm:prSet>
      <dgm:spPr/>
    </dgm:pt>
    <dgm:pt modelId="{4EFF4DC3-0F21-45BE-98B7-93BAA4D8053A}" type="pres">
      <dgm:prSet presAssocID="{E877E2E9-DB8B-4E3F-B6DE-50AF3F8D4306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64CC94-5A81-4175-AB9A-CD37E2945093}" type="pres">
      <dgm:prSet presAssocID="{E877E2E9-DB8B-4E3F-B6DE-50AF3F8D4306}" presName="parentRect" presStyleLbl="alignNode1" presStyleIdx="11" presStyleCnt="15"/>
      <dgm:spPr/>
      <dgm:t>
        <a:bodyPr/>
        <a:lstStyle/>
        <a:p>
          <a:endParaRPr lang="en-US"/>
        </a:p>
      </dgm:t>
    </dgm:pt>
    <dgm:pt modelId="{03416DAF-5759-4F8C-9669-C81BE1C9E940}" type="pres">
      <dgm:prSet presAssocID="{E877E2E9-DB8B-4E3F-B6DE-50AF3F8D4306}" presName="adorn" presStyleLbl="fgAccFollowNode1" presStyleIdx="11" presStyleCnt="15"/>
      <dgm:spPr/>
    </dgm:pt>
    <dgm:pt modelId="{7394021D-22D0-4284-80AA-D451347E4A42}" type="pres">
      <dgm:prSet presAssocID="{A74741EB-BB37-40ED-B1C1-285880F0012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90B937A-A760-4B57-BBB6-3BCACA45C361}" type="pres">
      <dgm:prSet presAssocID="{0AA1FEDE-184B-4AC8-A390-D920CDA493E9}" presName="compNode" presStyleCnt="0"/>
      <dgm:spPr/>
    </dgm:pt>
    <dgm:pt modelId="{C0B07ADB-F572-4BA3-8E19-EC2B28EAD4E1}" type="pres">
      <dgm:prSet presAssocID="{0AA1FEDE-184B-4AC8-A390-D920CDA493E9}" presName="childRect" presStyleLbl="bgAcc1" presStyleIdx="12" presStyleCnt="15">
        <dgm:presLayoutVars>
          <dgm:bulletEnabled val="1"/>
        </dgm:presLayoutVars>
      </dgm:prSet>
      <dgm:spPr/>
    </dgm:pt>
    <dgm:pt modelId="{FE201255-9E2C-4A28-B708-D0C60ED45231}" type="pres">
      <dgm:prSet presAssocID="{0AA1FEDE-184B-4AC8-A390-D920CDA493E9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F19CCE-3F3C-4EE8-962E-A151508CDF16}" type="pres">
      <dgm:prSet presAssocID="{0AA1FEDE-184B-4AC8-A390-D920CDA493E9}" presName="parentRect" presStyleLbl="alignNode1" presStyleIdx="12" presStyleCnt="15"/>
      <dgm:spPr/>
      <dgm:t>
        <a:bodyPr/>
        <a:lstStyle/>
        <a:p>
          <a:endParaRPr lang="en-US"/>
        </a:p>
      </dgm:t>
    </dgm:pt>
    <dgm:pt modelId="{30DBB62B-8925-4106-85DD-DBB755A1C788}" type="pres">
      <dgm:prSet presAssocID="{0AA1FEDE-184B-4AC8-A390-D920CDA493E9}" presName="adorn" presStyleLbl="fgAccFollowNode1" presStyleIdx="12" presStyleCnt="15"/>
      <dgm:spPr/>
    </dgm:pt>
    <dgm:pt modelId="{FB42A741-5CA1-443F-A95B-F038EF3FFBBE}" type="pres">
      <dgm:prSet presAssocID="{5A3D9DD3-0C1E-46B4-A477-DDF016094DA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19C839F-8B1F-4A1D-A5FF-01315A42D577}" type="pres">
      <dgm:prSet presAssocID="{04434BA3-CD23-4FB4-95A9-628E935CF34B}" presName="compNode" presStyleCnt="0"/>
      <dgm:spPr/>
    </dgm:pt>
    <dgm:pt modelId="{6560BEF1-CFED-45EB-AA83-F4C3A3B36F27}" type="pres">
      <dgm:prSet presAssocID="{04434BA3-CD23-4FB4-95A9-628E935CF34B}" presName="childRect" presStyleLbl="bgAcc1" presStyleIdx="13" presStyleCnt="15">
        <dgm:presLayoutVars>
          <dgm:bulletEnabled val="1"/>
        </dgm:presLayoutVars>
      </dgm:prSet>
      <dgm:spPr/>
    </dgm:pt>
    <dgm:pt modelId="{F4F64228-3D5D-432C-8068-3927BB22955B}" type="pres">
      <dgm:prSet presAssocID="{04434BA3-CD23-4FB4-95A9-628E935CF34B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9AA1D3-8433-4535-AA05-376A54489CD2}" type="pres">
      <dgm:prSet presAssocID="{04434BA3-CD23-4FB4-95A9-628E935CF34B}" presName="parentRect" presStyleLbl="alignNode1" presStyleIdx="13" presStyleCnt="15"/>
      <dgm:spPr/>
      <dgm:t>
        <a:bodyPr/>
        <a:lstStyle/>
        <a:p>
          <a:endParaRPr lang="en-US"/>
        </a:p>
      </dgm:t>
    </dgm:pt>
    <dgm:pt modelId="{129BAAB2-2D9B-44D6-A29E-B7056C999368}" type="pres">
      <dgm:prSet presAssocID="{04434BA3-CD23-4FB4-95A9-628E935CF34B}" presName="adorn" presStyleLbl="fgAccFollowNode1" presStyleIdx="13" presStyleCnt="15"/>
      <dgm:spPr/>
    </dgm:pt>
    <dgm:pt modelId="{5F792F30-85CE-4191-8434-1AA64FA9B896}" type="pres">
      <dgm:prSet presAssocID="{E75ED451-B573-4CC2-9F87-5B85A95E952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858777F-1960-4C95-966C-C2C0EB2E5ACE}" type="pres">
      <dgm:prSet presAssocID="{54340EC6-2E8B-4FF5-9AB9-1BA1EB6DEC6E}" presName="compNode" presStyleCnt="0"/>
      <dgm:spPr/>
    </dgm:pt>
    <dgm:pt modelId="{247A5744-7F6B-4018-A556-2836FD958FE6}" type="pres">
      <dgm:prSet presAssocID="{54340EC6-2E8B-4FF5-9AB9-1BA1EB6DEC6E}" presName="childRect" presStyleLbl="bgAcc1" presStyleIdx="14" presStyleCnt="15">
        <dgm:presLayoutVars>
          <dgm:bulletEnabled val="1"/>
        </dgm:presLayoutVars>
      </dgm:prSet>
      <dgm:spPr/>
    </dgm:pt>
    <dgm:pt modelId="{86675AC9-03CB-45DB-A789-C8DE2E4BCCE8}" type="pres">
      <dgm:prSet presAssocID="{54340EC6-2E8B-4FF5-9AB9-1BA1EB6DEC6E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EB101B-8AF2-4D19-92F9-98420B8E8917}" type="pres">
      <dgm:prSet presAssocID="{54340EC6-2E8B-4FF5-9AB9-1BA1EB6DEC6E}" presName="parentRect" presStyleLbl="alignNode1" presStyleIdx="14" presStyleCnt="15"/>
      <dgm:spPr/>
      <dgm:t>
        <a:bodyPr/>
        <a:lstStyle/>
        <a:p>
          <a:endParaRPr lang="en-US"/>
        </a:p>
      </dgm:t>
    </dgm:pt>
    <dgm:pt modelId="{CE13383C-C0AD-4471-A936-E92941BDC7EE}" type="pres">
      <dgm:prSet presAssocID="{54340EC6-2E8B-4FF5-9AB9-1BA1EB6DEC6E}" presName="adorn" presStyleLbl="fgAccFollowNode1" presStyleIdx="14" presStyleCnt="15"/>
      <dgm:spPr/>
    </dgm:pt>
  </dgm:ptLst>
  <dgm:cxnLst>
    <dgm:cxn modelId="{76D773F9-2B82-4B1E-9497-0654DDF95875}" srcId="{560E3277-C44C-4D3D-A9C6-A7B26D653B30}" destId="{C7604B0D-0EA7-4E5A-A51E-4003B334C57E}" srcOrd="6" destOrd="0" parTransId="{6AF5A1F3-939F-4114-B7B9-191FE486A236}" sibTransId="{5A11E85A-B036-4A6D-9D15-B012CC5B7651}"/>
    <dgm:cxn modelId="{CD9892D1-7F54-48C8-94AE-50E1B74F0804}" type="presOf" srcId="{0B8C7D92-C220-43F8-9D82-77403CDF516F}" destId="{E5D5B427-D736-4D66-84F4-9742AAECB27E}" srcOrd="0" destOrd="0" presId="urn:microsoft.com/office/officeart/2005/8/layout/bList2"/>
    <dgm:cxn modelId="{CE42A875-44DE-4A14-B3B3-2DC79D052BB1}" type="presOf" srcId="{503FD1BB-5013-405B-8765-59F01C750A7F}" destId="{A6C7BE3B-9A92-42B7-937F-A6233754ED1F}" srcOrd="0" destOrd="0" presId="urn:microsoft.com/office/officeart/2005/8/layout/bList2"/>
    <dgm:cxn modelId="{4E7F74BE-72BA-441A-9268-9ECB6C5A3222}" type="presOf" srcId="{90617A44-EC16-493A-9793-87BD1D7A45DA}" destId="{822790A1-9508-4E99-9749-36D029E97FC5}" srcOrd="0" destOrd="0" presId="urn:microsoft.com/office/officeart/2005/8/layout/bList2"/>
    <dgm:cxn modelId="{10C8C31F-69E7-4881-B60F-CD69452A3610}" type="presOf" srcId="{EE7D7B02-ECC5-4FD5-AA20-0DBD72658A8B}" destId="{8A2132DC-0F93-4DB3-B96E-916FF9D7E055}" srcOrd="0" destOrd="0" presId="urn:microsoft.com/office/officeart/2005/8/layout/bList2"/>
    <dgm:cxn modelId="{F96EFBBB-2A86-4748-9E8A-7EEBC6AE241C}" srcId="{560E3277-C44C-4D3D-A9C6-A7B26D653B30}" destId="{54340EC6-2E8B-4FF5-9AB9-1BA1EB6DEC6E}" srcOrd="14" destOrd="0" parTransId="{A2347FCC-2481-4A09-8A1F-1564BAB7F82B}" sibTransId="{9FAC1DF5-9D5C-4EF7-AC97-38F4DA8AAAD7}"/>
    <dgm:cxn modelId="{D91822B4-2827-48BF-BF66-04F4CD5FE601}" type="presOf" srcId="{5A11E85A-B036-4A6D-9D15-B012CC5B7651}" destId="{7953033C-E9FD-438E-A858-B11B139DAAE7}" srcOrd="0" destOrd="0" presId="urn:microsoft.com/office/officeart/2005/8/layout/bList2"/>
    <dgm:cxn modelId="{DAFA9BFB-8D9E-4E99-A82C-D4177684D629}" type="presOf" srcId="{A74741EB-BB37-40ED-B1C1-285880F0012D}" destId="{7394021D-22D0-4284-80AA-D451347E4A42}" srcOrd="0" destOrd="0" presId="urn:microsoft.com/office/officeart/2005/8/layout/bList2"/>
    <dgm:cxn modelId="{2619BE23-987B-4231-B569-C9157D396D04}" type="presOf" srcId="{560E3277-C44C-4D3D-A9C6-A7B26D653B30}" destId="{2E71BC58-B08B-4B83-9BA4-175E5A384935}" srcOrd="0" destOrd="0" presId="urn:microsoft.com/office/officeart/2005/8/layout/bList2"/>
    <dgm:cxn modelId="{25B874BC-7766-4735-A16E-63B21B6128B9}" srcId="{560E3277-C44C-4D3D-A9C6-A7B26D653B30}" destId="{3D71F0FA-266A-4389-A44B-D62A2C70D39C}" srcOrd="7" destOrd="0" parTransId="{6D0BEAEC-8F91-44AA-8FFE-EE310BAB5E3E}" sibTransId="{71CE7377-6F9F-4925-956E-F08F64D469FC}"/>
    <dgm:cxn modelId="{B843845F-33B6-437C-8ED0-B8105833A977}" type="presOf" srcId="{5560744B-609D-4C7C-9D24-800DADB11C3E}" destId="{D4393802-7956-4758-BAE6-13C18A9D4294}" srcOrd="0" destOrd="0" presId="urn:microsoft.com/office/officeart/2005/8/layout/bList2"/>
    <dgm:cxn modelId="{B4BFBB54-F3F8-4D5C-9363-5DDB58E0FC2D}" srcId="{560E3277-C44C-4D3D-A9C6-A7B26D653B30}" destId="{733A1B07-1A33-4A44-AE90-0A43DF22EB78}" srcOrd="9" destOrd="0" parTransId="{16CA1898-BDC3-4E69-8132-FB0FE075A0C0}" sibTransId="{5161F35C-2441-4679-993C-D2CEB6EBC82A}"/>
    <dgm:cxn modelId="{CE4D93E9-1342-4992-8C27-87EE226272FD}" type="presOf" srcId="{04434BA3-CD23-4FB4-95A9-628E935CF34B}" destId="{F4F64228-3D5D-432C-8068-3927BB22955B}" srcOrd="0" destOrd="0" presId="urn:microsoft.com/office/officeart/2005/8/layout/bList2"/>
    <dgm:cxn modelId="{C531554F-80AE-41C0-A94A-6B4875705093}" type="presOf" srcId="{54340EC6-2E8B-4FF5-9AB9-1BA1EB6DEC6E}" destId="{86675AC9-03CB-45DB-A789-C8DE2E4BCCE8}" srcOrd="0" destOrd="0" presId="urn:microsoft.com/office/officeart/2005/8/layout/bList2"/>
    <dgm:cxn modelId="{73A169D8-D6EF-4CA4-AD60-F145DC30E7D8}" type="presOf" srcId="{38BB3D20-3A4A-46F2-A320-951BE9D1871B}" destId="{67235E98-2C6D-4078-B6B2-13B0217688D7}" srcOrd="0" destOrd="0" presId="urn:microsoft.com/office/officeart/2005/8/layout/bList2"/>
    <dgm:cxn modelId="{38EE6AB2-0738-4D2A-8D0B-30316A4C42A7}" srcId="{560E3277-C44C-4D3D-A9C6-A7B26D653B30}" destId="{A500A9C3-C746-4234-858E-D08E1BF12200}" srcOrd="5" destOrd="0" parTransId="{026BD011-C68A-4DCC-B112-599EDE290348}" sibTransId="{5560744B-609D-4C7C-9D24-800DADB11C3E}"/>
    <dgm:cxn modelId="{B644E3C5-F2C1-450F-91EE-7CC94A65323C}" type="presOf" srcId="{3D71F0FA-266A-4389-A44B-D62A2C70D39C}" destId="{07938C4B-5477-4D64-809E-977F3F3901A2}" srcOrd="0" destOrd="0" presId="urn:microsoft.com/office/officeart/2005/8/layout/bList2"/>
    <dgm:cxn modelId="{F9313ECA-05EC-48AD-8582-037D3BA69595}" type="presOf" srcId="{5161F35C-2441-4679-993C-D2CEB6EBC82A}" destId="{72B7AE58-3583-42E1-8E04-7FA1FE91F0DC}" srcOrd="0" destOrd="0" presId="urn:microsoft.com/office/officeart/2005/8/layout/bList2"/>
    <dgm:cxn modelId="{9A666316-AE73-47E9-8480-BE8E59F882DE}" type="presOf" srcId="{3D71F0FA-266A-4389-A44B-D62A2C70D39C}" destId="{C93210B2-BB06-44FC-B3A8-8076C7E619DD}" srcOrd="1" destOrd="0" presId="urn:microsoft.com/office/officeart/2005/8/layout/bList2"/>
    <dgm:cxn modelId="{28A2E538-F908-44B3-AF10-910910481F53}" type="presOf" srcId="{F27FB8AD-61E7-4C11-BD35-4C8D0C87036C}" destId="{E5B36814-1244-420D-9E63-824E57362EC1}" srcOrd="1" destOrd="0" presId="urn:microsoft.com/office/officeart/2005/8/layout/bList2"/>
    <dgm:cxn modelId="{83D2AEF8-D208-493B-B733-26BAFD99A568}" srcId="{560E3277-C44C-4D3D-A9C6-A7B26D653B30}" destId="{04434BA3-CD23-4FB4-95A9-628E935CF34B}" srcOrd="13" destOrd="0" parTransId="{956104CF-572F-4F01-93AD-2C581A630B8A}" sibTransId="{E75ED451-B573-4CC2-9F87-5B85A95E9523}"/>
    <dgm:cxn modelId="{ADEEE085-66DA-437D-AF48-2EB3BAED3357}" type="presOf" srcId="{503FD1BB-5013-405B-8765-59F01C750A7F}" destId="{741F61A8-6F59-43CB-8AD9-BC6ED6AF68B0}" srcOrd="1" destOrd="0" presId="urn:microsoft.com/office/officeart/2005/8/layout/bList2"/>
    <dgm:cxn modelId="{B3C818BD-9BAC-480B-A511-68CAFA4CA456}" type="presOf" srcId="{806C2EBA-A9C7-4E58-B699-5A7BCB8E7D18}" destId="{53A6185B-5E1E-422A-9C69-63DC138FBECB}" srcOrd="0" destOrd="0" presId="urn:microsoft.com/office/officeart/2005/8/layout/bList2"/>
    <dgm:cxn modelId="{2D023869-466B-49A5-B64F-72B92A134E53}" type="presOf" srcId="{76A7899C-4C8B-45CD-AA75-4DB5EE0165E5}" destId="{6385C7B2-3A68-479E-ACDA-4EB26DFAFAF6}" srcOrd="0" destOrd="0" presId="urn:microsoft.com/office/officeart/2005/8/layout/bList2"/>
    <dgm:cxn modelId="{191BCB99-0829-4EDB-87B3-820B52BAC7E0}" type="presOf" srcId="{A500A9C3-C746-4234-858E-D08E1BF12200}" destId="{8B6CB0E1-6BB9-4124-9CAE-147F9D11F074}" srcOrd="1" destOrd="0" presId="urn:microsoft.com/office/officeart/2005/8/layout/bList2"/>
    <dgm:cxn modelId="{35CFF36E-B180-48A1-BFD0-B45C849AD7AD}" type="presOf" srcId="{A500A9C3-C746-4234-858E-D08E1BF12200}" destId="{8DBDFBA0-E54D-4633-AB00-1A7235B21179}" srcOrd="0" destOrd="0" presId="urn:microsoft.com/office/officeart/2005/8/layout/bList2"/>
    <dgm:cxn modelId="{88C2FA41-BBE1-440B-9B2F-B2320324BD19}" type="presOf" srcId="{5A3D9DD3-0C1E-46B4-A477-DDF016094DA2}" destId="{FB42A741-5CA1-443F-A95B-F038EF3FFBBE}" srcOrd="0" destOrd="0" presId="urn:microsoft.com/office/officeart/2005/8/layout/bList2"/>
    <dgm:cxn modelId="{C54936C8-A789-44C1-A4FC-C3825AE522DB}" srcId="{560E3277-C44C-4D3D-A9C6-A7B26D653B30}" destId="{A21875F8-5E1B-4600-9721-9DD624149C42}" srcOrd="3" destOrd="0" parTransId="{A83FA527-A696-4C08-9FB7-13473E880AD0}" sibTransId="{EE7D7B02-ECC5-4FD5-AA20-0DBD72658A8B}"/>
    <dgm:cxn modelId="{4DED231E-D698-4EA9-B844-F96D52058C58}" type="presOf" srcId="{E75ED451-B573-4CC2-9F87-5B85A95E9523}" destId="{5F792F30-85CE-4191-8434-1AA64FA9B896}" srcOrd="0" destOrd="0" presId="urn:microsoft.com/office/officeart/2005/8/layout/bList2"/>
    <dgm:cxn modelId="{9B622CA3-9AD0-4036-BF77-C61273C231C8}" type="presOf" srcId="{C7604B0D-0EA7-4E5A-A51E-4003B334C57E}" destId="{5198C5DF-3E3E-436B-A9A7-221F5B8DB4A2}" srcOrd="1" destOrd="0" presId="urn:microsoft.com/office/officeart/2005/8/layout/bList2"/>
    <dgm:cxn modelId="{EDB97B99-AFDF-4593-B448-FCAFB9BE03EE}" srcId="{560E3277-C44C-4D3D-A9C6-A7B26D653B30}" destId="{0AA1FEDE-184B-4AC8-A390-D920CDA493E9}" srcOrd="12" destOrd="0" parTransId="{407CCC37-4620-41CC-9003-90DC17F9A473}" sibTransId="{5A3D9DD3-0C1E-46B4-A477-DDF016094DA2}"/>
    <dgm:cxn modelId="{88CB7A4D-58E2-48B1-BC40-C8FF4E9937AE}" srcId="{560E3277-C44C-4D3D-A9C6-A7B26D653B30}" destId="{38BB3D20-3A4A-46F2-A320-951BE9D1871B}" srcOrd="1" destOrd="0" parTransId="{7B2BF4E6-AB7B-4D86-BE97-F4F241F1BC9F}" sibTransId="{0B8C7D92-C220-43F8-9D82-77403CDF516F}"/>
    <dgm:cxn modelId="{1677CAF7-F94D-4130-A650-5392935555BA}" srcId="{560E3277-C44C-4D3D-A9C6-A7B26D653B30}" destId="{503FD1BB-5013-405B-8765-59F01C750A7F}" srcOrd="10" destOrd="0" parTransId="{60A4A4BA-D064-4C07-B6BA-24FF22570736}" sibTransId="{C5115981-22AC-406B-AFB3-80E03F58D24E}"/>
    <dgm:cxn modelId="{A853D7A2-D5C4-4653-BCA9-9C77E5AFFE68}" type="presOf" srcId="{38BB3D20-3A4A-46F2-A320-951BE9D1871B}" destId="{8CCAA9E2-2930-4200-BB32-748A700973EE}" srcOrd="1" destOrd="0" presId="urn:microsoft.com/office/officeart/2005/8/layout/bList2"/>
    <dgm:cxn modelId="{5DFBE4BE-36D2-49D3-9AC2-390CF1168369}" type="presOf" srcId="{E877E2E9-DB8B-4E3F-B6DE-50AF3F8D4306}" destId="{5664CC94-5A81-4175-AB9A-CD37E2945093}" srcOrd="1" destOrd="0" presId="urn:microsoft.com/office/officeart/2005/8/layout/bList2"/>
    <dgm:cxn modelId="{35B505B4-3983-4DA7-B210-649A3FB506BD}" type="presOf" srcId="{C5115981-22AC-406B-AFB3-80E03F58D24E}" destId="{258861A9-269B-4630-B047-9CEE94E8FBE8}" srcOrd="0" destOrd="0" presId="urn:microsoft.com/office/officeart/2005/8/layout/bList2"/>
    <dgm:cxn modelId="{F0A3AF0C-E758-42DA-817A-4DB3D0E17404}" srcId="{560E3277-C44C-4D3D-A9C6-A7B26D653B30}" destId="{90617A44-EC16-493A-9793-87BD1D7A45DA}" srcOrd="4" destOrd="0" parTransId="{27DEA01E-B73D-4C12-8519-21212746E4B1}" sibTransId="{C1E69398-85E7-44BF-9296-DD87FEE44A87}"/>
    <dgm:cxn modelId="{705E100D-FD66-4CF6-9396-BE7C69B36215}" srcId="{560E3277-C44C-4D3D-A9C6-A7B26D653B30}" destId="{806C2EBA-A9C7-4E58-B699-5A7BCB8E7D18}" srcOrd="8" destOrd="0" parTransId="{3589A5ED-73AD-408A-89C6-2502BF1FB9E5}" sibTransId="{76A7899C-4C8B-45CD-AA75-4DB5EE0165E5}"/>
    <dgm:cxn modelId="{7FF19D0B-943E-49C2-9FFD-724BC3D3AF1F}" type="presOf" srcId="{0AA1FEDE-184B-4AC8-A390-D920CDA493E9}" destId="{FE201255-9E2C-4A28-B708-D0C60ED45231}" srcOrd="0" destOrd="0" presId="urn:microsoft.com/office/officeart/2005/8/layout/bList2"/>
    <dgm:cxn modelId="{59C4F12F-67B4-4342-A17F-2E26286A81BD}" type="presOf" srcId="{C7604B0D-0EA7-4E5A-A51E-4003B334C57E}" destId="{8661F939-9549-432D-8329-C4819070947F}" srcOrd="0" destOrd="0" presId="urn:microsoft.com/office/officeart/2005/8/layout/bList2"/>
    <dgm:cxn modelId="{183C08A6-F1EE-45F9-B929-31FF914A9617}" type="presOf" srcId="{733A1B07-1A33-4A44-AE90-0A43DF22EB78}" destId="{FFF8FE84-F373-4C34-BEE8-3CFF467EFAC8}" srcOrd="0" destOrd="0" presId="urn:microsoft.com/office/officeart/2005/8/layout/bList2"/>
    <dgm:cxn modelId="{7E15AEF3-2A38-4955-8ED0-778026FCFBA0}" type="presOf" srcId="{A21875F8-5E1B-4600-9721-9DD624149C42}" destId="{85BDA41E-FE39-4AD1-A491-2F5F649931ED}" srcOrd="0" destOrd="0" presId="urn:microsoft.com/office/officeart/2005/8/layout/bList2"/>
    <dgm:cxn modelId="{D1124D68-7A2A-4DB0-B909-B9E9CBCE5898}" type="presOf" srcId="{90617A44-EC16-493A-9793-87BD1D7A45DA}" destId="{7CBB7D87-69D9-45E9-93D5-E8EBD4346A56}" srcOrd="1" destOrd="0" presId="urn:microsoft.com/office/officeart/2005/8/layout/bList2"/>
    <dgm:cxn modelId="{F4FDF675-E238-4094-913B-4FF0706BBFE7}" type="presOf" srcId="{04434BA3-CD23-4FB4-95A9-628E935CF34B}" destId="{A29AA1D3-8433-4535-AA05-376A54489CD2}" srcOrd="1" destOrd="0" presId="urn:microsoft.com/office/officeart/2005/8/layout/bList2"/>
    <dgm:cxn modelId="{7158B784-E5FB-4A57-8630-8B6926113315}" type="presOf" srcId="{A21875F8-5E1B-4600-9721-9DD624149C42}" destId="{7D1FB6E3-E0E4-44D6-A085-5BB5AD15CDA9}" srcOrd="1" destOrd="0" presId="urn:microsoft.com/office/officeart/2005/8/layout/bList2"/>
    <dgm:cxn modelId="{260CF6C2-4192-4356-8300-7AB193830ACD}" type="presOf" srcId="{806C2EBA-A9C7-4E58-B699-5A7BCB8E7D18}" destId="{CBA3ABBA-909A-4868-8584-493850B39EDC}" srcOrd="1" destOrd="0" presId="urn:microsoft.com/office/officeart/2005/8/layout/bList2"/>
    <dgm:cxn modelId="{312D3D63-8CF0-4650-AC88-210CA060CB2E}" srcId="{560E3277-C44C-4D3D-A9C6-A7B26D653B30}" destId="{F27FB8AD-61E7-4C11-BD35-4C8D0C87036C}" srcOrd="2" destOrd="0" parTransId="{65B7171D-5C47-4131-AA51-ADEF6E8E743D}" sibTransId="{6BA5523C-B262-4502-A819-A2D46531148B}"/>
    <dgm:cxn modelId="{D39E81C4-7BBE-498E-B0D9-682A61F25FA2}" type="presOf" srcId="{54340EC6-2E8B-4FF5-9AB9-1BA1EB6DEC6E}" destId="{79EB101B-8AF2-4D19-92F9-98420B8E8917}" srcOrd="1" destOrd="0" presId="urn:microsoft.com/office/officeart/2005/8/layout/bList2"/>
    <dgm:cxn modelId="{1D535718-65C7-4DB5-B0D2-98B2C929F2A6}" type="presOf" srcId="{0AA1FEDE-184B-4AC8-A390-D920CDA493E9}" destId="{90F19CCE-3F3C-4EE8-962E-A151508CDF16}" srcOrd="1" destOrd="0" presId="urn:microsoft.com/office/officeart/2005/8/layout/bList2"/>
    <dgm:cxn modelId="{67A7147C-38A6-4540-9154-1172CDECDC17}" srcId="{560E3277-C44C-4D3D-A9C6-A7B26D653B30}" destId="{C73D71FF-F160-44C3-965D-BAE16F3B33CB}" srcOrd="0" destOrd="0" parTransId="{337B869B-E6F2-4C16-A2B0-598C04CA7EA1}" sibTransId="{AC39FA4A-02DE-4B35-9982-99B404505592}"/>
    <dgm:cxn modelId="{47767711-596A-44D3-9388-17A1FA0BCB8F}" type="presOf" srcId="{E877E2E9-DB8B-4E3F-B6DE-50AF3F8D4306}" destId="{4EFF4DC3-0F21-45BE-98B7-93BAA4D8053A}" srcOrd="0" destOrd="0" presId="urn:microsoft.com/office/officeart/2005/8/layout/bList2"/>
    <dgm:cxn modelId="{4668FE94-9CCE-43B3-88EE-7BF87238C241}" srcId="{560E3277-C44C-4D3D-A9C6-A7B26D653B30}" destId="{E877E2E9-DB8B-4E3F-B6DE-50AF3F8D4306}" srcOrd="11" destOrd="0" parTransId="{12EC133E-0178-4C98-99D4-479BCA0702FF}" sibTransId="{A74741EB-BB37-40ED-B1C1-285880F0012D}"/>
    <dgm:cxn modelId="{25A8D7D2-36DD-4DA2-814D-20F89ADE4E14}" type="presOf" srcId="{C73D71FF-F160-44C3-965D-BAE16F3B33CB}" destId="{0EECDEC5-5279-4297-BB52-753C99A08DEC}" srcOrd="0" destOrd="0" presId="urn:microsoft.com/office/officeart/2005/8/layout/bList2"/>
    <dgm:cxn modelId="{FEA749BB-C0A6-429C-B1D3-758E01625041}" type="presOf" srcId="{C1E69398-85E7-44BF-9296-DD87FEE44A87}" destId="{675FAE22-6DED-434C-AFF6-55373D72693C}" srcOrd="0" destOrd="0" presId="urn:microsoft.com/office/officeart/2005/8/layout/bList2"/>
    <dgm:cxn modelId="{8D851771-F8F9-49D5-93C0-928A2B0977E5}" type="presOf" srcId="{C73D71FF-F160-44C3-965D-BAE16F3B33CB}" destId="{0768B1FC-FBD8-4C6B-8E41-C4FEC2F8A2E6}" srcOrd="1" destOrd="0" presId="urn:microsoft.com/office/officeart/2005/8/layout/bList2"/>
    <dgm:cxn modelId="{827A310E-C5BF-45E4-B301-F1A10AC4DB98}" type="presOf" srcId="{F27FB8AD-61E7-4C11-BD35-4C8D0C87036C}" destId="{FEF977BC-5138-463A-82DD-7FDC18CBE36F}" srcOrd="0" destOrd="0" presId="urn:microsoft.com/office/officeart/2005/8/layout/bList2"/>
    <dgm:cxn modelId="{BFBFA2F6-37B2-4395-9C4F-BCE3865AE15C}" type="presOf" srcId="{AC39FA4A-02DE-4B35-9982-99B404505592}" destId="{D3903880-CAD5-4061-8F0F-BE2DE5E19D7C}" srcOrd="0" destOrd="0" presId="urn:microsoft.com/office/officeart/2005/8/layout/bList2"/>
    <dgm:cxn modelId="{E4D1CFD3-02E4-4E94-BF77-72E5E77A8D16}" type="presOf" srcId="{71CE7377-6F9F-4925-956E-F08F64D469FC}" destId="{3F8760B8-89BE-483C-AE7D-09EB417B46C1}" srcOrd="0" destOrd="0" presId="urn:microsoft.com/office/officeart/2005/8/layout/bList2"/>
    <dgm:cxn modelId="{DB5DBF26-8417-46AD-919A-7A198C29994D}" type="presOf" srcId="{6BA5523C-B262-4502-A819-A2D46531148B}" destId="{FAFF3351-3790-441D-B6E6-62AA564C1BE7}" srcOrd="0" destOrd="0" presId="urn:microsoft.com/office/officeart/2005/8/layout/bList2"/>
    <dgm:cxn modelId="{FFF4446E-9B41-4C95-A5CB-EE4B89519934}" type="presOf" srcId="{733A1B07-1A33-4A44-AE90-0A43DF22EB78}" destId="{65609869-5F41-4727-8298-95034727DA4D}" srcOrd="1" destOrd="0" presId="urn:microsoft.com/office/officeart/2005/8/layout/bList2"/>
    <dgm:cxn modelId="{0C1569D1-9803-43C0-8B3A-614D2CDA5F4B}" type="presParOf" srcId="{2E71BC58-B08B-4B83-9BA4-175E5A384935}" destId="{64E99F4D-C8EA-4BB3-A248-75149431BA49}" srcOrd="0" destOrd="0" presId="urn:microsoft.com/office/officeart/2005/8/layout/bList2"/>
    <dgm:cxn modelId="{B85E945E-E717-4C20-AEE5-5844DD13CAC3}" type="presParOf" srcId="{64E99F4D-C8EA-4BB3-A248-75149431BA49}" destId="{C7779C0E-D375-4822-BB6C-5AFF19DC738F}" srcOrd="0" destOrd="0" presId="urn:microsoft.com/office/officeart/2005/8/layout/bList2"/>
    <dgm:cxn modelId="{BDDA2F3F-C7A9-42F6-9EFA-232057F77C09}" type="presParOf" srcId="{64E99F4D-C8EA-4BB3-A248-75149431BA49}" destId="{0EECDEC5-5279-4297-BB52-753C99A08DEC}" srcOrd="1" destOrd="0" presId="urn:microsoft.com/office/officeart/2005/8/layout/bList2"/>
    <dgm:cxn modelId="{4489DAAD-2EE9-49DE-8351-9520891BCCAB}" type="presParOf" srcId="{64E99F4D-C8EA-4BB3-A248-75149431BA49}" destId="{0768B1FC-FBD8-4C6B-8E41-C4FEC2F8A2E6}" srcOrd="2" destOrd="0" presId="urn:microsoft.com/office/officeart/2005/8/layout/bList2"/>
    <dgm:cxn modelId="{926FA263-8469-4AFD-A1E6-64230ECD6C6D}" type="presParOf" srcId="{64E99F4D-C8EA-4BB3-A248-75149431BA49}" destId="{7A00AE2D-0663-4E3D-A4B0-3F1C71BBAF01}" srcOrd="3" destOrd="0" presId="urn:microsoft.com/office/officeart/2005/8/layout/bList2"/>
    <dgm:cxn modelId="{C680C3F6-ACCC-490A-B12A-E948196DCAF3}" type="presParOf" srcId="{2E71BC58-B08B-4B83-9BA4-175E5A384935}" destId="{D3903880-CAD5-4061-8F0F-BE2DE5E19D7C}" srcOrd="1" destOrd="0" presId="urn:microsoft.com/office/officeart/2005/8/layout/bList2"/>
    <dgm:cxn modelId="{D9682F4D-6CC2-4BAC-8161-71960E96CD1D}" type="presParOf" srcId="{2E71BC58-B08B-4B83-9BA4-175E5A384935}" destId="{06571B8A-953D-400C-B9A5-21BE61BE150D}" srcOrd="2" destOrd="0" presId="urn:microsoft.com/office/officeart/2005/8/layout/bList2"/>
    <dgm:cxn modelId="{6F6B20D5-B934-489F-B5DA-B7D738BD399F}" type="presParOf" srcId="{06571B8A-953D-400C-B9A5-21BE61BE150D}" destId="{5421CA45-9EAC-4EFC-9D7B-518849787227}" srcOrd="0" destOrd="0" presId="urn:microsoft.com/office/officeart/2005/8/layout/bList2"/>
    <dgm:cxn modelId="{292B592D-4D3E-45C1-9DC5-4B50031DF2C0}" type="presParOf" srcId="{06571B8A-953D-400C-B9A5-21BE61BE150D}" destId="{67235E98-2C6D-4078-B6B2-13B0217688D7}" srcOrd="1" destOrd="0" presId="urn:microsoft.com/office/officeart/2005/8/layout/bList2"/>
    <dgm:cxn modelId="{03CF66E2-CC90-4A83-8324-658866F26195}" type="presParOf" srcId="{06571B8A-953D-400C-B9A5-21BE61BE150D}" destId="{8CCAA9E2-2930-4200-BB32-748A700973EE}" srcOrd="2" destOrd="0" presId="urn:microsoft.com/office/officeart/2005/8/layout/bList2"/>
    <dgm:cxn modelId="{95581716-4A5D-492A-B46E-80A8CB599E9E}" type="presParOf" srcId="{06571B8A-953D-400C-B9A5-21BE61BE150D}" destId="{4C7AD974-6EA7-4118-8961-096CC1482C53}" srcOrd="3" destOrd="0" presId="urn:microsoft.com/office/officeart/2005/8/layout/bList2"/>
    <dgm:cxn modelId="{C5162B45-E06A-4189-9959-B55407C87E39}" type="presParOf" srcId="{2E71BC58-B08B-4B83-9BA4-175E5A384935}" destId="{E5D5B427-D736-4D66-84F4-9742AAECB27E}" srcOrd="3" destOrd="0" presId="urn:microsoft.com/office/officeart/2005/8/layout/bList2"/>
    <dgm:cxn modelId="{0E4905F0-55B6-473E-9CC7-A7410D62AB5C}" type="presParOf" srcId="{2E71BC58-B08B-4B83-9BA4-175E5A384935}" destId="{3457709F-C05C-4D3E-847C-327E0110C175}" srcOrd="4" destOrd="0" presId="urn:microsoft.com/office/officeart/2005/8/layout/bList2"/>
    <dgm:cxn modelId="{C98D2F91-0B25-4675-B274-217BC39106C8}" type="presParOf" srcId="{3457709F-C05C-4D3E-847C-327E0110C175}" destId="{5CE26264-A05A-45B0-BBAD-9F3300160A23}" srcOrd="0" destOrd="0" presId="urn:microsoft.com/office/officeart/2005/8/layout/bList2"/>
    <dgm:cxn modelId="{0C76DA70-6F72-4045-A31C-8CF5CBB62D7C}" type="presParOf" srcId="{3457709F-C05C-4D3E-847C-327E0110C175}" destId="{FEF977BC-5138-463A-82DD-7FDC18CBE36F}" srcOrd="1" destOrd="0" presId="urn:microsoft.com/office/officeart/2005/8/layout/bList2"/>
    <dgm:cxn modelId="{C0474C31-976F-4373-9D5C-0207BB731888}" type="presParOf" srcId="{3457709F-C05C-4D3E-847C-327E0110C175}" destId="{E5B36814-1244-420D-9E63-824E57362EC1}" srcOrd="2" destOrd="0" presId="urn:microsoft.com/office/officeart/2005/8/layout/bList2"/>
    <dgm:cxn modelId="{2A738318-CDF1-4C6D-B222-75F288F0AE3C}" type="presParOf" srcId="{3457709F-C05C-4D3E-847C-327E0110C175}" destId="{DE2EC606-6508-4E28-9E88-2FFF5562B525}" srcOrd="3" destOrd="0" presId="urn:microsoft.com/office/officeart/2005/8/layout/bList2"/>
    <dgm:cxn modelId="{70873663-F45E-44F4-97D7-F01764F0DC83}" type="presParOf" srcId="{2E71BC58-B08B-4B83-9BA4-175E5A384935}" destId="{FAFF3351-3790-441D-B6E6-62AA564C1BE7}" srcOrd="5" destOrd="0" presId="urn:microsoft.com/office/officeart/2005/8/layout/bList2"/>
    <dgm:cxn modelId="{09C010C9-8CB9-47B6-AD6F-57A9D901A50D}" type="presParOf" srcId="{2E71BC58-B08B-4B83-9BA4-175E5A384935}" destId="{A81C1F6C-3FF7-4A5A-BBAD-792921D996F8}" srcOrd="6" destOrd="0" presId="urn:microsoft.com/office/officeart/2005/8/layout/bList2"/>
    <dgm:cxn modelId="{210AD259-1713-4DC8-9925-7EA921E28EEA}" type="presParOf" srcId="{A81C1F6C-3FF7-4A5A-BBAD-792921D996F8}" destId="{FF34EEF1-2D61-4160-BB57-28BD3E23BED5}" srcOrd="0" destOrd="0" presId="urn:microsoft.com/office/officeart/2005/8/layout/bList2"/>
    <dgm:cxn modelId="{CE57DCDB-FE96-4FAB-8D7E-B311395D4D2D}" type="presParOf" srcId="{A81C1F6C-3FF7-4A5A-BBAD-792921D996F8}" destId="{85BDA41E-FE39-4AD1-A491-2F5F649931ED}" srcOrd="1" destOrd="0" presId="urn:microsoft.com/office/officeart/2005/8/layout/bList2"/>
    <dgm:cxn modelId="{C7D91A35-9432-4040-AF1A-7305A219C345}" type="presParOf" srcId="{A81C1F6C-3FF7-4A5A-BBAD-792921D996F8}" destId="{7D1FB6E3-E0E4-44D6-A085-5BB5AD15CDA9}" srcOrd="2" destOrd="0" presId="urn:microsoft.com/office/officeart/2005/8/layout/bList2"/>
    <dgm:cxn modelId="{3A8F8AE2-9377-45F2-A088-6756408DA5AC}" type="presParOf" srcId="{A81C1F6C-3FF7-4A5A-BBAD-792921D996F8}" destId="{752383EB-A63C-48CD-BD8D-A3B612C043B3}" srcOrd="3" destOrd="0" presId="urn:microsoft.com/office/officeart/2005/8/layout/bList2"/>
    <dgm:cxn modelId="{49DAFDA5-545C-4F93-9852-763884E84E5F}" type="presParOf" srcId="{2E71BC58-B08B-4B83-9BA4-175E5A384935}" destId="{8A2132DC-0F93-4DB3-B96E-916FF9D7E055}" srcOrd="7" destOrd="0" presId="urn:microsoft.com/office/officeart/2005/8/layout/bList2"/>
    <dgm:cxn modelId="{078AA584-8A76-4DE2-A0CB-C73DB6572D36}" type="presParOf" srcId="{2E71BC58-B08B-4B83-9BA4-175E5A384935}" destId="{0BC6215B-F03B-46DA-953F-03CBF2D3E211}" srcOrd="8" destOrd="0" presId="urn:microsoft.com/office/officeart/2005/8/layout/bList2"/>
    <dgm:cxn modelId="{C41810FE-F4D5-4F9B-9731-60D4361F1134}" type="presParOf" srcId="{0BC6215B-F03B-46DA-953F-03CBF2D3E211}" destId="{51A10DAA-30A6-4B1C-930B-AA637E4C0F71}" srcOrd="0" destOrd="0" presId="urn:microsoft.com/office/officeart/2005/8/layout/bList2"/>
    <dgm:cxn modelId="{34681CE2-3849-4D22-A7B0-DB392C3FE109}" type="presParOf" srcId="{0BC6215B-F03B-46DA-953F-03CBF2D3E211}" destId="{822790A1-9508-4E99-9749-36D029E97FC5}" srcOrd="1" destOrd="0" presId="urn:microsoft.com/office/officeart/2005/8/layout/bList2"/>
    <dgm:cxn modelId="{A835FF09-4DA5-4B34-A98D-60283320839D}" type="presParOf" srcId="{0BC6215B-F03B-46DA-953F-03CBF2D3E211}" destId="{7CBB7D87-69D9-45E9-93D5-E8EBD4346A56}" srcOrd="2" destOrd="0" presId="urn:microsoft.com/office/officeart/2005/8/layout/bList2"/>
    <dgm:cxn modelId="{74CD50C6-48BF-4174-AFA3-A9D92A761ABF}" type="presParOf" srcId="{0BC6215B-F03B-46DA-953F-03CBF2D3E211}" destId="{223AE8FF-47DA-428F-BD70-D82735AD7A7E}" srcOrd="3" destOrd="0" presId="urn:microsoft.com/office/officeart/2005/8/layout/bList2"/>
    <dgm:cxn modelId="{92D433E8-CA64-486B-86B6-4F3A59D56B37}" type="presParOf" srcId="{2E71BC58-B08B-4B83-9BA4-175E5A384935}" destId="{675FAE22-6DED-434C-AFF6-55373D72693C}" srcOrd="9" destOrd="0" presId="urn:microsoft.com/office/officeart/2005/8/layout/bList2"/>
    <dgm:cxn modelId="{6E1B3511-3F92-4B7B-AC86-BE62C4B68D0C}" type="presParOf" srcId="{2E71BC58-B08B-4B83-9BA4-175E5A384935}" destId="{AC1A36B1-48A3-4101-875E-7FA1B28C420C}" srcOrd="10" destOrd="0" presId="urn:microsoft.com/office/officeart/2005/8/layout/bList2"/>
    <dgm:cxn modelId="{2BCFA3CB-1AFD-4A03-905C-1FF6117DEF6F}" type="presParOf" srcId="{AC1A36B1-48A3-4101-875E-7FA1B28C420C}" destId="{87808533-FA50-4AA3-996B-CB018FADCBAB}" srcOrd="0" destOrd="0" presId="urn:microsoft.com/office/officeart/2005/8/layout/bList2"/>
    <dgm:cxn modelId="{8F5D15FC-A6DC-4705-81EC-F9C8D64971CC}" type="presParOf" srcId="{AC1A36B1-48A3-4101-875E-7FA1B28C420C}" destId="{8DBDFBA0-E54D-4633-AB00-1A7235B21179}" srcOrd="1" destOrd="0" presId="urn:microsoft.com/office/officeart/2005/8/layout/bList2"/>
    <dgm:cxn modelId="{AC6CBAA2-78E7-467C-9172-213A112EDC1F}" type="presParOf" srcId="{AC1A36B1-48A3-4101-875E-7FA1B28C420C}" destId="{8B6CB0E1-6BB9-4124-9CAE-147F9D11F074}" srcOrd="2" destOrd="0" presId="urn:microsoft.com/office/officeart/2005/8/layout/bList2"/>
    <dgm:cxn modelId="{258D2053-EFB0-4FD7-9624-50A74FD06ADA}" type="presParOf" srcId="{AC1A36B1-48A3-4101-875E-7FA1B28C420C}" destId="{0947D6A2-F28F-4DA9-A80E-32F8730B9583}" srcOrd="3" destOrd="0" presId="urn:microsoft.com/office/officeart/2005/8/layout/bList2"/>
    <dgm:cxn modelId="{FFF00068-7ED6-4843-A109-798B9EC5F8C7}" type="presParOf" srcId="{2E71BC58-B08B-4B83-9BA4-175E5A384935}" destId="{D4393802-7956-4758-BAE6-13C18A9D4294}" srcOrd="11" destOrd="0" presId="urn:microsoft.com/office/officeart/2005/8/layout/bList2"/>
    <dgm:cxn modelId="{CB79EFE8-7DB0-4FAE-9DE6-E6DD8EB1BC54}" type="presParOf" srcId="{2E71BC58-B08B-4B83-9BA4-175E5A384935}" destId="{49AA3E6B-527A-4ECE-9A14-BEAB0B4A1BB4}" srcOrd="12" destOrd="0" presId="urn:microsoft.com/office/officeart/2005/8/layout/bList2"/>
    <dgm:cxn modelId="{B229A4AA-EB6A-4FD1-A11C-3CF8BD22654A}" type="presParOf" srcId="{49AA3E6B-527A-4ECE-9A14-BEAB0B4A1BB4}" destId="{202F6545-4C3D-424D-AFCE-7237451671A9}" srcOrd="0" destOrd="0" presId="urn:microsoft.com/office/officeart/2005/8/layout/bList2"/>
    <dgm:cxn modelId="{9F810AFC-6745-47F4-BC8C-123E992BDB67}" type="presParOf" srcId="{49AA3E6B-527A-4ECE-9A14-BEAB0B4A1BB4}" destId="{8661F939-9549-432D-8329-C4819070947F}" srcOrd="1" destOrd="0" presId="urn:microsoft.com/office/officeart/2005/8/layout/bList2"/>
    <dgm:cxn modelId="{ACF6B08E-8CB5-42EB-91CE-C1513ADF9E3B}" type="presParOf" srcId="{49AA3E6B-527A-4ECE-9A14-BEAB0B4A1BB4}" destId="{5198C5DF-3E3E-436B-A9A7-221F5B8DB4A2}" srcOrd="2" destOrd="0" presId="urn:microsoft.com/office/officeart/2005/8/layout/bList2"/>
    <dgm:cxn modelId="{8FB428F1-C453-4B5D-BC61-5A1E95591CB2}" type="presParOf" srcId="{49AA3E6B-527A-4ECE-9A14-BEAB0B4A1BB4}" destId="{DBD1130C-F154-4002-910A-CCF55700DD73}" srcOrd="3" destOrd="0" presId="urn:microsoft.com/office/officeart/2005/8/layout/bList2"/>
    <dgm:cxn modelId="{12F43C6A-D5C3-4BF3-907D-0CF72C74B2A9}" type="presParOf" srcId="{2E71BC58-B08B-4B83-9BA4-175E5A384935}" destId="{7953033C-E9FD-438E-A858-B11B139DAAE7}" srcOrd="13" destOrd="0" presId="urn:microsoft.com/office/officeart/2005/8/layout/bList2"/>
    <dgm:cxn modelId="{3B721100-9E9A-4D39-ADE4-7419633AA3A5}" type="presParOf" srcId="{2E71BC58-B08B-4B83-9BA4-175E5A384935}" destId="{CC75772C-D734-4E52-ADFE-23E81D547873}" srcOrd="14" destOrd="0" presId="urn:microsoft.com/office/officeart/2005/8/layout/bList2"/>
    <dgm:cxn modelId="{2E91993A-A2AA-4BA5-8A36-8A593B0DB1CD}" type="presParOf" srcId="{CC75772C-D734-4E52-ADFE-23E81D547873}" destId="{9C348441-5DC6-4FB7-8F58-968160129073}" srcOrd="0" destOrd="0" presId="urn:microsoft.com/office/officeart/2005/8/layout/bList2"/>
    <dgm:cxn modelId="{F9874D6A-A0F7-4FEB-97A4-AA39D1BA4084}" type="presParOf" srcId="{CC75772C-D734-4E52-ADFE-23E81D547873}" destId="{07938C4B-5477-4D64-809E-977F3F3901A2}" srcOrd="1" destOrd="0" presId="urn:microsoft.com/office/officeart/2005/8/layout/bList2"/>
    <dgm:cxn modelId="{FBBD5E03-CA09-48FB-98FA-D8BE52DB4186}" type="presParOf" srcId="{CC75772C-D734-4E52-ADFE-23E81D547873}" destId="{C93210B2-BB06-44FC-B3A8-8076C7E619DD}" srcOrd="2" destOrd="0" presId="urn:microsoft.com/office/officeart/2005/8/layout/bList2"/>
    <dgm:cxn modelId="{5163509F-D8E2-4F45-88D0-C265DD379ECB}" type="presParOf" srcId="{CC75772C-D734-4E52-ADFE-23E81D547873}" destId="{6A20F899-C0A2-4278-AF34-FF571F2F70CA}" srcOrd="3" destOrd="0" presId="urn:microsoft.com/office/officeart/2005/8/layout/bList2"/>
    <dgm:cxn modelId="{CEA32F8A-EBFE-428D-9A04-958FF21F9FC6}" type="presParOf" srcId="{2E71BC58-B08B-4B83-9BA4-175E5A384935}" destId="{3F8760B8-89BE-483C-AE7D-09EB417B46C1}" srcOrd="15" destOrd="0" presId="urn:microsoft.com/office/officeart/2005/8/layout/bList2"/>
    <dgm:cxn modelId="{67495112-910A-44F5-8E97-4E5576A06805}" type="presParOf" srcId="{2E71BC58-B08B-4B83-9BA4-175E5A384935}" destId="{E2D120C1-D64A-4B50-B28D-E6BE1430E8D4}" srcOrd="16" destOrd="0" presId="urn:microsoft.com/office/officeart/2005/8/layout/bList2"/>
    <dgm:cxn modelId="{E98B01AF-70D7-49A0-913D-37303F3D6C45}" type="presParOf" srcId="{E2D120C1-D64A-4B50-B28D-E6BE1430E8D4}" destId="{C7CADFEF-FC52-4715-BA09-20156DC06191}" srcOrd="0" destOrd="0" presId="urn:microsoft.com/office/officeart/2005/8/layout/bList2"/>
    <dgm:cxn modelId="{62DE4B77-4138-4DD6-8EA9-902A5E56420B}" type="presParOf" srcId="{E2D120C1-D64A-4B50-B28D-E6BE1430E8D4}" destId="{53A6185B-5E1E-422A-9C69-63DC138FBECB}" srcOrd="1" destOrd="0" presId="urn:microsoft.com/office/officeart/2005/8/layout/bList2"/>
    <dgm:cxn modelId="{F183EC7C-5AA2-42EE-AF9C-AFDB77B46634}" type="presParOf" srcId="{E2D120C1-D64A-4B50-B28D-E6BE1430E8D4}" destId="{CBA3ABBA-909A-4868-8584-493850B39EDC}" srcOrd="2" destOrd="0" presId="urn:microsoft.com/office/officeart/2005/8/layout/bList2"/>
    <dgm:cxn modelId="{3BE88CF5-D5A0-4F24-A403-546799D2E463}" type="presParOf" srcId="{E2D120C1-D64A-4B50-B28D-E6BE1430E8D4}" destId="{4B4FA9F6-AFCC-4B22-99AC-41FDCD946EE9}" srcOrd="3" destOrd="0" presId="urn:microsoft.com/office/officeart/2005/8/layout/bList2"/>
    <dgm:cxn modelId="{9E54B984-8D17-47D1-8437-BDEDFBBC376C}" type="presParOf" srcId="{2E71BC58-B08B-4B83-9BA4-175E5A384935}" destId="{6385C7B2-3A68-479E-ACDA-4EB26DFAFAF6}" srcOrd="17" destOrd="0" presId="urn:microsoft.com/office/officeart/2005/8/layout/bList2"/>
    <dgm:cxn modelId="{E224AA6B-4E2E-488C-8DB6-B0D59880EC85}" type="presParOf" srcId="{2E71BC58-B08B-4B83-9BA4-175E5A384935}" destId="{B7DD0F05-AB1D-4699-89A6-BB9A786C863C}" srcOrd="18" destOrd="0" presId="urn:microsoft.com/office/officeart/2005/8/layout/bList2"/>
    <dgm:cxn modelId="{39AC315C-D80E-40B8-9079-08E502224EF5}" type="presParOf" srcId="{B7DD0F05-AB1D-4699-89A6-BB9A786C863C}" destId="{60B46DE1-77FC-4F7F-BD3A-6AAE3BC45F52}" srcOrd="0" destOrd="0" presId="urn:microsoft.com/office/officeart/2005/8/layout/bList2"/>
    <dgm:cxn modelId="{5AB11B58-6F11-4958-A5C0-3EEE5A603DBE}" type="presParOf" srcId="{B7DD0F05-AB1D-4699-89A6-BB9A786C863C}" destId="{FFF8FE84-F373-4C34-BEE8-3CFF467EFAC8}" srcOrd="1" destOrd="0" presId="urn:microsoft.com/office/officeart/2005/8/layout/bList2"/>
    <dgm:cxn modelId="{19B70D7B-092E-4DAB-AE4D-5661C05F4E76}" type="presParOf" srcId="{B7DD0F05-AB1D-4699-89A6-BB9A786C863C}" destId="{65609869-5F41-4727-8298-95034727DA4D}" srcOrd="2" destOrd="0" presId="urn:microsoft.com/office/officeart/2005/8/layout/bList2"/>
    <dgm:cxn modelId="{3705B121-7E6D-4FAE-95A2-26BB99472AE9}" type="presParOf" srcId="{B7DD0F05-AB1D-4699-89A6-BB9A786C863C}" destId="{6D7EEA2B-0FDB-4987-A0DE-C863A1C49EEA}" srcOrd="3" destOrd="0" presId="urn:microsoft.com/office/officeart/2005/8/layout/bList2"/>
    <dgm:cxn modelId="{2937A055-4E03-4571-8C3D-4532481919E2}" type="presParOf" srcId="{2E71BC58-B08B-4B83-9BA4-175E5A384935}" destId="{72B7AE58-3583-42E1-8E04-7FA1FE91F0DC}" srcOrd="19" destOrd="0" presId="urn:microsoft.com/office/officeart/2005/8/layout/bList2"/>
    <dgm:cxn modelId="{07B6DFF6-C71E-4372-8E70-F6A8B4CD230F}" type="presParOf" srcId="{2E71BC58-B08B-4B83-9BA4-175E5A384935}" destId="{3F3492CC-4448-4E6F-9857-8427A56E7978}" srcOrd="20" destOrd="0" presId="urn:microsoft.com/office/officeart/2005/8/layout/bList2"/>
    <dgm:cxn modelId="{30D5E350-8F80-4B95-B06D-8B68BBFCADDD}" type="presParOf" srcId="{3F3492CC-4448-4E6F-9857-8427A56E7978}" destId="{54CD797A-52ED-429E-925D-E2B027F86EB1}" srcOrd="0" destOrd="0" presId="urn:microsoft.com/office/officeart/2005/8/layout/bList2"/>
    <dgm:cxn modelId="{9FC1B3D3-0372-45B2-A16E-94F2F42561D4}" type="presParOf" srcId="{3F3492CC-4448-4E6F-9857-8427A56E7978}" destId="{A6C7BE3B-9A92-42B7-937F-A6233754ED1F}" srcOrd="1" destOrd="0" presId="urn:microsoft.com/office/officeart/2005/8/layout/bList2"/>
    <dgm:cxn modelId="{26F0F97F-F90C-4421-86F2-201794982AC9}" type="presParOf" srcId="{3F3492CC-4448-4E6F-9857-8427A56E7978}" destId="{741F61A8-6F59-43CB-8AD9-BC6ED6AF68B0}" srcOrd="2" destOrd="0" presId="urn:microsoft.com/office/officeart/2005/8/layout/bList2"/>
    <dgm:cxn modelId="{D6F964CD-8FD0-4FF6-9840-50BB3873300A}" type="presParOf" srcId="{3F3492CC-4448-4E6F-9857-8427A56E7978}" destId="{CA504FEA-94A0-4004-8F13-117DA9F87582}" srcOrd="3" destOrd="0" presId="urn:microsoft.com/office/officeart/2005/8/layout/bList2"/>
    <dgm:cxn modelId="{96932CDC-CEB7-4296-BA7B-8BA0EBDAF3BE}" type="presParOf" srcId="{2E71BC58-B08B-4B83-9BA4-175E5A384935}" destId="{258861A9-269B-4630-B047-9CEE94E8FBE8}" srcOrd="21" destOrd="0" presId="urn:microsoft.com/office/officeart/2005/8/layout/bList2"/>
    <dgm:cxn modelId="{DCA6002C-FC78-43BC-B986-C435671FE3E4}" type="presParOf" srcId="{2E71BC58-B08B-4B83-9BA4-175E5A384935}" destId="{AC630A6D-0580-4AB2-B807-398470EB56C8}" srcOrd="22" destOrd="0" presId="urn:microsoft.com/office/officeart/2005/8/layout/bList2"/>
    <dgm:cxn modelId="{BC2BD8F1-7C8C-4FFB-906B-FE0294D988AB}" type="presParOf" srcId="{AC630A6D-0580-4AB2-B807-398470EB56C8}" destId="{E65E6FAA-DB27-4B79-B28D-0ACDA727ECEC}" srcOrd="0" destOrd="0" presId="urn:microsoft.com/office/officeart/2005/8/layout/bList2"/>
    <dgm:cxn modelId="{88F0811F-8703-4505-AA28-402444921F30}" type="presParOf" srcId="{AC630A6D-0580-4AB2-B807-398470EB56C8}" destId="{4EFF4DC3-0F21-45BE-98B7-93BAA4D8053A}" srcOrd="1" destOrd="0" presId="urn:microsoft.com/office/officeart/2005/8/layout/bList2"/>
    <dgm:cxn modelId="{3ABB7BEB-65EE-4113-87A1-B3F0F90FF3BC}" type="presParOf" srcId="{AC630A6D-0580-4AB2-B807-398470EB56C8}" destId="{5664CC94-5A81-4175-AB9A-CD37E2945093}" srcOrd="2" destOrd="0" presId="urn:microsoft.com/office/officeart/2005/8/layout/bList2"/>
    <dgm:cxn modelId="{C1713437-C34A-4CD2-8ABC-971B5F59332B}" type="presParOf" srcId="{AC630A6D-0580-4AB2-B807-398470EB56C8}" destId="{03416DAF-5759-4F8C-9669-C81BE1C9E940}" srcOrd="3" destOrd="0" presId="urn:microsoft.com/office/officeart/2005/8/layout/bList2"/>
    <dgm:cxn modelId="{EEAECE09-2F2A-4415-9B49-86C6D4C5E0C8}" type="presParOf" srcId="{2E71BC58-B08B-4B83-9BA4-175E5A384935}" destId="{7394021D-22D0-4284-80AA-D451347E4A42}" srcOrd="23" destOrd="0" presId="urn:microsoft.com/office/officeart/2005/8/layout/bList2"/>
    <dgm:cxn modelId="{564DF618-15D3-4928-ADBE-60F6CB3EC843}" type="presParOf" srcId="{2E71BC58-B08B-4B83-9BA4-175E5A384935}" destId="{D90B937A-A760-4B57-BBB6-3BCACA45C361}" srcOrd="24" destOrd="0" presId="urn:microsoft.com/office/officeart/2005/8/layout/bList2"/>
    <dgm:cxn modelId="{C0129579-13B9-4E45-8484-8A91F59F3C75}" type="presParOf" srcId="{D90B937A-A760-4B57-BBB6-3BCACA45C361}" destId="{C0B07ADB-F572-4BA3-8E19-EC2B28EAD4E1}" srcOrd="0" destOrd="0" presId="urn:microsoft.com/office/officeart/2005/8/layout/bList2"/>
    <dgm:cxn modelId="{96467725-52B8-44A6-83DD-135D5564F176}" type="presParOf" srcId="{D90B937A-A760-4B57-BBB6-3BCACA45C361}" destId="{FE201255-9E2C-4A28-B708-D0C60ED45231}" srcOrd="1" destOrd="0" presId="urn:microsoft.com/office/officeart/2005/8/layout/bList2"/>
    <dgm:cxn modelId="{96F578F7-4EA9-4AA3-8DAF-476A6DE612BD}" type="presParOf" srcId="{D90B937A-A760-4B57-BBB6-3BCACA45C361}" destId="{90F19CCE-3F3C-4EE8-962E-A151508CDF16}" srcOrd="2" destOrd="0" presId="urn:microsoft.com/office/officeart/2005/8/layout/bList2"/>
    <dgm:cxn modelId="{0E57782F-FACF-4E84-AF90-19B4B4189ED3}" type="presParOf" srcId="{D90B937A-A760-4B57-BBB6-3BCACA45C361}" destId="{30DBB62B-8925-4106-85DD-DBB755A1C788}" srcOrd="3" destOrd="0" presId="urn:microsoft.com/office/officeart/2005/8/layout/bList2"/>
    <dgm:cxn modelId="{F69039D9-68B5-4766-9323-F02570F0EA50}" type="presParOf" srcId="{2E71BC58-B08B-4B83-9BA4-175E5A384935}" destId="{FB42A741-5CA1-443F-A95B-F038EF3FFBBE}" srcOrd="25" destOrd="0" presId="urn:microsoft.com/office/officeart/2005/8/layout/bList2"/>
    <dgm:cxn modelId="{7E00F87D-0955-4690-BCA5-D68222E919BB}" type="presParOf" srcId="{2E71BC58-B08B-4B83-9BA4-175E5A384935}" destId="{119C839F-8B1F-4A1D-A5FF-01315A42D577}" srcOrd="26" destOrd="0" presId="urn:microsoft.com/office/officeart/2005/8/layout/bList2"/>
    <dgm:cxn modelId="{9632B69A-F5FB-4BB0-A9EE-993941934094}" type="presParOf" srcId="{119C839F-8B1F-4A1D-A5FF-01315A42D577}" destId="{6560BEF1-CFED-45EB-AA83-F4C3A3B36F27}" srcOrd="0" destOrd="0" presId="urn:microsoft.com/office/officeart/2005/8/layout/bList2"/>
    <dgm:cxn modelId="{298B22E9-19D4-4C54-A76B-13DCEEF9229E}" type="presParOf" srcId="{119C839F-8B1F-4A1D-A5FF-01315A42D577}" destId="{F4F64228-3D5D-432C-8068-3927BB22955B}" srcOrd="1" destOrd="0" presId="urn:microsoft.com/office/officeart/2005/8/layout/bList2"/>
    <dgm:cxn modelId="{D8E01C05-1513-4EE9-9294-8684301877CF}" type="presParOf" srcId="{119C839F-8B1F-4A1D-A5FF-01315A42D577}" destId="{A29AA1D3-8433-4535-AA05-376A54489CD2}" srcOrd="2" destOrd="0" presId="urn:microsoft.com/office/officeart/2005/8/layout/bList2"/>
    <dgm:cxn modelId="{4990A04D-45F1-483F-9357-D15863F9891B}" type="presParOf" srcId="{119C839F-8B1F-4A1D-A5FF-01315A42D577}" destId="{129BAAB2-2D9B-44D6-A29E-B7056C999368}" srcOrd="3" destOrd="0" presId="urn:microsoft.com/office/officeart/2005/8/layout/bList2"/>
    <dgm:cxn modelId="{CE699FB8-F5F9-46FF-BB9B-3D1D38B9CBC8}" type="presParOf" srcId="{2E71BC58-B08B-4B83-9BA4-175E5A384935}" destId="{5F792F30-85CE-4191-8434-1AA64FA9B896}" srcOrd="27" destOrd="0" presId="urn:microsoft.com/office/officeart/2005/8/layout/bList2"/>
    <dgm:cxn modelId="{57CBBB4D-6721-4C74-98DD-1042E22494C6}" type="presParOf" srcId="{2E71BC58-B08B-4B83-9BA4-175E5A384935}" destId="{4858777F-1960-4C95-966C-C2C0EB2E5ACE}" srcOrd="28" destOrd="0" presId="urn:microsoft.com/office/officeart/2005/8/layout/bList2"/>
    <dgm:cxn modelId="{6EEC1697-44D8-4B93-87EF-78E159CA6F5F}" type="presParOf" srcId="{4858777F-1960-4C95-966C-C2C0EB2E5ACE}" destId="{247A5744-7F6B-4018-A556-2836FD958FE6}" srcOrd="0" destOrd="0" presId="urn:microsoft.com/office/officeart/2005/8/layout/bList2"/>
    <dgm:cxn modelId="{23E67C9F-D46B-40B8-A279-B0EEA485A9D0}" type="presParOf" srcId="{4858777F-1960-4C95-966C-C2C0EB2E5ACE}" destId="{86675AC9-03CB-45DB-A789-C8DE2E4BCCE8}" srcOrd="1" destOrd="0" presId="urn:microsoft.com/office/officeart/2005/8/layout/bList2"/>
    <dgm:cxn modelId="{48F65986-0148-452A-B136-5AE2A60D17B9}" type="presParOf" srcId="{4858777F-1960-4C95-966C-C2C0EB2E5ACE}" destId="{79EB101B-8AF2-4D19-92F9-98420B8E8917}" srcOrd="2" destOrd="0" presId="urn:microsoft.com/office/officeart/2005/8/layout/bList2"/>
    <dgm:cxn modelId="{2B1EDAD8-08A3-4C36-A30E-A14267410FB8}" type="presParOf" srcId="{4858777F-1960-4C95-966C-C2C0EB2E5ACE}" destId="{CE13383C-C0AD-4471-A936-E92941BDC7EE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D5A5F0-1D93-44CE-916C-C3A3099EB03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6ABC8D-B4D9-471C-80A1-8D88540CDCC6}">
      <dgm:prSet phldrT="[Text]"/>
      <dgm:spPr/>
      <dgm:t>
        <a:bodyPr/>
        <a:lstStyle/>
        <a:p>
          <a:r>
            <a:rPr lang="en-US" dirty="0" err="1" smtClean="0"/>
            <a:t>Deen</a:t>
          </a:r>
          <a:endParaRPr lang="en-US" dirty="0"/>
        </a:p>
      </dgm:t>
    </dgm:pt>
    <dgm:pt modelId="{6EEA34CE-FC92-4850-86E3-61665DCA84D4}" type="parTrans" cxnId="{6C91417B-E21A-4D6F-BB90-A3E4BE29F33B}">
      <dgm:prSet/>
      <dgm:spPr/>
      <dgm:t>
        <a:bodyPr/>
        <a:lstStyle/>
        <a:p>
          <a:endParaRPr lang="en-US"/>
        </a:p>
      </dgm:t>
    </dgm:pt>
    <dgm:pt modelId="{B3136431-DF8D-4A40-8D01-A4AF6580BA05}" type="sibTrans" cxnId="{6C91417B-E21A-4D6F-BB90-A3E4BE29F33B}">
      <dgm:prSet/>
      <dgm:spPr/>
      <dgm:t>
        <a:bodyPr/>
        <a:lstStyle/>
        <a:p>
          <a:endParaRPr lang="en-US"/>
        </a:p>
      </dgm:t>
    </dgm:pt>
    <dgm:pt modelId="{68B3C2BC-C6BD-4EA1-BD72-F6C08B634574}">
      <dgm:prSet phldrT="[Text]"/>
      <dgm:spPr/>
      <dgm:t>
        <a:bodyPr/>
        <a:lstStyle/>
        <a:p>
          <a:r>
            <a:rPr lang="en-US" dirty="0" smtClean="0"/>
            <a:t>1.  Supremacy  and domination by a powerful person</a:t>
          </a:r>
          <a:endParaRPr lang="en-US" dirty="0"/>
        </a:p>
      </dgm:t>
    </dgm:pt>
    <dgm:pt modelId="{E98D1AB9-0156-4611-8B2E-EE6433BE003C}" type="parTrans" cxnId="{60B24CE1-C53C-41F2-91C4-15E6437C038C}">
      <dgm:prSet/>
      <dgm:spPr/>
      <dgm:t>
        <a:bodyPr/>
        <a:lstStyle/>
        <a:p>
          <a:endParaRPr lang="en-US"/>
        </a:p>
      </dgm:t>
    </dgm:pt>
    <dgm:pt modelId="{C071D73B-4C83-4EDF-982C-A92A869EB43A}" type="sibTrans" cxnId="{60B24CE1-C53C-41F2-91C4-15E6437C038C}">
      <dgm:prSet/>
      <dgm:spPr/>
      <dgm:t>
        <a:bodyPr/>
        <a:lstStyle/>
        <a:p>
          <a:endParaRPr lang="en-US"/>
        </a:p>
      </dgm:t>
    </dgm:pt>
    <dgm:pt modelId="{51A54084-D17E-489E-AE9E-0084571E9F5D}">
      <dgm:prSet/>
      <dgm:spPr/>
      <dgm:t>
        <a:bodyPr/>
        <a:lstStyle/>
        <a:p>
          <a:r>
            <a:rPr lang="en-US" dirty="0" smtClean="0"/>
            <a:t>2. Obedience and servitude</a:t>
          </a:r>
          <a:endParaRPr lang="en-US" dirty="0"/>
        </a:p>
      </dgm:t>
    </dgm:pt>
    <dgm:pt modelId="{6832FB32-168F-479A-92E8-B96AD6E8437D}" type="parTrans" cxnId="{71CA7B0C-18B8-4AA4-9EF3-FA11C5F81A3A}">
      <dgm:prSet/>
      <dgm:spPr/>
      <dgm:t>
        <a:bodyPr/>
        <a:lstStyle/>
        <a:p>
          <a:endParaRPr lang="en-US"/>
        </a:p>
      </dgm:t>
    </dgm:pt>
    <dgm:pt modelId="{7EC9559E-2C28-4E0B-A30B-4EC0155ABC23}" type="sibTrans" cxnId="{71CA7B0C-18B8-4AA4-9EF3-FA11C5F81A3A}">
      <dgm:prSet/>
      <dgm:spPr/>
      <dgm:t>
        <a:bodyPr/>
        <a:lstStyle/>
        <a:p>
          <a:endParaRPr lang="en-US"/>
        </a:p>
      </dgm:t>
    </dgm:pt>
    <dgm:pt modelId="{4BF0A614-7818-4C0D-9176-C6576534242E}">
      <dgm:prSet/>
      <dgm:spPr/>
      <dgm:t>
        <a:bodyPr/>
        <a:lstStyle/>
        <a:p>
          <a:r>
            <a:rPr lang="en-US" dirty="0" smtClean="0"/>
            <a:t>3. Rules , regulations and procedure to be followed</a:t>
          </a:r>
          <a:endParaRPr lang="en-US" dirty="0"/>
        </a:p>
      </dgm:t>
    </dgm:pt>
    <dgm:pt modelId="{C8627C22-555A-459D-B434-900E8D00BE74}" type="parTrans" cxnId="{77F75A4E-4C83-48AC-9FA9-8687B0030B8F}">
      <dgm:prSet/>
      <dgm:spPr/>
      <dgm:t>
        <a:bodyPr/>
        <a:lstStyle/>
        <a:p>
          <a:endParaRPr lang="en-US"/>
        </a:p>
      </dgm:t>
    </dgm:pt>
    <dgm:pt modelId="{978A3320-F09D-4390-B250-6BBD40DE6B59}" type="sibTrans" cxnId="{77F75A4E-4C83-48AC-9FA9-8687B0030B8F}">
      <dgm:prSet/>
      <dgm:spPr/>
      <dgm:t>
        <a:bodyPr/>
        <a:lstStyle/>
        <a:p>
          <a:endParaRPr lang="en-US"/>
        </a:p>
      </dgm:t>
    </dgm:pt>
    <dgm:pt modelId="{C09B9E9C-924F-406C-AC43-2BF8D4CF7371}">
      <dgm:prSet/>
      <dgm:spPr/>
      <dgm:t>
        <a:bodyPr/>
        <a:lstStyle/>
        <a:p>
          <a:r>
            <a:rPr lang="en-US" dirty="0" smtClean="0"/>
            <a:t>4. Accountability, judgment and reward and punishment</a:t>
          </a:r>
          <a:endParaRPr lang="" dirty="0" smtClean="0"/>
        </a:p>
      </dgm:t>
    </dgm:pt>
    <dgm:pt modelId="{B5D8A304-89BB-4534-8F45-23F3D5C38185}" type="parTrans" cxnId="{C2ED8AD1-8E12-4F0E-B9BC-67B0A9E39A27}">
      <dgm:prSet/>
      <dgm:spPr/>
      <dgm:t>
        <a:bodyPr/>
        <a:lstStyle/>
        <a:p>
          <a:endParaRPr lang="en-US"/>
        </a:p>
      </dgm:t>
    </dgm:pt>
    <dgm:pt modelId="{3DE9BAD7-8293-439D-93D9-7CD21665BF13}" type="sibTrans" cxnId="{C2ED8AD1-8E12-4F0E-B9BC-67B0A9E39A27}">
      <dgm:prSet/>
      <dgm:spPr/>
      <dgm:t>
        <a:bodyPr/>
        <a:lstStyle/>
        <a:p>
          <a:endParaRPr lang="en-US"/>
        </a:p>
      </dgm:t>
    </dgm:pt>
    <dgm:pt modelId="{B704384F-17E3-497C-A26E-D825703ED023}" type="pres">
      <dgm:prSet presAssocID="{1AD5A5F0-1D93-44CE-916C-C3A3099EB03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A8F69BF-BC07-4DA7-AC2F-AE11DF7956F9}" type="pres">
      <dgm:prSet presAssocID="{296ABC8D-B4D9-471C-80A1-8D88540CDCC6}" presName="root1" presStyleCnt="0"/>
      <dgm:spPr/>
    </dgm:pt>
    <dgm:pt modelId="{D14E725E-9D9E-4259-ABF2-5DC81F50F06A}" type="pres">
      <dgm:prSet presAssocID="{296ABC8D-B4D9-471C-80A1-8D88540CDCC6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1636D71-073D-49C6-AFAB-23926037BCBE}" type="pres">
      <dgm:prSet presAssocID="{296ABC8D-B4D9-471C-80A1-8D88540CDCC6}" presName="level2hierChild" presStyleCnt="0"/>
      <dgm:spPr/>
    </dgm:pt>
    <dgm:pt modelId="{611B30EF-4A1E-44D4-850F-A91C7BE156C3}" type="pres">
      <dgm:prSet presAssocID="{E98D1AB9-0156-4611-8B2E-EE6433BE003C}" presName="conn2-1" presStyleLbl="parChTrans1D2" presStyleIdx="0" presStyleCnt="4"/>
      <dgm:spPr/>
      <dgm:t>
        <a:bodyPr/>
        <a:lstStyle/>
        <a:p>
          <a:endParaRPr lang="en-US"/>
        </a:p>
      </dgm:t>
    </dgm:pt>
    <dgm:pt modelId="{4851EE8A-0A35-4224-80C0-28F101D1B8E4}" type="pres">
      <dgm:prSet presAssocID="{E98D1AB9-0156-4611-8B2E-EE6433BE003C}" presName="connTx" presStyleLbl="parChTrans1D2" presStyleIdx="0" presStyleCnt="4"/>
      <dgm:spPr/>
      <dgm:t>
        <a:bodyPr/>
        <a:lstStyle/>
        <a:p>
          <a:endParaRPr lang="en-US"/>
        </a:p>
      </dgm:t>
    </dgm:pt>
    <dgm:pt modelId="{81455622-2087-4BD9-A531-8638C6DF6856}" type="pres">
      <dgm:prSet presAssocID="{68B3C2BC-C6BD-4EA1-BD72-F6C08B634574}" presName="root2" presStyleCnt="0"/>
      <dgm:spPr/>
    </dgm:pt>
    <dgm:pt modelId="{9204A3A7-E2A9-421D-9F16-D5C4C6F0BCA2}" type="pres">
      <dgm:prSet presAssocID="{68B3C2BC-C6BD-4EA1-BD72-F6C08B634574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D5C891-2E70-4F37-97B8-D640F8CA78C7}" type="pres">
      <dgm:prSet presAssocID="{68B3C2BC-C6BD-4EA1-BD72-F6C08B634574}" presName="level3hierChild" presStyleCnt="0"/>
      <dgm:spPr/>
    </dgm:pt>
    <dgm:pt modelId="{D3C9DC1C-C245-46AF-871C-D96448BBC217}" type="pres">
      <dgm:prSet presAssocID="{6832FB32-168F-479A-92E8-B96AD6E8437D}" presName="conn2-1" presStyleLbl="parChTrans1D2" presStyleIdx="1" presStyleCnt="4"/>
      <dgm:spPr/>
      <dgm:t>
        <a:bodyPr/>
        <a:lstStyle/>
        <a:p>
          <a:endParaRPr lang="en-US"/>
        </a:p>
      </dgm:t>
    </dgm:pt>
    <dgm:pt modelId="{130366E0-4013-4A08-81D8-14C3A4EBA61E}" type="pres">
      <dgm:prSet presAssocID="{6832FB32-168F-479A-92E8-B96AD6E8437D}" presName="connTx" presStyleLbl="parChTrans1D2" presStyleIdx="1" presStyleCnt="4"/>
      <dgm:spPr/>
      <dgm:t>
        <a:bodyPr/>
        <a:lstStyle/>
        <a:p>
          <a:endParaRPr lang="en-US"/>
        </a:p>
      </dgm:t>
    </dgm:pt>
    <dgm:pt modelId="{38286E38-2CB1-4144-959B-CF50CDBF28E0}" type="pres">
      <dgm:prSet presAssocID="{51A54084-D17E-489E-AE9E-0084571E9F5D}" presName="root2" presStyleCnt="0"/>
      <dgm:spPr/>
    </dgm:pt>
    <dgm:pt modelId="{6744850F-4C48-463C-92AE-E42496528897}" type="pres">
      <dgm:prSet presAssocID="{51A54084-D17E-489E-AE9E-0084571E9F5D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46346A6-6459-44D1-B5C3-C6B7E43973BA}" type="pres">
      <dgm:prSet presAssocID="{51A54084-D17E-489E-AE9E-0084571E9F5D}" presName="level3hierChild" presStyleCnt="0"/>
      <dgm:spPr/>
    </dgm:pt>
    <dgm:pt modelId="{6D5FCB67-D629-4A34-BCCD-7BB9AA1CEBD5}" type="pres">
      <dgm:prSet presAssocID="{C8627C22-555A-459D-B434-900E8D00BE74}" presName="conn2-1" presStyleLbl="parChTrans1D2" presStyleIdx="2" presStyleCnt="4"/>
      <dgm:spPr/>
      <dgm:t>
        <a:bodyPr/>
        <a:lstStyle/>
        <a:p>
          <a:endParaRPr lang="en-US"/>
        </a:p>
      </dgm:t>
    </dgm:pt>
    <dgm:pt modelId="{08F15437-5A23-4980-BD92-72F52208D1B9}" type="pres">
      <dgm:prSet presAssocID="{C8627C22-555A-459D-B434-900E8D00BE74}" presName="connTx" presStyleLbl="parChTrans1D2" presStyleIdx="2" presStyleCnt="4"/>
      <dgm:spPr/>
      <dgm:t>
        <a:bodyPr/>
        <a:lstStyle/>
        <a:p>
          <a:endParaRPr lang="en-US"/>
        </a:p>
      </dgm:t>
    </dgm:pt>
    <dgm:pt modelId="{546CAECB-1AD1-4C5F-9E0C-1955E80F99F6}" type="pres">
      <dgm:prSet presAssocID="{4BF0A614-7818-4C0D-9176-C6576534242E}" presName="root2" presStyleCnt="0"/>
      <dgm:spPr/>
    </dgm:pt>
    <dgm:pt modelId="{F4E9C2FD-5016-4E98-9DDE-84862AFE8C81}" type="pres">
      <dgm:prSet presAssocID="{4BF0A614-7818-4C0D-9176-C6576534242E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93DA105-0272-4B69-8215-7C610FF95EC5}" type="pres">
      <dgm:prSet presAssocID="{4BF0A614-7818-4C0D-9176-C6576534242E}" presName="level3hierChild" presStyleCnt="0"/>
      <dgm:spPr/>
    </dgm:pt>
    <dgm:pt modelId="{063D6CE0-08B9-4176-8A03-DD3602F77E68}" type="pres">
      <dgm:prSet presAssocID="{B5D8A304-89BB-4534-8F45-23F3D5C38185}" presName="conn2-1" presStyleLbl="parChTrans1D2" presStyleIdx="3" presStyleCnt="4"/>
      <dgm:spPr/>
      <dgm:t>
        <a:bodyPr/>
        <a:lstStyle/>
        <a:p>
          <a:endParaRPr lang="en-US"/>
        </a:p>
      </dgm:t>
    </dgm:pt>
    <dgm:pt modelId="{1FFD4836-3565-4180-866B-BDA2EF707A42}" type="pres">
      <dgm:prSet presAssocID="{B5D8A304-89BB-4534-8F45-23F3D5C38185}" presName="connTx" presStyleLbl="parChTrans1D2" presStyleIdx="3" presStyleCnt="4"/>
      <dgm:spPr/>
      <dgm:t>
        <a:bodyPr/>
        <a:lstStyle/>
        <a:p>
          <a:endParaRPr lang="en-US"/>
        </a:p>
      </dgm:t>
    </dgm:pt>
    <dgm:pt modelId="{9CC55355-E71C-43E8-ABD8-483CCF799532}" type="pres">
      <dgm:prSet presAssocID="{C09B9E9C-924F-406C-AC43-2BF8D4CF7371}" presName="root2" presStyleCnt="0"/>
      <dgm:spPr/>
    </dgm:pt>
    <dgm:pt modelId="{1B34AB89-ED36-4A26-818C-A491C0E34E50}" type="pres">
      <dgm:prSet presAssocID="{C09B9E9C-924F-406C-AC43-2BF8D4CF7371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5463DD8-EF8C-4183-9932-36BAC815FE7F}" type="pres">
      <dgm:prSet presAssocID="{C09B9E9C-924F-406C-AC43-2BF8D4CF7371}" presName="level3hierChild" presStyleCnt="0"/>
      <dgm:spPr/>
    </dgm:pt>
  </dgm:ptLst>
  <dgm:cxnLst>
    <dgm:cxn modelId="{3A8E36DC-A3EA-4B5C-9FB7-B493668C28EC}" type="presOf" srcId="{6832FB32-168F-479A-92E8-B96AD6E8437D}" destId="{D3C9DC1C-C245-46AF-871C-D96448BBC217}" srcOrd="0" destOrd="0" presId="urn:microsoft.com/office/officeart/2008/layout/HorizontalMultiLevelHierarchy"/>
    <dgm:cxn modelId="{748AF208-488A-420E-87A5-16700203E89F}" type="presOf" srcId="{4BF0A614-7818-4C0D-9176-C6576534242E}" destId="{F4E9C2FD-5016-4E98-9DDE-84862AFE8C81}" srcOrd="0" destOrd="0" presId="urn:microsoft.com/office/officeart/2008/layout/HorizontalMultiLevelHierarchy"/>
    <dgm:cxn modelId="{47B1CF19-B7E1-438B-88AB-7EA4B983100C}" type="presOf" srcId="{E98D1AB9-0156-4611-8B2E-EE6433BE003C}" destId="{4851EE8A-0A35-4224-80C0-28F101D1B8E4}" srcOrd="1" destOrd="0" presId="urn:microsoft.com/office/officeart/2008/layout/HorizontalMultiLevelHierarchy"/>
    <dgm:cxn modelId="{6C91417B-E21A-4D6F-BB90-A3E4BE29F33B}" srcId="{1AD5A5F0-1D93-44CE-916C-C3A3099EB030}" destId="{296ABC8D-B4D9-471C-80A1-8D88540CDCC6}" srcOrd="0" destOrd="0" parTransId="{6EEA34CE-FC92-4850-86E3-61665DCA84D4}" sibTransId="{B3136431-DF8D-4A40-8D01-A4AF6580BA05}"/>
    <dgm:cxn modelId="{D377E42F-46D1-4251-8F88-23462737A0AA}" type="presOf" srcId="{C09B9E9C-924F-406C-AC43-2BF8D4CF7371}" destId="{1B34AB89-ED36-4A26-818C-A491C0E34E50}" srcOrd="0" destOrd="0" presId="urn:microsoft.com/office/officeart/2008/layout/HorizontalMultiLevelHierarchy"/>
    <dgm:cxn modelId="{71CA7B0C-18B8-4AA4-9EF3-FA11C5F81A3A}" srcId="{296ABC8D-B4D9-471C-80A1-8D88540CDCC6}" destId="{51A54084-D17E-489E-AE9E-0084571E9F5D}" srcOrd="1" destOrd="0" parTransId="{6832FB32-168F-479A-92E8-B96AD6E8437D}" sibTransId="{7EC9559E-2C28-4E0B-A30B-4EC0155ABC23}"/>
    <dgm:cxn modelId="{60B24CE1-C53C-41F2-91C4-15E6437C038C}" srcId="{296ABC8D-B4D9-471C-80A1-8D88540CDCC6}" destId="{68B3C2BC-C6BD-4EA1-BD72-F6C08B634574}" srcOrd="0" destOrd="0" parTransId="{E98D1AB9-0156-4611-8B2E-EE6433BE003C}" sibTransId="{C071D73B-4C83-4EDF-982C-A92A869EB43A}"/>
    <dgm:cxn modelId="{EC9CE411-1AE4-4A7B-97C1-7A0670796652}" type="presOf" srcId="{1AD5A5F0-1D93-44CE-916C-C3A3099EB030}" destId="{B704384F-17E3-497C-A26E-D825703ED023}" srcOrd="0" destOrd="0" presId="urn:microsoft.com/office/officeart/2008/layout/HorizontalMultiLevelHierarchy"/>
    <dgm:cxn modelId="{C2ED8AD1-8E12-4F0E-B9BC-67B0A9E39A27}" srcId="{296ABC8D-B4D9-471C-80A1-8D88540CDCC6}" destId="{C09B9E9C-924F-406C-AC43-2BF8D4CF7371}" srcOrd="3" destOrd="0" parTransId="{B5D8A304-89BB-4534-8F45-23F3D5C38185}" sibTransId="{3DE9BAD7-8293-439D-93D9-7CD21665BF13}"/>
    <dgm:cxn modelId="{53726555-EBA4-4D49-83E4-21FD690FE4E8}" type="presOf" srcId="{B5D8A304-89BB-4534-8F45-23F3D5C38185}" destId="{063D6CE0-08B9-4176-8A03-DD3602F77E68}" srcOrd="0" destOrd="0" presId="urn:microsoft.com/office/officeart/2008/layout/HorizontalMultiLevelHierarchy"/>
    <dgm:cxn modelId="{1A59ECD6-C06E-4ECD-964C-3AA22D61C725}" type="presOf" srcId="{B5D8A304-89BB-4534-8F45-23F3D5C38185}" destId="{1FFD4836-3565-4180-866B-BDA2EF707A42}" srcOrd="1" destOrd="0" presId="urn:microsoft.com/office/officeart/2008/layout/HorizontalMultiLevelHierarchy"/>
    <dgm:cxn modelId="{77F75A4E-4C83-48AC-9FA9-8687B0030B8F}" srcId="{296ABC8D-B4D9-471C-80A1-8D88540CDCC6}" destId="{4BF0A614-7818-4C0D-9176-C6576534242E}" srcOrd="2" destOrd="0" parTransId="{C8627C22-555A-459D-B434-900E8D00BE74}" sibTransId="{978A3320-F09D-4390-B250-6BBD40DE6B59}"/>
    <dgm:cxn modelId="{CC3F2389-5048-4A84-B7A2-6C08FDEC22C9}" type="presOf" srcId="{51A54084-D17E-489E-AE9E-0084571E9F5D}" destId="{6744850F-4C48-463C-92AE-E42496528897}" srcOrd="0" destOrd="0" presId="urn:microsoft.com/office/officeart/2008/layout/HorizontalMultiLevelHierarchy"/>
    <dgm:cxn modelId="{1B3F5EAC-7720-4086-B3D9-EE6127EF4578}" type="presOf" srcId="{68B3C2BC-C6BD-4EA1-BD72-F6C08B634574}" destId="{9204A3A7-E2A9-421D-9F16-D5C4C6F0BCA2}" srcOrd="0" destOrd="0" presId="urn:microsoft.com/office/officeart/2008/layout/HorizontalMultiLevelHierarchy"/>
    <dgm:cxn modelId="{839ECF52-B428-481B-B1C2-278E0709F897}" type="presOf" srcId="{296ABC8D-B4D9-471C-80A1-8D88540CDCC6}" destId="{D14E725E-9D9E-4259-ABF2-5DC81F50F06A}" srcOrd="0" destOrd="0" presId="urn:microsoft.com/office/officeart/2008/layout/HorizontalMultiLevelHierarchy"/>
    <dgm:cxn modelId="{0208958C-AF84-4A87-BC7B-CDBA06D60C46}" type="presOf" srcId="{E98D1AB9-0156-4611-8B2E-EE6433BE003C}" destId="{611B30EF-4A1E-44D4-850F-A91C7BE156C3}" srcOrd="0" destOrd="0" presId="urn:microsoft.com/office/officeart/2008/layout/HorizontalMultiLevelHierarchy"/>
    <dgm:cxn modelId="{9C9A579B-A935-4FF4-9D28-8D6B02549816}" type="presOf" srcId="{C8627C22-555A-459D-B434-900E8D00BE74}" destId="{6D5FCB67-D629-4A34-BCCD-7BB9AA1CEBD5}" srcOrd="0" destOrd="0" presId="urn:microsoft.com/office/officeart/2008/layout/HorizontalMultiLevelHierarchy"/>
    <dgm:cxn modelId="{E9ADD2FF-F7A4-4885-A3A0-134FFC2368ED}" type="presOf" srcId="{6832FB32-168F-479A-92E8-B96AD6E8437D}" destId="{130366E0-4013-4A08-81D8-14C3A4EBA61E}" srcOrd="1" destOrd="0" presId="urn:microsoft.com/office/officeart/2008/layout/HorizontalMultiLevelHierarchy"/>
    <dgm:cxn modelId="{E08CF4D5-4359-4379-80FE-77AD5D344E20}" type="presOf" srcId="{C8627C22-555A-459D-B434-900E8D00BE74}" destId="{08F15437-5A23-4980-BD92-72F52208D1B9}" srcOrd="1" destOrd="0" presId="urn:microsoft.com/office/officeart/2008/layout/HorizontalMultiLevelHierarchy"/>
    <dgm:cxn modelId="{F322B76A-E951-4695-BC8A-DFA03F4DA4B9}" type="presParOf" srcId="{B704384F-17E3-497C-A26E-D825703ED023}" destId="{BA8F69BF-BC07-4DA7-AC2F-AE11DF7956F9}" srcOrd="0" destOrd="0" presId="urn:microsoft.com/office/officeart/2008/layout/HorizontalMultiLevelHierarchy"/>
    <dgm:cxn modelId="{E682720A-8ED0-4E9F-ACDC-B940A7AB5C22}" type="presParOf" srcId="{BA8F69BF-BC07-4DA7-AC2F-AE11DF7956F9}" destId="{D14E725E-9D9E-4259-ABF2-5DC81F50F06A}" srcOrd="0" destOrd="0" presId="urn:microsoft.com/office/officeart/2008/layout/HorizontalMultiLevelHierarchy"/>
    <dgm:cxn modelId="{A118F457-269F-43D1-8DBA-FF3B34F13C1C}" type="presParOf" srcId="{BA8F69BF-BC07-4DA7-AC2F-AE11DF7956F9}" destId="{81636D71-073D-49C6-AFAB-23926037BCBE}" srcOrd="1" destOrd="0" presId="urn:microsoft.com/office/officeart/2008/layout/HorizontalMultiLevelHierarchy"/>
    <dgm:cxn modelId="{518C74F1-67ED-47B0-AF5D-0BDD2A134F7D}" type="presParOf" srcId="{81636D71-073D-49C6-AFAB-23926037BCBE}" destId="{611B30EF-4A1E-44D4-850F-A91C7BE156C3}" srcOrd="0" destOrd="0" presId="urn:microsoft.com/office/officeart/2008/layout/HorizontalMultiLevelHierarchy"/>
    <dgm:cxn modelId="{EC920D23-9989-4355-BB8B-7CB6CD0D7DBE}" type="presParOf" srcId="{611B30EF-4A1E-44D4-850F-A91C7BE156C3}" destId="{4851EE8A-0A35-4224-80C0-28F101D1B8E4}" srcOrd="0" destOrd="0" presId="urn:microsoft.com/office/officeart/2008/layout/HorizontalMultiLevelHierarchy"/>
    <dgm:cxn modelId="{077607F0-4565-4734-ABEE-63B5A81F9590}" type="presParOf" srcId="{81636D71-073D-49C6-AFAB-23926037BCBE}" destId="{81455622-2087-4BD9-A531-8638C6DF6856}" srcOrd="1" destOrd="0" presId="urn:microsoft.com/office/officeart/2008/layout/HorizontalMultiLevelHierarchy"/>
    <dgm:cxn modelId="{0125EDF5-8B78-4AFE-95CB-7C7681D092B1}" type="presParOf" srcId="{81455622-2087-4BD9-A531-8638C6DF6856}" destId="{9204A3A7-E2A9-421D-9F16-D5C4C6F0BCA2}" srcOrd="0" destOrd="0" presId="urn:microsoft.com/office/officeart/2008/layout/HorizontalMultiLevelHierarchy"/>
    <dgm:cxn modelId="{91ED5413-7AA2-4358-8F3F-02511642C59C}" type="presParOf" srcId="{81455622-2087-4BD9-A531-8638C6DF6856}" destId="{D4D5C891-2E70-4F37-97B8-D640F8CA78C7}" srcOrd="1" destOrd="0" presId="urn:microsoft.com/office/officeart/2008/layout/HorizontalMultiLevelHierarchy"/>
    <dgm:cxn modelId="{64527CE9-B567-421E-B8B2-B3EC282127A4}" type="presParOf" srcId="{81636D71-073D-49C6-AFAB-23926037BCBE}" destId="{D3C9DC1C-C245-46AF-871C-D96448BBC217}" srcOrd="2" destOrd="0" presId="urn:microsoft.com/office/officeart/2008/layout/HorizontalMultiLevelHierarchy"/>
    <dgm:cxn modelId="{28E5127D-25E7-41C8-A8F6-335AD93E0161}" type="presParOf" srcId="{D3C9DC1C-C245-46AF-871C-D96448BBC217}" destId="{130366E0-4013-4A08-81D8-14C3A4EBA61E}" srcOrd="0" destOrd="0" presId="urn:microsoft.com/office/officeart/2008/layout/HorizontalMultiLevelHierarchy"/>
    <dgm:cxn modelId="{6997FAC1-197A-45D6-9BD8-4FD9E30F5826}" type="presParOf" srcId="{81636D71-073D-49C6-AFAB-23926037BCBE}" destId="{38286E38-2CB1-4144-959B-CF50CDBF28E0}" srcOrd="3" destOrd="0" presId="urn:microsoft.com/office/officeart/2008/layout/HorizontalMultiLevelHierarchy"/>
    <dgm:cxn modelId="{73884965-F08C-4A92-9BA2-95B09A35BC37}" type="presParOf" srcId="{38286E38-2CB1-4144-959B-CF50CDBF28E0}" destId="{6744850F-4C48-463C-92AE-E42496528897}" srcOrd="0" destOrd="0" presId="urn:microsoft.com/office/officeart/2008/layout/HorizontalMultiLevelHierarchy"/>
    <dgm:cxn modelId="{F6B7CF5B-E69F-437D-BE7D-63E31F0D6C00}" type="presParOf" srcId="{38286E38-2CB1-4144-959B-CF50CDBF28E0}" destId="{546346A6-6459-44D1-B5C3-C6B7E43973BA}" srcOrd="1" destOrd="0" presId="urn:microsoft.com/office/officeart/2008/layout/HorizontalMultiLevelHierarchy"/>
    <dgm:cxn modelId="{834FEBE2-A70C-45A9-B7A5-9A12A3A6675A}" type="presParOf" srcId="{81636D71-073D-49C6-AFAB-23926037BCBE}" destId="{6D5FCB67-D629-4A34-BCCD-7BB9AA1CEBD5}" srcOrd="4" destOrd="0" presId="urn:microsoft.com/office/officeart/2008/layout/HorizontalMultiLevelHierarchy"/>
    <dgm:cxn modelId="{260D4FC7-F6A8-4BDE-B71F-93CF939AD0A8}" type="presParOf" srcId="{6D5FCB67-D629-4A34-BCCD-7BB9AA1CEBD5}" destId="{08F15437-5A23-4980-BD92-72F52208D1B9}" srcOrd="0" destOrd="0" presId="urn:microsoft.com/office/officeart/2008/layout/HorizontalMultiLevelHierarchy"/>
    <dgm:cxn modelId="{BC1E8557-E2F8-4AF2-8299-EB83438A5EF0}" type="presParOf" srcId="{81636D71-073D-49C6-AFAB-23926037BCBE}" destId="{546CAECB-1AD1-4C5F-9E0C-1955E80F99F6}" srcOrd="5" destOrd="0" presId="urn:microsoft.com/office/officeart/2008/layout/HorizontalMultiLevelHierarchy"/>
    <dgm:cxn modelId="{FA0D1F60-0CB4-42C8-B2FE-FFEED191078D}" type="presParOf" srcId="{546CAECB-1AD1-4C5F-9E0C-1955E80F99F6}" destId="{F4E9C2FD-5016-4E98-9DDE-84862AFE8C81}" srcOrd="0" destOrd="0" presId="urn:microsoft.com/office/officeart/2008/layout/HorizontalMultiLevelHierarchy"/>
    <dgm:cxn modelId="{B8682C13-277F-4755-9938-C196D0D5688D}" type="presParOf" srcId="{546CAECB-1AD1-4C5F-9E0C-1955E80F99F6}" destId="{393DA105-0272-4B69-8215-7C610FF95EC5}" srcOrd="1" destOrd="0" presId="urn:microsoft.com/office/officeart/2008/layout/HorizontalMultiLevelHierarchy"/>
    <dgm:cxn modelId="{A38DE80B-58BB-4E3B-88E8-82C5370927F2}" type="presParOf" srcId="{81636D71-073D-49C6-AFAB-23926037BCBE}" destId="{063D6CE0-08B9-4176-8A03-DD3602F77E68}" srcOrd="6" destOrd="0" presId="urn:microsoft.com/office/officeart/2008/layout/HorizontalMultiLevelHierarchy"/>
    <dgm:cxn modelId="{8E9A9B89-F4E0-412E-9653-C39F8B13F2BF}" type="presParOf" srcId="{063D6CE0-08B9-4176-8A03-DD3602F77E68}" destId="{1FFD4836-3565-4180-866B-BDA2EF707A42}" srcOrd="0" destOrd="0" presId="urn:microsoft.com/office/officeart/2008/layout/HorizontalMultiLevelHierarchy"/>
    <dgm:cxn modelId="{407D077E-4829-4B83-B760-4BF1B25ADBFA}" type="presParOf" srcId="{81636D71-073D-49C6-AFAB-23926037BCBE}" destId="{9CC55355-E71C-43E8-ABD8-483CCF799532}" srcOrd="7" destOrd="0" presId="urn:microsoft.com/office/officeart/2008/layout/HorizontalMultiLevelHierarchy"/>
    <dgm:cxn modelId="{49757E05-D01B-4EEF-A108-017C63BE231E}" type="presParOf" srcId="{9CC55355-E71C-43E8-ABD8-483CCF799532}" destId="{1B34AB89-ED36-4A26-818C-A491C0E34E50}" srcOrd="0" destOrd="0" presId="urn:microsoft.com/office/officeart/2008/layout/HorizontalMultiLevelHierarchy"/>
    <dgm:cxn modelId="{BC8F3CCF-23C3-4ED1-B327-4AF156ECC735}" type="presParOf" srcId="{9CC55355-E71C-43E8-ABD8-483CCF799532}" destId="{B5463DD8-EF8C-4183-9932-36BAC815FE7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B9852E-7ED0-4C13-8499-0C6BFE0CC28F}" type="doc">
      <dgm:prSet loTypeId="urn:microsoft.com/office/officeart/2005/8/layout/venn1" loCatId="relationship" qsTypeId="urn:microsoft.com/office/officeart/2005/8/quickstyle/3d1" qsCatId="3D" csTypeId="urn:microsoft.com/office/officeart/2005/8/colors/accent1_2" csCatId="accent1" phldr="1"/>
      <dgm:spPr/>
    </dgm:pt>
    <dgm:pt modelId="{559BD3AB-89C8-4D61-B74F-3B0C7DF8D0DB}">
      <dgm:prSet phldrT="[Text]"/>
      <dgm:spPr/>
      <dgm:t>
        <a:bodyPr/>
        <a:lstStyle/>
        <a:p>
          <a:r>
            <a:rPr lang="en-US" dirty="0" smtClean="0"/>
            <a:t>Belief</a:t>
          </a:r>
          <a:endParaRPr lang="en-US" dirty="0"/>
        </a:p>
      </dgm:t>
    </dgm:pt>
    <dgm:pt modelId="{6936A4A9-DE58-4058-95A2-DE41C3419398}" type="parTrans" cxnId="{CF6C7EED-4A79-4736-BFE1-62EE597A9FA8}">
      <dgm:prSet/>
      <dgm:spPr/>
      <dgm:t>
        <a:bodyPr/>
        <a:lstStyle/>
        <a:p>
          <a:endParaRPr lang="en-US"/>
        </a:p>
      </dgm:t>
    </dgm:pt>
    <dgm:pt modelId="{6FE900B1-C5CA-4F5B-BD0D-24D3890FBB80}" type="sibTrans" cxnId="{CF6C7EED-4A79-4736-BFE1-62EE597A9FA8}">
      <dgm:prSet/>
      <dgm:spPr/>
      <dgm:t>
        <a:bodyPr/>
        <a:lstStyle/>
        <a:p>
          <a:endParaRPr lang="en-US"/>
        </a:p>
      </dgm:t>
    </dgm:pt>
    <dgm:pt modelId="{B8B6F15A-6F5F-47CA-B198-6BE5E0FFF6A7}">
      <dgm:prSet phldrT="[Text]"/>
      <dgm:spPr/>
      <dgm:t>
        <a:bodyPr/>
        <a:lstStyle/>
        <a:p>
          <a:r>
            <a:rPr lang="en-US" dirty="0" smtClean="0"/>
            <a:t>Social, Custom, Rituals and Rights</a:t>
          </a:r>
          <a:endParaRPr lang="en-US" dirty="0"/>
        </a:p>
      </dgm:t>
    </dgm:pt>
    <dgm:pt modelId="{C0D3C1B8-86D6-4614-BEA6-F68D460A14B6}" type="parTrans" cxnId="{11C221A4-8B27-4EFC-B25B-18F2BDD5F0DD}">
      <dgm:prSet/>
      <dgm:spPr/>
      <dgm:t>
        <a:bodyPr/>
        <a:lstStyle/>
        <a:p>
          <a:endParaRPr lang="en-US"/>
        </a:p>
      </dgm:t>
    </dgm:pt>
    <dgm:pt modelId="{93FB7DAB-D198-4322-88FE-3A3782259DFA}" type="sibTrans" cxnId="{11C221A4-8B27-4EFC-B25B-18F2BDD5F0DD}">
      <dgm:prSet/>
      <dgm:spPr/>
      <dgm:t>
        <a:bodyPr/>
        <a:lstStyle/>
        <a:p>
          <a:endParaRPr lang="en-US"/>
        </a:p>
      </dgm:t>
    </dgm:pt>
    <dgm:pt modelId="{CCA0B302-23A4-4C39-82DD-8E233884C5C3}">
      <dgm:prSet phldrT="[Text]"/>
      <dgm:spPr/>
      <dgm:t>
        <a:bodyPr/>
        <a:lstStyle/>
        <a:p>
          <a:r>
            <a:rPr lang="en-US" dirty="0" smtClean="0"/>
            <a:t>Worship</a:t>
          </a:r>
          <a:endParaRPr lang="en-US" dirty="0"/>
        </a:p>
      </dgm:t>
    </dgm:pt>
    <dgm:pt modelId="{F238DCAB-66C0-4541-AA16-165AF1A64480}" type="parTrans" cxnId="{7E9BFA59-5A59-487B-9CA5-F20EA21D2221}">
      <dgm:prSet/>
      <dgm:spPr/>
      <dgm:t>
        <a:bodyPr/>
        <a:lstStyle/>
        <a:p>
          <a:endParaRPr lang="en-US"/>
        </a:p>
      </dgm:t>
    </dgm:pt>
    <dgm:pt modelId="{464821E3-96EB-4176-A929-D365E4E02CCE}" type="sibTrans" cxnId="{7E9BFA59-5A59-487B-9CA5-F20EA21D2221}">
      <dgm:prSet/>
      <dgm:spPr/>
      <dgm:t>
        <a:bodyPr/>
        <a:lstStyle/>
        <a:p>
          <a:endParaRPr lang="en-US"/>
        </a:p>
      </dgm:t>
    </dgm:pt>
    <dgm:pt modelId="{EA3074D4-1096-44B1-AC50-29C64FB3C8B4}" type="pres">
      <dgm:prSet presAssocID="{EEB9852E-7ED0-4C13-8499-0C6BFE0CC28F}" presName="compositeShape" presStyleCnt="0">
        <dgm:presLayoutVars>
          <dgm:chMax val="7"/>
          <dgm:dir/>
          <dgm:resizeHandles val="exact"/>
        </dgm:presLayoutVars>
      </dgm:prSet>
      <dgm:spPr/>
    </dgm:pt>
    <dgm:pt modelId="{A28748AE-1ADF-48B5-9DB8-374DC4E36A2B}" type="pres">
      <dgm:prSet presAssocID="{559BD3AB-89C8-4D61-B74F-3B0C7DF8D0DB}" presName="circ1" presStyleLbl="vennNode1" presStyleIdx="0" presStyleCnt="3"/>
      <dgm:spPr/>
      <dgm:t>
        <a:bodyPr/>
        <a:lstStyle/>
        <a:p>
          <a:endParaRPr lang="en-US"/>
        </a:p>
      </dgm:t>
    </dgm:pt>
    <dgm:pt modelId="{31977B47-CEB3-4255-980F-D39A53700AF9}" type="pres">
      <dgm:prSet presAssocID="{559BD3AB-89C8-4D61-B74F-3B0C7DF8D0D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E0274E-4EEF-40AF-9A70-3B77DB0E6301}" type="pres">
      <dgm:prSet presAssocID="{B8B6F15A-6F5F-47CA-B198-6BE5E0FFF6A7}" presName="circ2" presStyleLbl="vennNode1" presStyleIdx="1" presStyleCnt="3"/>
      <dgm:spPr/>
      <dgm:t>
        <a:bodyPr/>
        <a:lstStyle/>
        <a:p>
          <a:endParaRPr lang="en-US"/>
        </a:p>
      </dgm:t>
    </dgm:pt>
    <dgm:pt modelId="{C069FC66-64CA-4BC7-85DA-ACA22D279AFC}" type="pres">
      <dgm:prSet presAssocID="{B8B6F15A-6F5F-47CA-B198-6BE5E0FFF6A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9A7B79-F3B9-4AA9-9989-99E1C45BD112}" type="pres">
      <dgm:prSet presAssocID="{CCA0B302-23A4-4C39-82DD-8E233884C5C3}" presName="circ3" presStyleLbl="vennNode1" presStyleIdx="2" presStyleCnt="3"/>
      <dgm:spPr/>
      <dgm:t>
        <a:bodyPr/>
        <a:lstStyle/>
        <a:p>
          <a:endParaRPr lang="en-US"/>
        </a:p>
      </dgm:t>
    </dgm:pt>
    <dgm:pt modelId="{122E4451-1ECB-4FA0-AF4E-301B6D0587E4}" type="pres">
      <dgm:prSet presAssocID="{CCA0B302-23A4-4C39-82DD-8E233884C5C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661E89C-DC6D-47A1-B9C9-D2DDA5BB254A}" type="presOf" srcId="{B8B6F15A-6F5F-47CA-B198-6BE5E0FFF6A7}" destId="{C069FC66-64CA-4BC7-85DA-ACA22D279AFC}" srcOrd="1" destOrd="0" presId="urn:microsoft.com/office/officeart/2005/8/layout/venn1"/>
    <dgm:cxn modelId="{973B31DC-1809-4A3F-A947-67DEB6EE7F53}" type="presOf" srcId="{559BD3AB-89C8-4D61-B74F-3B0C7DF8D0DB}" destId="{31977B47-CEB3-4255-980F-D39A53700AF9}" srcOrd="1" destOrd="0" presId="urn:microsoft.com/office/officeart/2005/8/layout/venn1"/>
    <dgm:cxn modelId="{CF6C7EED-4A79-4736-BFE1-62EE597A9FA8}" srcId="{EEB9852E-7ED0-4C13-8499-0C6BFE0CC28F}" destId="{559BD3AB-89C8-4D61-B74F-3B0C7DF8D0DB}" srcOrd="0" destOrd="0" parTransId="{6936A4A9-DE58-4058-95A2-DE41C3419398}" sibTransId="{6FE900B1-C5CA-4F5B-BD0D-24D3890FBB80}"/>
    <dgm:cxn modelId="{7E9BFA59-5A59-487B-9CA5-F20EA21D2221}" srcId="{EEB9852E-7ED0-4C13-8499-0C6BFE0CC28F}" destId="{CCA0B302-23A4-4C39-82DD-8E233884C5C3}" srcOrd="2" destOrd="0" parTransId="{F238DCAB-66C0-4541-AA16-165AF1A64480}" sibTransId="{464821E3-96EB-4176-A929-D365E4E02CCE}"/>
    <dgm:cxn modelId="{76D944CB-F26C-4FEA-910D-58B55D2593F5}" type="presOf" srcId="{CCA0B302-23A4-4C39-82DD-8E233884C5C3}" destId="{122E4451-1ECB-4FA0-AF4E-301B6D0587E4}" srcOrd="1" destOrd="0" presId="urn:microsoft.com/office/officeart/2005/8/layout/venn1"/>
    <dgm:cxn modelId="{E7F16335-4CF9-4E29-A991-FAF5FDEC3D1E}" type="presOf" srcId="{CCA0B302-23A4-4C39-82DD-8E233884C5C3}" destId="{7E9A7B79-F3B9-4AA9-9989-99E1C45BD112}" srcOrd="0" destOrd="0" presId="urn:microsoft.com/office/officeart/2005/8/layout/venn1"/>
    <dgm:cxn modelId="{C545C95C-6435-48A7-9360-2551BB82BBBE}" type="presOf" srcId="{559BD3AB-89C8-4D61-B74F-3B0C7DF8D0DB}" destId="{A28748AE-1ADF-48B5-9DB8-374DC4E36A2B}" srcOrd="0" destOrd="0" presId="urn:microsoft.com/office/officeart/2005/8/layout/venn1"/>
    <dgm:cxn modelId="{11C221A4-8B27-4EFC-B25B-18F2BDD5F0DD}" srcId="{EEB9852E-7ED0-4C13-8499-0C6BFE0CC28F}" destId="{B8B6F15A-6F5F-47CA-B198-6BE5E0FFF6A7}" srcOrd="1" destOrd="0" parTransId="{C0D3C1B8-86D6-4614-BEA6-F68D460A14B6}" sibTransId="{93FB7DAB-D198-4322-88FE-3A3782259DFA}"/>
    <dgm:cxn modelId="{E0E0814C-E83E-4A1C-AD36-166631E1EF7E}" type="presOf" srcId="{EEB9852E-7ED0-4C13-8499-0C6BFE0CC28F}" destId="{EA3074D4-1096-44B1-AC50-29C64FB3C8B4}" srcOrd="0" destOrd="0" presId="urn:microsoft.com/office/officeart/2005/8/layout/venn1"/>
    <dgm:cxn modelId="{2D700232-9150-4B19-AA13-85FCF6FC83FF}" type="presOf" srcId="{B8B6F15A-6F5F-47CA-B198-6BE5E0FFF6A7}" destId="{BCE0274E-4EEF-40AF-9A70-3B77DB0E6301}" srcOrd="0" destOrd="0" presId="urn:microsoft.com/office/officeart/2005/8/layout/venn1"/>
    <dgm:cxn modelId="{5E2949C5-CC9F-498D-A261-159AE099E9AB}" type="presParOf" srcId="{EA3074D4-1096-44B1-AC50-29C64FB3C8B4}" destId="{A28748AE-1ADF-48B5-9DB8-374DC4E36A2B}" srcOrd="0" destOrd="0" presId="urn:microsoft.com/office/officeart/2005/8/layout/venn1"/>
    <dgm:cxn modelId="{573E34C2-76DA-4A53-BB5B-1C7F7AF3BFDB}" type="presParOf" srcId="{EA3074D4-1096-44B1-AC50-29C64FB3C8B4}" destId="{31977B47-CEB3-4255-980F-D39A53700AF9}" srcOrd="1" destOrd="0" presId="urn:microsoft.com/office/officeart/2005/8/layout/venn1"/>
    <dgm:cxn modelId="{80967B46-35A8-40D4-B49D-923CD200586A}" type="presParOf" srcId="{EA3074D4-1096-44B1-AC50-29C64FB3C8B4}" destId="{BCE0274E-4EEF-40AF-9A70-3B77DB0E6301}" srcOrd="2" destOrd="0" presId="urn:microsoft.com/office/officeart/2005/8/layout/venn1"/>
    <dgm:cxn modelId="{77A3A3BA-A3D8-4B33-B32A-EB54F1799E49}" type="presParOf" srcId="{EA3074D4-1096-44B1-AC50-29C64FB3C8B4}" destId="{C069FC66-64CA-4BC7-85DA-ACA22D279AFC}" srcOrd="3" destOrd="0" presId="urn:microsoft.com/office/officeart/2005/8/layout/venn1"/>
    <dgm:cxn modelId="{D99CFA55-2B26-4D5B-B499-292421300CCC}" type="presParOf" srcId="{EA3074D4-1096-44B1-AC50-29C64FB3C8B4}" destId="{7E9A7B79-F3B9-4AA9-9989-99E1C45BD112}" srcOrd="4" destOrd="0" presId="urn:microsoft.com/office/officeart/2005/8/layout/venn1"/>
    <dgm:cxn modelId="{5ED29969-1300-4456-B805-A693D4ADF1D8}" type="presParOf" srcId="{EA3074D4-1096-44B1-AC50-29C64FB3C8B4}" destId="{122E4451-1ECB-4FA0-AF4E-301B6D0587E4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779C0E-D375-4822-BB6C-5AFF19DC738F}">
      <dsp:nvSpPr>
        <dsp:cNvPr id="0" name=""/>
        <dsp:cNvSpPr/>
      </dsp:nvSpPr>
      <dsp:spPr>
        <a:xfrm>
          <a:off x="514150" y="259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68B1FC-FBD8-4C6B-8E41-C4FEC2F8A2E6}">
      <dsp:nvSpPr>
        <dsp:cNvPr id="0" name=""/>
        <dsp:cNvSpPr/>
      </dsp:nvSpPr>
      <dsp:spPr>
        <a:xfrm>
          <a:off x="514150" y="103168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1524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Arial Black" panose="020B0A04020102020204" pitchFamily="34" charset="0"/>
            </a:rPr>
            <a:t>Baha'i</a:t>
          </a:r>
          <a:endParaRPr lang="en-US" sz="1200" kern="1200" dirty="0">
            <a:latin typeface="Arial Black" panose="020B0A04020102020204" pitchFamily="34" charset="0"/>
          </a:endParaRPr>
        </a:p>
      </dsp:txBody>
      <dsp:txXfrm>
        <a:off x="514150" y="1031689"/>
        <a:ext cx="970844" cy="442510"/>
      </dsp:txXfrm>
    </dsp:sp>
    <dsp:sp modelId="{7A00AE2D-0663-4E3D-A4B0-3F1C71BBAF01}">
      <dsp:nvSpPr>
        <dsp:cNvPr id="0" name=""/>
        <dsp:cNvSpPr/>
      </dsp:nvSpPr>
      <dsp:spPr>
        <a:xfrm>
          <a:off x="1523992" y="1101977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1CA45-9EAC-4EFC-9D7B-518849787227}">
      <dsp:nvSpPr>
        <dsp:cNvPr id="0" name=""/>
        <dsp:cNvSpPr/>
      </dsp:nvSpPr>
      <dsp:spPr>
        <a:xfrm>
          <a:off x="2126041" y="259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CAA9E2-2930-4200-BB32-748A700973EE}">
      <dsp:nvSpPr>
        <dsp:cNvPr id="0" name=""/>
        <dsp:cNvSpPr/>
      </dsp:nvSpPr>
      <dsp:spPr>
        <a:xfrm>
          <a:off x="2126041" y="103168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1524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Arial Black" panose="020B0A04020102020204" pitchFamily="34" charset="0"/>
            </a:rPr>
            <a:t>Buddhism</a:t>
          </a:r>
          <a:endParaRPr lang="en-US" sz="1200" b="1" kern="1200" dirty="0">
            <a:latin typeface="Arial Black" panose="020B0A04020102020204" pitchFamily="34" charset="0"/>
          </a:endParaRPr>
        </a:p>
      </dsp:txBody>
      <dsp:txXfrm>
        <a:off x="2126041" y="1031689"/>
        <a:ext cx="970844" cy="442510"/>
      </dsp:txXfrm>
    </dsp:sp>
    <dsp:sp modelId="{4C7AD974-6EA7-4118-8961-096CC1482C53}">
      <dsp:nvSpPr>
        <dsp:cNvPr id="0" name=""/>
        <dsp:cNvSpPr/>
      </dsp:nvSpPr>
      <dsp:spPr>
        <a:xfrm>
          <a:off x="3135884" y="1101977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E26264-A05A-45B0-BBAD-9F3300160A23}">
      <dsp:nvSpPr>
        <dsp:cNvPr id="0" name=""/>
        <dsp:cNvSpPr/>
      </dsp:nvSpPr>
      <dsp:spPr>
        <a:xfrm>
          <a:off x="3737932" y="259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36814-1244-420D-9E63-824E57362EC1}">
      <dsp:nvSpPr>
        <dsp:cNvPr id="0" name=""/>
        <dsp:cNvSpPr/>
      </dsp:nvSpPr>
      <dsp:spPr>
        <a:xfrm>
          <a:off x="3737932" y="103168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0" rIns="13970" bIns="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>
              <a:latin typeface="Arial Black" panose="020B0A04020102020204" pitchFamily="34" charset="0"/>
            </a:rPr>
            <a:t>Christianity</a:t>
          </a:r>
          <a:endParaRPr lang="en-US" sz="1100" b="1" kern="1200" dirty="0">
            <a:latin typeface="Arial Black" panose="020B0A04020102020204" pitchFamily="34" charset="0"/>
          </a:endParaRPr>
        </a:p>
      </dsp:txBody>
      <dsp:txXfrm>
        <a:off x="3737932" y="1031689"/>
        <a:ext cx="970844" cy="442510"/>
      </dsp:txXfrm>
    </dsp:sp>
    <dsp:sp modelId="{DE2EC606-6508-4E28-9E88-2FFF5562B525}">
      <dsp:nvSpPr>
        <dsp:cNvPr id="0" name=""/>
        <dsp:cNvSpPr/>
      </dsp:nvSpPr>
      <dsp:spPr>
        <a:xfrm>
          <a:off x="4747775" y="1101977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34EEF1-2D61-4160-BB57-28BD3E23BED5}">
      <dsp:nvSpPr>
        <dsp:cNvPr id="0" name=""/>
        <dsp:cNvSpPr/>
      </dsp:nvSpPr>
      <dsp:spPr>
        <a:xfrm>
          <a:off x="5349823" y="259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FB6E3-E0E4-44D6-A085-5BB5AD15CDA9}">
      <dsp:nvSpPr>
        <dsp:cNvPr id="0" name=""/>
        <dsp:cNvSpPr/>
      </dsp:nvSpPr>
      <dsp:spPr>
        <a:xfrm>
          <a:off x="5349823" y="103168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0" rIns="11430" bIns="0" numCol="1" spcCol="1270" anchor="ctr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>
              <a:latin typeface="Arial Black" panose="020B0A04020102020204" pitchFamily="34" charset="0"/>
            </a:rPr>
            <a:t>Confucianism</a:t>
          </a:r>
          <a:endParaRPr lang="en-US" sz="900" kern="1200" dirty="0">
            <a:latin typeface="Arial Black" panose="020B0A04020102020204" pitchFamily="34" charset="0"/>
          </a:endParaRPr>
        </a:p>
      </dsp:txBody>
      <dsp:txXfrm>
        <a:off x="5349823" y="1031689"/>
        <a:ext cx="970844" cy="442510"/>
      </dsp:txXfrm>
    </dsp:sp>
    <dsp:sp modelId="{752383EB-A63C-48CD-BD8D-A3B612C043B3}">
      <dsp:nvSpPr>
        <dsp:cNvPr id="0" name=""/>
        <dsp:cNvSpPr/>
      </dsp:nvSpPr>
      <dsp:spPr>
        <a:xfrm>
          <a:off x="6359666" y="1101977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10DAA-30A6-4B1C-930B-AA637E4C0F71}">
      <dsp:nvSpPr>
        <dsp:cNvPr id="0" name=""/>
        <dsp:cNvSpPr/>
      </dsp:nvSpPr>
      <dsp:spPr>
        <a:xfrm>
          <a:off x="6961714" y="259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B7D87-69D9-45E9-93D5-E8EBD4346A56}">
      <dsp:nvSpPr>
        <dsp:cNvPr id="0" name=""/>
        <dsp:cNvSpPr/>
      </dsp:nvSpPr>
      <dsp:spPr>
        <a:xfrm>
          <a:off x="6961714" y="103168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0" rIns="10160" bIns="0" numCol="1" spcCol="1270" anchor="ctr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>
              <a:latin typeface="Arial Black" panose="020B0A04020102020204" pitchFamily="34" charset="0"/>
            </a:rPr>
            <a:t>Hinduism </a:t>
          </a:r>
          <a:endParaRPr lang="en-US" sz="800" kern="1200" dirty="0">
            <a:latin typeface="Arial Black" panose="020B0A04020102020204" pitchFamily="34" charset="0"/>
          </a:endParaRPr>
        </a:p>
      </dsp:txBody>
      <dsp:txXfrm>
        <a:off x="6961714" y="1031689"/>
        <a:ext cx="970844" cy="442510"/>
      </dsp:txXfrm>
    </dsp:sp>
    <dsp:sp modelId="{223AE8FF-47DA-428F-BD70-D82735AD7A7E}">
      <dsp:nvSpPr>
        <dsp:cNvPr id="0" name=""/>
        <dsp:cNvSpPr/>
      </dsp:nvSpPr>
      <dsp:spPr>
        <a:xfrm>
          <a:off x="7971557" y="1101977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08533-FA50-4AA3-996B-CB018FADCBAB}">
      <dsp:nvSpPr>
        <dsp:cNvPr id="0" name=""/>
        <dsp:cNvSpPr/>
      </dsp:nvSpPr>
      <dsp:spPr>
        <a:xfrm>
          <a:off x="8573606" y="259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CB0E1-6BB9-4124-9CAE-147F9D11F074}">
      <dsp:nvSpPr>
        <dsp:cNvPr id="0" name=""/>
        <dsp:cNvSpPr/>
      </dsp:nvSpPr>
      <dsp:spPr>
        <a:xfrm>
          <a:off x="8573606" y="103168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0" rIns="1016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>
              <a:latin typeface="Arial Black" panose="020B0A04020102020204" pitchFamily="34" charset="0"/>
            </a:rPr>
            <a:t>Indigenous American religions</a:t>
          </a:r>
          <a:endParaRPr lang="en-US" sz="800" kern="1200" dirty="0">
            <a:latin typeface="Arial Black" panose="020B0A04020102020204" pitchFamily="34" charset="0"/>
          </a:endParaRPr>
        </a:p>
      </dsp:txBody>
      <dsp:txXfrm>
        <a:off x="8573606" y="1031689"/>
        <a:ext cx="970844" cy="442510"/>
      </dsp:txXfrm>
    </dsp:sp>
    <dsp:sp modelId="{0947D6A2-F28F-4DA9-A80E-32F8730B9583}">
      <dsp:nvSpPr>
        <dsp:cNvPr id="0" name=""/>
        <dsp:cNvSpPr/>
      </dsp:nvSpPr>
      <dsp:spPr>
        <a:xfrm>
          <a:off x="9583448" y="1101977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F6545-4C3D-424D-AFCE-7237451671A9}">
      <dsp:nvSpPr>
        <dsp:cNvPr id="0" name=""/>
        <dsp:cNvSpPr/>
      </dsp:nvSpPr>
      <dsp:spPr>
        <a:xfrm>
          <a:off x="10185497" y="259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98C5DF-3E3E-436B-A9A7-221F5B8DB4A2}">
      <dsp:nvSpPr>
        <dsp:cNvPr id="0" name=""/>
        <dsp:cNvSpPr/>
      </dsp:nvSpPr>
      <dsp:spPr>
        <a:xfrm>
          <a:off x="10185497" y="103168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1524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Arial Black" panose="020B0A04020102020204" pitchFamily="34" charset="0"/>
            </a:rPr>
            <a:t>Islam</a:t>
          </a:r>
          <a:endParaRPr lang="en-US" sz="1200" b="1" kern="1200" dirty="0">
            <a:latin typeface="Arial Black" panose="020B0A04020102020204" pitchFamily="34" charset="0"/>
          </a:endParaRPr>
        </a:p>
      </dsp:txBody>
      <dsp:txXfrm>
        <a:off x="10185497" y="1031689"/>
        <a:ext cx="970844" cy="442510"/>
      </dsp:txXfrm>
    </dsp:sp>
    <dsp:sp modelId="{DBD1130C-F154-4002-910A-CCF55700DD73}">
      <dsp:nvSpPr>
        <dsp:cNvPr id="0" name=""/>
        <dsp:cNvSpPr/>
      </dsp:nvSpPr>
      <dsp:spPr>
        <a:xfrm>
          <a:off x="11195340" y="1101977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48441-5DC6-4FB7-8F58-968160129073}">
      <dsp:nvSpPr>
        <dsp:cNvPr id="0" name=""/>
        <dsp:cNvSpPr/>
      </dsp:nvSpPr>
      <dsp:spPr>
        <a:xfrm>
          <a:off x="514150" y="182346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210B2-BB06-44FC-B3A8-8076C7E619DD}">
      <dsp:nvSpPr>
        <dsp:cNvPr id="0" name=""/>
        <dsp:cNvSpPr/>
      </dsp:nvSpPr>
      <dsp:spPr>
        <a:xfrm>
          <a:off x="514150" y="285255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1524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Arial Black" panose="020B0A04020102020204" pitchFamily="34" charset="0"/>
            </a:rPr>
            <a:t>Jainism</a:t>
          </a:r>
          <a:endParaRPr lang="en-US" sz="1200" kern="1200" dirty="0">
            <a:latin typeface="Arial Black" panose="020B0A04020102020204" pitchFamily="34" charset="0"/>
          </a:endParaRPr>
        </a:p>
      </dsp:txBody>
      <dsp:txXfrm>
        <a:off x="514150" y="2852559"/>
        <a:ext cx="970844" cy="442510"/>
      </dsp:txXfrm>
    </dsp:sp>
    <dsp:sp modelId="{6A20F899-C0A2-4278-AF34-FF571F2F70CA}">
      <dsp:nvSpPr>
        <dsp:cNvPr id="0" name=""/>
        <dsp:cNvSpPr/>
      </dsp:nvSpPr>
      <dsp:spPr>
        <a:xfrm>
          <a:off x="1523992" y="2922848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ADFEF-FC52-4715-BA09-20156DC06191}">
      <dsp:nvSpPr>
        <dsp:cNvPr id="0" name=""/>
        <dsp:cNvSpPr/>
      </dsp:nvSpPr>
      <dsp:spPr>
        <a:xfrm>
          <a:off x="2126041" y="182346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3ABBA-909A-4868-8584-493850B39EDC}">
      <dsp:nvSpPr>
        <dsp:cNvPr id="0" name=""/>
        <dsp:cNvSpPr/>
      </dsp:nvSpPr>
      <dsp:spPr>
        <a:xfrm>
          <a:off x="2126041" y="285255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1524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Arial Black" panose="020B0A04020102020204" pitchFamily="34" charset="0"/>
            </a:rPr>
            <a:t>Judaism</a:t>
          </a:r>
          <a:endParaRPr lang="en-US" sz="1200" kern="1200" dirty="0">
            <a:latin typeface="Arial Black" panose="020B0A04020102020204" pitchFamily="34" charset="0"/>
          </a:endParaRPr>
        </a:p>
      </dsp:txBody>
      <dsp:txXfrm>
        <a:off x="2126041" y="2852559"/>
        <a:ext cx="970844" cy="442510"/>
      </dsp:txXfrm>
    </dsp:sp>
    <dsp:sp modelId="{4B4FA9F6-AFCC-4B22-99AC-41FDCD946EE9}">
      <dsp:nvSpPr>
        <dsp:cNvPr id="0" name=""/>
        <dsp:cNvSpPr/>
      </dsp:nvSpPr>
      <dsp:spPr>
        <a:xfrm>
          <a:off x="3135884" y="2922848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B46DE1-77FC-4F7F-BD3A-6AAE3BC45F52}">
      <dsp:nvSpPr>
        <dsp:cNvPr id="0" name=""/>
        <dsp:cNvSpPr/>
      </dsp:nvSpPr>
      <dsp:spPr>
        <a:xfrm>
          <a:off x="3737932" y="182346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09869-5F41-4727-8298-95034727DA4D}">
      <dsp:nvSpPr>
        <dsp:cNvPr id="0" name=""/>
        <dsp:cNvSpPr/>
      </dsp:nvSpPr>
      <dsp:spPr>
        <a:xfrm>
          <a:off x="3737932" y="285255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0" rIns="10160" bIns="0" numCol="1" spcCol="1270" anchor="ctr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>
              <a:latin typeface="Arial Black" panose="020B0A04020102020204" pitchFamily="34" charset="0"/>
            </a:rPr>
            <a:t>Rastafarianism</a:t>
          </a:r>
          <a:endParaRPr lang="en-US" sz="800" kern="1200" dirty="0">
            <a:latin typeface="Arial Black" panose="020B0A04020102020204" pitchFamily="34" charset="0"/>
          </a:endParaRPr>
        </a:p>
      </dsp:txBody>
      <dsp:txXfrm>
        <a:off x="3737932" y="2852559"/>
        <a:ext cx="970844" cy="442510"/>
      </dsp:txXfrm>
    </dsp:sp>
    <dsp:sp modelId="{6D7EEA2B-0FDB-4987-A0DE-C863A1C49EEA}">
      <dsp:nvSpPr>
        <dsp:cNvPr id="0" name=""/>
        <dsp:cNvSpPr/>
      </dsp:nvSpPr>
      <dsp:spPr>
        <a:xfrm>
          <a:off x="4747775" y="2922848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D797A-52ED-429E-925D-E2B027F86EB1}">
      <dsp:nvSpPr>
        <dsp:cNvPr id="0" name=""/>
        <dsp:cNvSpPr/>
      </dsp:nvSpPr>
      <dsp:spPr>
        <a:xfrm>
          <a:off x="5349823" y="182346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F61A8-6F59-43CB-8AD9-BC6ED6AF68B0}">
      <dsp:nvSpPr>
        <dsp:cNvPr id="0" name=""/>
        <dsp:cNvSpPr/>
      </dsp:nvSpPr>
      <dsp:spPr>
        <a:xfrm>
          <a:off x="5349823" y="285255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1524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Arial Black" panose="020B0A04020102020204" pitchFamily="34" charset="0"/>
            </a:rPr>
            <a:t>Shinto</a:t>
          </a:r>
          <a:endParaRPr lang="en-US" sz="1200" kern="1200" dirty="0">
            <a:latin typeface="Arial Black" panose="020B0A04020102020204" pitchFamily="34" charset="0"/>
          </a:endParaRPr>
        </a:p>
      </dsp:txBody>
      <dsp:txXfrm>
        <a:off x="5349823" y="2852559"/>
        <a:ext cx="970844" cy="442510"/>
      </dsp:txXfrm>
    </dsp:sp>
    <dsp:sp modelId="{CA504FEA-94A0-4004-8F13-117DA9F87582}">
      <dsp:nvSpPr>
        <dsp:cNvPr id="0" name=""/>
        <dsp:cNvSpPr/>
      </dsp:nvSpPr>
      <dsp:spPr>
        <a:xfrm>
          <a:off x="6359666" y="2922848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E6FAA-DB27-4B79-B28D-0ACDA727ECEC}">
      <dsp:nvSpPr>
        <dsp:cNvPr id="0" name=""/>
        <dsp:cNvSpPr/>
      </dsp:nvSpPr>
      <dsp:spPr>
        <a:xfrm>
          <a:off x="6961714" y="182346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4CC94-5A81-4175-AB9A-CD37E2945093}">
      <dsp:nvSpPr>
        <dsp:cNvPr id="0" name=""/>
        <dsp:cNvSpPr/>
      </dsp:nvSpPr>
      <dsp:spPr>
        <a:xfrm>
          <a:off x="6961714" y="285255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1524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Arial Black" panose="020B0A04020102020204" pitchFamily="34" charset="0"/>
            </a:rPr>
            <a:t>Sikhism</a:t>
          </a:r>
          <a:endParaRPr lang="en-US" sz="1200" kern="1200" dirty="0">
            <a:latin typeface="Arial Black" panose="020B0A04020102020204" pitchFamily="34" charset="0"/>
          </a:endParaRPr>
        </a:p>
      </dsp:txBody>
      <dsp:txXfrm>
        <a:off x="6961714" y="2852559"/>
        <a:ext cx="970844" cy="442510"/>
      </dsp:txXfrm>
    </dsp:sp>
    <dsp:sp modelId="{03416DAF-5759-4F8C-9669-C81BE1C9E940}">
      <dsp:nvSpPr>
        <dsp:cNvPr id="0" name=""/>
        <dsp:cNvSpPr/>
      </dsp:nvSpPr>
      <dsp:spPr>
        <a:xfrm>
          <a:off x="7971557" y="2922848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B07ADB-F572-4BA3-8E19-EC2B28EAD4E1}">
      <dsp:nvSpPr>
        <dsp:cNvPr id="0" name=""/>
        <dsp:cNvSpPr/>
      </dsp:nvSpPr>
      <dsp:spPr>
        <a:xfrm>
          <a:off x="8573606" y="182346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19CCE-3F3C-4EE8-962E-A151508CDF16}">
      <dsp:nvSpPr>
        <dsp:cNvPr id="0" name=""/>
        <dsp:cNvSpPr/>
      </dsp:nvSpPr>
      <dsp:spPr>
        <a:xfrm>
          <a:off x="8573606" y="285255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1524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Arial Black" panose="020B0A04020102020204" pitchFamily="34" charset="0"/>
            </a:rPr>
            <a:t>Taoism</a:t>
          </a:r>
          <a:endParaRPr lang="en-US" sz="1200" kern="1200" dirty="0">
            <a:latin typeface="Arial Black" panose="020B0A04020102020204" pitchFamily="34" charset="0"/>
          </a:endParaRPr>
        </a:p>
      </dsp:txBody>
      <dsp:txXfrm>
        <a:off x="8573606" y="2852559"/>
        <a:ext cx="970844" cy="442510"/>
      </dsp:txXfrm>
    </dsp:sp>
    <dsp:sp modelId="{30DBB62B-8925-4106-85DD-DBB755A1C788}">
      <dsp:nvSpPr>
        <dsp:cNvPr id="0" name=""/>
        <dsp:cNvSpPr/>
      </dsp:nvSpPr>
      <dsp:spPr>
        <a:xfrm>
          <a:off x="9583448" y="2922848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0BEF1-CFED-45EB-AA83-F4C3A3B36F27}">
      <dsp:nvSpPr>
        <dsp:cNvPr id="0" name=""/>
        <dsp:cNvSpPr/>
      </dsp:nvSpPr>
      <dsp:spPr>
        <a:xfrm>
          <a:off x="10185497" y="1823464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AA1D3-8433-4535-AA05-376A54489CD2}">
      <dsp:nvSpPr>
        <dsp:cNvPr id="0" name=""/>
        <dsp:cNvSpPr/>
      </dsp:nvSpPr>
      <dsp:spPr>
        <a:xfrm>
          <a:off x="10185497" y="2852559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0" rIns="10160" bIns="0" numCol="1" spcCol="1270" anchor="ctr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>
              <a:latin typeface="Arial Black" panose="020B0A04020102020204" pitchFamily="34" charset="0"/>
            </a:rPr>
            <a:t>Traditional African religions</a:t>
          </a:r>
          <a:endParaRPr lang="en-US" sz="800" kern="1200" dirty="0">
            <a:latin typeface="Arial Black" panose="020B0A04020102020204" pitchFamily="34" charset="0"/>
          </a:endParaRPr>
        </a:p>
      </dsp:txBody>
      <dsp:txXfrm>
        <a:off x="10185497" y="2852559"/>
        <a:ext cx="970844" cy="442510"/>
      </dsp:txXfrm>
    </dsp:sp>
    <dsp:sp modelId="{129BAAB2-2D9B-44D6-A29E-B7056C999368}">
      <dsp:nvSpPr>
        <dsp:cNvPr id="0" name=""/>
        <dsp:cNvSpPr/>
      </dsp:nvSpPr>
      <dsp:spPr>
        <a:xfrm>
          <a:off x="11195340" y="2922848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A5744-7F6B-4018-A556-2836FD958FE6}">
      <dsp:nvSpPr>
        <dsp:cNvPr id="0" name=""/>
        <dsp:cNvSpPr/>
      </dsp:nvSpPr>
      <dsp:spPr>
        <a:xfrm>
          <a:off x="5349823" y="3644335"/>
          <a:ext cx="1378599" cy="102909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EB101B-8AF2-4D19-92F9-98420B8E8917}">
      <dsp:nvSpPr>
        <dsp:cNvPr id="0" name=""/>
        <dsp:cNvSpPr/>
      </dsp:nvSpPr>
      <dsp:spPr>
        <a:xfrm>
          <a:off x="5349823" y="4673430"/>
          <a:ext cx="1378599" cy="442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0" rIns="10160" bIns="0" numCol="1" spcCol="1270" anchor="ctr" anchorCtr="0">
          <a:noAutofit/>
        </a:bodyPr>
        <a:lstStyle/>
        <a:p>
          <a:pPr lvl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>
              <a:latin typeface="Arial Black" panose="020B0A04020102020204" pitchFamily="34" charset="0"/>
            </a:rPr>
            <a:t>Zoroastrianism</a:t>
          </a:r>
          <a:endParaRPr lang="en-US" sz="800" kern="1200" dirty="0">
            <a:latin typeface="Arial Black" panose="020B0A04020102020204" pitchFamily="34" charset="0"/>
          </a:endParaRPr>
        </a:p>
      </dsp:txBody>
      <dsp:txXfrm>
        <a:off x="5349823" y="4673430"/>
        <a:ext cx="970844" cy="442510"/>
      </dsp:txXfrm>
    </dsp:sp>
    <dsp:sp modelId="{CE13383C-C0AD-4471-A936-E92941BDC7EE}">
      <dsp:nvSpPr>
        <dsp:cNvPr id="0" name=""/>
        <dsp:cNvSpPr/>
      </dsp:nvSpPr>
      <dsp:spPr>
        <a:xfrm>
          <a:off x="6359666" y="4743719"/>
          <a:ext cx="482509" cy="48250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779C0E-D375-4822-BB6C-5AFF19DC738F}">
      <dsp:nvSpPr>
        <dsp:cNvPr id="0" name=""/>
        <dsp:cNvSpPr/>
      </dsp:nvSpPr>
      <dsp:spPr>
        <a:xfrm>
          <a:off x="358" y="19025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68B1FC-FBD8-4C6B-8E41-C4FEC2F8A2E6}">
      <dsp:nvSpPr>
        <dsp:cNvPr id="0" name=""/>
        <dsp:cNvSpPr/>
      </dsp:nvSpPr>
      <dsp:spPr>
        <a:xfrm>
          <a:off x="358" y="67583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1524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Arial Black" panose="020B0A04020102020204" pitchFamily="34" charset="0"/>
            </a:rPr>
            <a:t>Baha'i</a:t>
          </a:r>
          <a:endParaRPr lang="en-US" sz="1200" kern="1200" dirty="0">
            <a:latin typeface="Arial Black" panose="020B0A04020102020204" pitchFamily="34" charset="0"/>
          </a:endParaRPr>
        </a:p>
      </dsp:txBody>
      <dsp:txXfrm>
        <a:off x="358" y="67583"/>
        <a:ext cx="45809" cy="20879"/>
      </dsp:txXfrm>
    </dsp:sp>
    <dsp:sp modelId="{7A00AE2D-0663-4E3D-A4B0-3F1C71BBAF01}">
      <dsp:nvSpPr>
        <dsp:cNvPr id="0" name=""/>
        <dsp:cNvSpPr/>
      </dsp:nvSpPr>
      <dsp:spPr>
        <a:xfrm>
          <a:off x="48007" y="70900"/>
          <a:ext cx="22767" cy="2276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1CA45-9EAC-4EFC-9D7B-518849787227}">
      <dsp:nvSpPr>
        <dsp:cNvPr id="0" name=""/>
        <dsp:cNvSpPr/>
      </dsp:nvSpPr>
      <dsp:spPr>
        <a:xfrm>
          <a:off x="76415" y="19025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CAA9E2-2930-4200-BB32-748A700973EE}">
      <dsp:nvSpPr>
        <dsp:cNvPr id="0" name=""/>
        <dsp:cNvSpPr/>
      </dsp:nvSpPr>
      <dsp:spPr>
        <a:xfrm>
          <a:off x="76415" y="67583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1524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Arial Black" panose="020B0A04020102020204" pitchFamily="34" charset="0"/>
            </a:rPr>
            <a:t>Buddhism</a:t>
          </a:r>
          <a:endParaRPr lang="en-US" sz="1200" b="1" kern="1200" dirty="0">
            <a:latin typeface="Arial Black" panose="020B0A04020102020204" pitchFamily="34" charset="0"/>
          </a:endParaRPr>
        </a:p>
      </dsp:txBody>
      <dsp:txXfrm>
        <a:off x="76415" y="67583"/>
        <a:ext cx="45809" cy="20879"/>
      </dsp:txXfrm>
    </dsp:sp>
    <dsp:sp modelId="{4C7AD974-6EA7-4118-8961-096CC1482C53}">
      <dsp:nvSpPr>
        <dsp:cNvPr id="0" name=""/>
        <dsp:cNvSpPr/>
      </dsp:nvSpPr>
      <dsp:spPr>
        <a:xfrm>
          <a:off x="124065" y="70900"/>
          <a:ext cx="22767" cy="2276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E26264-A05A-45B0-BBAD-9F3300160A23}">
      <dsp:nvSpPr>
        <dsp:cNvPr id="0" name=""/>
        <dsp:cNvSpPr/>
      </dsp:nvSpPr>
      <dsp:spPr>
        <a:xfrm>
          <a:off x="152472" y="19025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36814-1244-420D-9E63-824E57362EC1}">
      <dsp:nvSpPr>
        <dsp:cNvPr id="0" name=""/>
        <dsp:cNvSpPr/>
      </dsp:nvSpPr>
      <dsp:spPr>
        <a:xfrm>
          <a:off x="152472" y="67583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0" rIns="13970" bIns="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>
              <a:latin typeface="Arial Black" panose="020B0A04020102020204" pitchFamily="34" charset="0"/>
            </a:rPr>
            <a:t>Christianity</a:t>
          </a:r>
          <a:endParaRPr lang="en-US" sz="1100" b="1" kern="1200" dirty="0">
            <a:latin typeface="Arial Black" panose="020B0A04020102020204" pitchFamily="34" charset="0"/>
          </a:endParaRPr>
        </a:p>
      </dsp:txBody>
      <dsp:txXfrm>
        <a:off x="152472" y="67583"/>
        <a:ext cx="45809" cy="20879"/>
      </dsp:txXfrm>
    </dsp:sp>
    <dsp:sp modelId="{DE2EC606-6508-4E28-9E88-2FFF5562B525}">
      <dsp:nvSpPr>
        <dsp:cNvPr id="0" name=""/>
        <dsp:cNvSpPr/>
      </dsp:nvSpPr>
      <dsp:spPr>
        <a:xfrm>
          <a:off x="200122" y="70900"/>
          <a:ext cx="22767" cy="2276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34EEF1-2D61-4160-BB57-28BD3E23BED5}">
      <dsp:nvSpPr>
        <dsp:cNvPr id="0" name=""/>
        <dsp:cNvSpPr/>
      </dsp:nvSpPr>
      <dsp:spPr>
        <a:xfrm>
          <a:off x="228530" y="19025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FB6E3-E0E4-44D6-A085-5BB5AD15CDA9}">
      <dsp:nvSpPr>
        <dsp:cNvPr id="0" name=""/>
        <dsp:cNvSpPr/>
      </dsp:nvSpPr>
      <dsp:spPr>
        <a:xfrm>
          <a:off x="228530" y="67583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0" rIns="12700" bIns="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>
              <a:latin typeface="Arial Black" panose="020B0A04020102020204" pitchFamily="34" charset="0"/>
            </a:rPr>
            <a:t>Confucianism</a:t>
          </a:r>
          <a:endParaRPr lang="en-US" sz="1000" kern="1200" dirty="0">
            <a:latin typeface="Arial Black" panose="020B0A04020102020204" pitchFamily="34" charset="0"/>
          </a:endParaRPr>
        </a:p>
      </dsp:txBody>
      <dsp:txXfrm>
        <a:off x="228530" y="67583"/>
        <a:ext cx="45809" cy="20879"/>
      </dsp:txXfrm>
    </dsp:sp>
    <dsp:sp modelId="{752383EB-A63C-48CD-BD8D-A3B612C043B3}">
      <dsp:nvSpPr>
        <dsp:cNvPr id="0" name=""/>
        <dsp:cNvSpPr/>
      </dsp:nvSpPr>
      <dsp:spPr>
        <a:xfrm>
          <a:off x="276179" y="70900"/>
          <a:ext cx="22767" cy="2276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10DAA-30A6-4B1C-930B-AA637E4C0F71}">
      <dsp:nvSpPr>
        <dsp:cNvPr id="0" name=""/>
        <dsp:cNvSpPr/>
      </dsp:nvSpPr>
      <dsp:spPr>
        <a:xfrm>
          <a:off x="304587" y="19025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B7D87-69D9-45E9-93D5-E8EBD4346A56}">
      <dsp:nvSpPr>
        <dsp:cNvPr id="0" name=""/>
        <dsp:cNvSpPr/>
      </dsp:nvSpPr>
      <dsp:spPr>
        <a:xfrm>
          <a:off x="304587" y="67583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/>
            <a:t>Hinduism </a:t>
          </a:r>
          <a:endParaRPr lang="en-US" sz="500" kern="1200" dirty="0"/>
        </a:p>
      </dsp:txBody>
      <dsp:txXfrm>
        <a:off x="304587" y="67583"/>
        <a:ext cx="45809" cy="20879"/>
      </dsp:txXfrm>
    </dsp:sp>
    <dsp:sp modelId="{223AE8FF-47DA-428F-BD70-D82735AD7A7E}">
      <dsp:nvSpPr>
        <dsp:cNvPr id="0" name=""/>
        <dsp:cNvSpPr/>
      </dsp:nvSpPr>
      <dsp:spPr>
        <a:xfrm>
          <a:off x="352237" y="70900"/>
          <a:ext cx="22767" cy="2276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08533-FA50-4AA3-996B-CB018FADCBAB}">
      <dsp:nvSpPr>
        <dsp:cNvPr id="0" name=""/>
        <dsp:cNvSpPr/>
      </dsp:nvSpPr>
      <dsp:spPr>
        <a:xfrm>
          <a:off x="380645" y="19025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CB0E1-6BB9-4124-9CAE-147F9D11F074}">
      <dsp:nvSpPr>
        <dsp:cNvPr id="0" name=""/>
        <dsp:cNvSpPr/>
      </dsp:nvSpPr>
      <dsp:spPr>
        <a:xfrm>
          <a:off x="380645" y="67583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/>
            <a:t>Indigenous American religions</a:t>
          </a:r>
          <a:endParaRPr lang="en-US" sz="500" kern="1200" dirty="0"/>
        </a:p>
      </dsp:txBody>
      <dsp:txXfrm>
        <a:off x="380645" y="67583"/>
        <a:ext cx="45809" cy="20879"/>
      </dsp:txXfrm>
    </dsp:sp>
    <dsp:sp modelId="{0947D6A2-F28F-4DA9-A80E-32F8730B9583}">
      <dsp:nvSpPr>
        <dsp:cNvPr id="0" name=""/>
        <dsp:cNvSpPr/>
      </dsp:nvSpPr>
      <dsp:spPr>
        <a:xfrm>
          <a:off x="428294" y="70900"/>
          <a:ext cx="22767" cy="2276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F6545-4C3D-424D-AFCE-7237451671A9}">
      <dsp:nvSpPr>
        <dsp:cNvPr id="0" name=""/>
        <dsp:cNvSpPr/>
      </dsp:nvSpPr>
      <dsp:spPr>
        <a:xfrm>
          <a:off x="456702" y="19025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98C5DF-3E3E-436B-A9A7-221F5B8DB4A2}">
      <dsp:nvSpPr>
        <dsp:cNvPr id="0" name=""/>
        <dsp:cNvSpPr/>
      </dsp:nvSpPr>
      <dsp:spPr>
        <a:xfrm>
          <a:off x="456702" y="67583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smtClean="0"/>
            <a:t>Islam</a:t>
          </a:r>
          <a:endParaRPr lang="en-US" sz="500" kern="1200" dirty="0"/>
        </a:p>
      </dsp:txBody>
      <dsp:txXfrm>
        <a:off x="456702" y="67583"/>
        <a:ext cx="45809" cy="20879"/>
      </dsp:txXfrm>
    </dsp:sp>
    <dsp:sp modelId="{DBD1130C-F154-4002-910A-CCF55700DD73}">
      <dsp:nvSpPr>
        <dsp:cNvPr id="0" name=""/>
        <dsp:cNvSpPr/>
      </dsp:nvSpPr>
      <dsp:spPr>
        <a:xfrm>
          <a:off x="504352" y="70900"/>
          <a:ext cx="22767" cy="22767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48441-5DC6-4FB7-8F58-968160129073}">
      <dsp:nvSpPr>
        <dsp:cNvPr id="0" name=""/>
        <dsp:cNvSpPr/>
      </dsp:nvSpPr>
      <dsp:spPr>
        <a:xfrm>
          <a:off x="532759" y="19025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210B2-BB06-44FC-B3A8-8076C7E619DD}">
      <dsp:nvSpPr>
        <dsp:cNvPr id="0" name=""/>
        <dsp:cNvSpPr/>
      </dsp:nvSpPr>
      <dsp:spPr>
        <a:xfrm>
          <a:off x="532759" y="67583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/>
            <a:t>Jainism</a:t>
          </a:r>
          <a:endParaRPr lang="en-US" sz="500" kern="1200" dirty="0"/>
        </a:p>
      </dsp:txBody>
      <dsp:txXfrm>
        <a:off x="532759" y="67583"/>
        <a:ext cx="45809" cy="20879"/>
      </dsp:txXfrm>
    </dsp:sp>
    <dsp:sp modelId="{6A20F899-C0A2-4278-AF34-FF571F2F70CA}">
      <dsp:nvSpPr>
        <dsp:cNvPr id="0" name=""/>
        <dsp:cNvSpPr/>
      </dsp:nvSpPr>
      <dsp:spPr>
        <a:xfrm>
          <a:off x="580409" y="70900"/>
          <a:ext cx="22767" cy="22767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ADFEF-FC52-4715-BA09-20156DC06191}">
      <dsp:nvSpPr>
        <dsp:cNvPr id="0" name=""/>
        <dsp:cNvSpPr/>
      </dsp:nvSpPr>
      <dsp:spPr>
        <a:xfrm>
          <a:off x="38386" y="104943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3ABBA-909A-4868-8584-493850B39EDC}">
      <dsp:nvSpPr>
        <dsp:cNvPr id="0" name=""/>
        <dsp:cNvSpPr/>
      </dsp:nvSpPr>
      <dsp:spPr>
        <a:xfrm>
          <a:off x="38386" y="153501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smtClean="0"/>
            <a:t>Judaism</a:t>
          </a:r>
          <a:endParaRPr lang="en-US" sz="500" kern="1200" dirty="0"/>
        </a:p>
      </dsp:txBody>
      <dsp:txXfrm>
        <a:off x="38386" y="153501"/>
        <a:ext cx="45809" cy="20879"/>
      </dsp:txXfrm>
    </dsp:sp>
    <dsp:sp modelId="{4B4FA9F6-AFCC-4B22-99AC-41FDCD946EE9}">
      <dsp:nvSpPr>
        <dsp:cNvPr id="0" name=""/>
        <dsp:cNvSpPr/>
      </dsp:nvSpPr>
      <dsp:spPr>
        <a:xfrm>
          <a:off x="86036" y="156818"/>
          <a:ext cx="22767" cy="22767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B46DE1-77FC-4F7F-BD3A-6AAE3BC45F52}">
      <dsp:nvSpPr>
        <dsp:cNvPr id="0" name=""/>
        <dsp:cNvSpPr/>
      </dsp:nvSpPr>
      <dsp:spPr>
        <a:xfrm>
          <a:off x="114444" y="104943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09869-5F41-4727-8298-95034727DA4D}">
      <dsp:nvSpPr>
        <dsp:cNvPr id="0" name=""/>
        <dsp:cNvSpPr/>
      </dsp:nvSpPr>
      <dsp:spPr>
        <a:xfrm>
          <a:off x="114444" y="153501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smtClean="0"/>
            <a:t>Rastafarianism</a:t>
          </a:r>
          <a:endParaRPr lang="en-US" sz="500" kern="1200" dirty="0"/>
        </a:p>
      </dsp:txBody>
      <dsp:txXfrm>
        <a:off x="114444" y="153501"/>
        <a:ext cx="45809" cy="20879"/>
      </dsp:txXfrm>
    </dsp:sp>
    <dsp:sp modelId="{6D7EEA2B-0FDB-4987-A0DE-C863A1C49EEA}">
      <dsp:nvSpPr>
        <dsp:cNvPr id="0" name=""/>
        <dsp:cNvSpPr/>
      </dsp:nvSpPr>
      <dsp:spPr>
        <a:xfrm>
          <a:off x="162093" y="156818"/>
          <a:ext cx="22767" cy="22767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D797A-52ED-429E-925D-E2B027F86EB1}">
      <dsp:nvSpPr>
        <dsp:cNvPr id="0" name=""/>
        <dsp:cNvSpPr/>
      </dsp:nvSpPr>
      <dsp:spPr>
        <a:xfrm>
          <a:off x="190501" y="104943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F61A8-6F59-43CB-8AD9-BC6ED6AF68B0}">
      <dsp:nvSpPr>
        <dsp:cNvPr id="0" name=""/>
        <dsp:cNvSpPr/>
      </dsp:nvSpPr>
      <dsp:spPr>
        <a:xfrm>
          <a:off x="190501" y="153501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smtClean="0"/>
            <a:t>Shinto</a:t>
          </a:r>
          <a:endParaRPr lang="en-US" sz="500" kern="1200" dirty="0"/>
        </a:p>
      </dsp:txBody>
      <dsp:txXfrm>
        <a:off x="190501" y="153501"/>
        <a:ext cx="45809" cy="20879"/>
      </dsp:txXfrm>
    </dsp:sp>
    <dsp:sp modelId="{CA504FEA-94A0-4004-8F13-117DA9F87582}">
      <dsp:nvSpPr>
        <dsp:cNvPr id="0" name=""/>
        <dsp:cNvSpPr/>
      </dsp:nvSpPr>
      <dsp:spPr>
        <a:xfrm>
          <a:off x="238151" y="156818"/>
          <a:ext cx="22767" cy="22767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E6FAA-DB27-4B79-B28D-0ACDA727ECEC}">
      <dsp:nvSpPr>
        <dsp:cNvPr id="0" name=""/>
        <dsp:cNvSpPr/>
      </dsp:nvSpPr>
      <dsp:spPr>
        <a:xfrm>
          <a:off x="266559" y="104943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4CC94-5A81-4175-AB9A-CD37E2945093}">
      <dsp:nvSpPr>
        <dsp:cNvPr id="0" name=""/>
        <dsp:cNvSpPr/>
      </dsp:nvSpPr>
      <dsp:spPr>
        <a:xfrm>
          <a:off x="266559" y="153501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dirty="0" smtClean="0"/>
            <a:t>Sikhism</a:t>
          </a:r>
          <a:endParaRPr lang="en-US" sz="500" kern="1200" dirty="0"/>
        </a:p>
      </dsp:txBody>
      <dsp:txXfrm>
        <a:off x="266559" y="153501"/>
        <a:ext cx="45809" cy="20879"/>
      </dsp:txXfrm>
    </dsp:sp>
    <dsp:sp modelId="{03416DAF-5759-4F8C-9669-C81BE1C9E940}">
      <dsp:nvSpPr>
        <dsp:cNvPr id="0" name=""/>
        <dsp:cNvSpPr/>
      </dsp:nvSpPr>
      <dsp:spPr>
        <a:xfrm>
          <a:off x="314208" y="156818"/>
          <a:ext cx="22767" cy="22767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B07ADB-F572-4BA3-8E19-EC2B28EAD4E1}">
      <dsp:nvSpPr>
        <dsp:cNvPr id="0" name=""/>
        <dsp:cNvSpPr/>
      </dsp:nvSpPr>
      <dsp:spPr>
        <a:xfrm>
          <a:off x="342616" y="104943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19CCE-3F3C-4EE8-962E-A151508CDF16}">
      <dsp:nvSpPr>
        <dsp:cNvPr id="0" name=""/>
        <dsp:cNvSpPr/>
      </dsp:nvSpPr>
      <dsp:spPr>
        <a:xfrm>
          <a:off x="342616" y="153501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smtClean="0"/>
            <a:t>Taoism</a:t>
          </a:r>
          <a:endParaRPr lang="en-US" sz="500" kern="1200" dirty="0"/>
        </a:p>
      </dsp:txBody>
      <dsp:txXfrm>
        <a:off x="342616" y="153501"/>
        <a:ext cx="45809" cy="20879"/>
      </dsp:txXfrm>
    </dsp:sp>
    <dsp:sp modelId="{30DBB62B-8925-4106-85DD-DBB755A1C788}">
      <dsp:nvSpPr>
        <dsp:cNvPr id="0" name=""/>
        <dsp:cNvSpPr/>
      </dsp:nvSpPr>
      <dsp:spPr>
        <a:xfrm>
          <a:off x="390266" y="156818"/>
          <a:ext cx="22767" cy="22767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0BEF1-CFED-45EB-AA83-F4C3A3B36F27}">
      <dsp:nvSpPr>
        <dsp:cNvPr id="0" name=""/>
        <dsp:cNvSpPr/>
      </dsp:nvSpPr>
      <dsp:spPr>
        <a:xfrm>
          <a:off x="418673" y="104943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AA1D3-8433-4535-AA05-376A54489CD2}">
      <dsp:nvSpPr>
        <dsp:cNvPr id="0" name=""/>
        <dsp:cNvSpPr/>
      </dsp:nvSpPr>
      <dsp:spPr>
        <a:xfrm>
          <a:off x="418673" y="153501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smtClean="0"/>
            <a:t>Traditional African religions</a:t>
          </a:r>
          <a:endParaRPr lang="en-US" sz="500" kern="1200" dirty="0"/>
        </a:p>
      </dsp:txBody>
      <dsp:txXfrm>
        <a:off x="418673" y="153501"/>
        <a:ext cx="45809" cy="20879"/>
      </dsp:txXfrm>
    </dsp:sp>
    <dsp:sp modelId="{129BAAB2-2D9B-44D6-A29E-B7056C999368}">
      <dsp:nvSpPr>
        <dsp:cNvPr id="0" name=""/>
        <dsp:cNvSpPr/>
      </dsp:nvSpPr>
      <dsp:spPr>
        <a:xfrm>
          <a:off x="466323" y="156818"/>
          <a:ext cx="22767" cy="22767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A5744-7F6B-4018-A556-2836FD958FE6}">
      <dsp:nvSpPr>
        <dsp:cNvPr id="0" name=""/>
        <dsp:cNvSpPr/>
      </dsp:nvSpPr>
      <dsp:spPr>
        <a:xfrm>
          <a:off x="494731" y="104943"/>
          <a:ext cx="65049" cy="48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EB101B-8AF2-4D19-92F9-98420B8E8917}">
      <dsp:nvSpPr>
        <dsp:cNvPr id="0" name=""/>
        <dsp:cNvSpPr/>
      </dsp:nvSpPr>
      <dsp:spPr>
        <a:xfrm>
          <a:off x="494731" y="153501"/>
          <a:ext cx="65049" cy="20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0" rIns="6350" bIns="0" numCol="1" spcCol="1270" anchor="ctr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kern="1200" smtClean="0"/>
            <a:t>Zoroastrianism</a:t>
          </a:r>
          <a:endParaRPr lang="en-US" sz="500" kern="1200" dirty="0"/>
        </a:p>
      </dsp:txBody>
      <dsp:txXfrm>
        <a:off x="494731" y="153501"/>
        <a:ext cx="45809" cy="20879"/>
      </dsp:txXfrm>
    </dsp:sp>
    <dsp:sp modelId="{CE13383C-C0AD-4471-A936-E92941BDC7EE}">
      <dsp:nvSpPr>
        <dsp:cNvPr id="0" name=""/>
        <dsp:cNvSpPr/>
      </dsp:nvSpPr>
      <dsp:spPr>
        <a:xfrm>
          <a:off x="542380" y="156818"/>
          <a:ext cx="22767" cy="22767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D6CE0-08B9-4176-8A03-DD3602F77E68}">
      <dsp:nvSpPr>
        <dsp:cNvPr id="0" name=""/>
        <dsp:cNvSpPr/>
      </dsp:nvSpPr>
      <dsp:spPr>
        <a:xfrm>
          <a:off x="4692369" y="2516188"/>
          <a:ext cx="627235" cy="17927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3617" y="0"/>
              </a:lnTo>
              <a:lnTo>
                <a:pt x="313617" y="1792783"/>
              </a:lnTo>
              <a:lnTo>
                <a:pt x="627235" y="179278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4958503" y="3365096"/>
        <a:ext cx="94967" cy="94967"/>
      </dsp:txXfrm>
    </dsp:sp>
    <dsp:sp modelId="{6D5FCB67-D629-4A34-BCCD-7BB9AA1CEBD5}">
      <dsp:nvSpPr>
        <dsp:cNvPr id="0" name=""/>
        <dsp:cNvSpPr/>
      </dsp:nvSpPr>
      <dsp:spPr>
        <a:xfrm>
          <a:off x="4692369" y="2516188"/>
          <a:ext cx="627235" cy="5975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3617" y="0"/>
              </a:lnTo>
              <a:lnTo>
                <a:pt x="313617" y="597594"/>
              </a:lnTo>
              <a:lnTo>
                <a:pt x="627235" y="5975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984328" y="2793326"/>
        <a:ext cx="43316" cy="43316"/>
      </dsp:txXfrm>
    </dsp:sp>
    <dsp:sp modelId="{D3C9DC1C-C245-46AF-871C-D96448BBC217}">
      <dsp:nvSpPr>
        <dsp:cNvPr id="0" name=""/>
        <dsp:cNvSpPr/>
      </dsp:nvSpPr>
      <dsp:spPr>
        <a:xfrm>
          <a:off x="4692369" y="1918593"/>
          <a:ext cx="627235" cy="597594"/>
        </a:xfrm>
        <a:custGeom>
          <a:avLst/>
          <a:gdLst/>
          <a:ahLst/>
          <a:cxnLst/>
          <a:rect l="0" t="0" r="0" b="0"/>
          <a:pathLst>
            <a:path>
              <a:moveTo>
                <a:pt x="0" y="597594"/>
              </a:moveTo>
              <a:lnTo>
                <a:pt x="313617" y="597594"/>
              </a:lnTo>
              <a:lnTo>
                <a:pt x="313617" y="0"/>
              </a:lnTo>
              <a:lnTo>
                <a:pt x="62723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984328" y="2195732"/>
        <a:ext cx="43316" cy="43316"/>
      </dsp:txXfrm>
    </dsp:sp>
    <dsp:sp modelId="{611B30EF-4A1E-44D4-850F-A91C7BE156C3}">
      <dsp:nvSpPr>
        <dsp:cNvPr id="0" name=""/>
        <dsp:cNvSpPr/>
      </dsp:nvSpPr>
      <dsp:spPr>
        <a:xfrm>
          <a:off x="4692369" y="723404"/>
          <a:ext cx="627235" cy="1792783"/>
        </a:xfrm>
        <a:custGeom>
          <a:avLst/>
          <a:gdLst/>
          <a:ahLst/>
          <a:cxnLst/>
          <a:rect l="0" t="0" r="0" b="0"/>
          <a:pathLst>
            <a:path>
              <a:moveTo>
                <a:pt x="0" y="1792783"/>
              </a:moveTo>
              <a:lnTo>
                <a:pt x="313617" y="1792783"/>
              </a:lnTo>
              <a:lnTo>
                <a:pt x="313617" y="0"/>
              </a:lnTo>
              <a:lnTo>
                <a:pt x="62723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4958503" y="1572312"/>
        <a:ext cx="94967" cy="94967"/>
      </dsp:txXfrm>
    </dsp:sp>
    <dsp:sp modelId="{D14E725E-9D9E-4259-ABF2-5DC81F50F06A}">
      <dsp:nvSpPr>
        <dsp:cNvPr id="0" name=""/>
        <dsp:cNvSpPr/>
      </dsp:nvSpPr>
      <dsp:spPr>
        <a:xfrm rot="16200000">
          <a:off x="1698105" y="2038112"/>
          <a:ext cx="5032376" cy="9561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200" kern="1200" dirty="0" err="1" smtClean="0"/>
            <a:t>Deen</a:t>
          </a:r>
          <a:endParaRPr lang="en-US" sz="6200" kern="1200" dirty="0"/>
        </a:p>
      </dsp:txBody>
      <dsp:txXfrm>
        <a:off x="1698105" y="2038112"/>
        <a:ext cx="5032376" cy="956151"/>
      </dsp:txXfrm>
    </dsp:sp>
    <dsp:sp modelId="{9204A3A7-E2A9-421D-9F16-D5C4C6F0BCA2}">
      <dsp:nvSpPr>
        <dsp:cNvPr id="0" name=""/>
        <dsp:cNvSpPr/>
      </dsp:nvSpPr>
      <dsp:spPr>
        <a:xfrm>
          <a:off x="5319605" y="245328"/>
          <a:ext cx="3136176" cy="9561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1.  Supremacy  and domination by a powerful person</a:t>
          </a:r>
          <a:endParaRPr lang="en-US" sz="2200" kern="1200" dirty="0"/>
        </a:p>
      </dsp:txBody>
      <dsp:txXfrm>
        <a:off x="5319605" y="245328"/>
        <a:ext cx="3136176" cy="956151"/>
      </dsp:txXfrm>
    </dsp:sp>
    <dsp:sp modelId="{6744850F-4C48-463C-92AE-E42496528897}">
      <dsp:nvSpPr>
        <dsp:cNvPr id="0" name=""/>
        <dsp:cNvSpPr/>
      </dsp:nvSpPr>
      <dsp:spPr>
        <a:xfrm>
          <a:off x="5319605" y="1440517"/>
          <a:ext cx="3136176" cy="9561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2. Obedience and servitude</a:t>
          </a:r>
          <a:endParaRPr lang="en-US" sz="2200" kern="1200" dirty="0"/>
        </a:p>
      </dsp:txBody>
      <dsp:txXfrm>
        <a:off x="5319605" y="1440517"/>
        <a:ext cx="3136176" cy="956151"/>
      </dsp:txXfrm>
    </dsp:sp>
    <dsp:sp modelId="{F4E9C2FD-5016-4E98-9DDE-84862AFE8C81}">
      <dsp:nvSpPr>
        <dsp:cNvPr id="0" name=""/>
        <dsp:cNvSpPr/>
      </dsp:nvSpPr>
      <dsp:spPr>
        <a:xfrm>
          <a:off x="5319605" y="2635706"/>
          <a:ext cx="3136176" cy="9561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3. Rules , regulations and procedure to be followed</a:t>
          </a:r>
          <a:endParaRPr lang="en-US" sz="2200" kern="1200" dirty="0"/>
        </a:p>
      </dsp:txBody>
      <dsp:txXfrm>
        <a:off x="5319605" y="2635706"/>
        <a:ext cx="3136176" cy="956151"/>
      </dsp:txXfrm>
    </dsp:sp>
    <dsp:sp modelId="{1B34AB89-ED36-4A26-818C-A491C0E34E50}">
      <dsp:nvSpPr>
        <dsp:cNvPr id="0" name=""/>
        <dsp:cNvSpPr/>
      </dsp:nvSpPr>
      <dsp:spPr>
        <a:xfrm>
          <a:off x="5319605" y="3830896"/>
          <a:ext cx="3136176" cy="9561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4. Accountability, judgment and reward and punishment</a:t>
          </a:r>
          <a:endParaRPr lang="" sz="2200" kern="1200" dirty="0" smtClean="0"/>
        </a:p>
      </dsp:txBody>
      <dsp:txXfrm>
        <a:off x="5319605" y="3830896"/>
        <a:ext cx="3136176" cy="9561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748AE-1ADF-48B5-9DB8-374DC4E36A2B}">
      <dsp:nvSpPr>
        <dsp:cNvPr id="0" name=""/>
        <dsp:cNvSpPr/>
      </dsp:nvSpPr>
      <dsp:spPr>
        <a:xfrm>
          <a:off x="3952398" y="54391"/>
          <a:ext cx="2610802" cy="26108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Belief</a:t>
          </a:r>
          <a:endParaRPr lang="en-US" sz="2500" kern="1200" dirty="0"/>
        </a:p>
      </dsp:txBody>
      <dsp:txXfrm>
        <a:off x="4300505" y="511282"/>
        <a:ext cx="1914588" cy="1174861"/>
      </dsp:txXfrm>
    </dsp:sp>
    <dsp:sp modelId="{BCE0274E-4EEF-40AF-9A70-3B77DB0E6301}">
      <dsp:nvSpPr>
        <dsp:cNvPr id="0" name=""/>
        <dsp:cNvSpPr/>
      </dsp:nvSpPr>
      <dsp:spPr>
        <a:xfrm>
          <a:off x="4894463" y="1686143"/>
          <a:ext cx="2610802" cy="26108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Social, Custom, Rituals and Rights</a:t>
          </a:r>
          <a:endParaRPr lang="en-US" sz="2500" kern="1200" dirty="0"/>
        </a:p>
      </dsp:txBody>
      <dsp:txXfrm>
        <a:off x="5692933" y="2360600"/>
        <a:ext cx="1566481" cy="1435941"/>
      </dsp:txXfrm>
    </dsp:sp>
    <dsp:sp modelId="{7E9A7B79-F3B9-4AA9-9989-99E1C45BD112}">
      <dsp:nvSpPr>
        <dsp:cNvPr id="0" name=""/>
        <dsp:cNvSpPr/>
      </dsp:nvSpPr>
      <dsp:spPr>
        <a:xfrm>
          <a:off x="3010333" y="1686143"/>
          <a:ext cx="2610802" cy="26108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Worship</a:t>
          </a:r>
          <a:endParaRPr lang="en-US" sz="2500" kern="1200" dirty="0"/>
        </a:p>
      </dsp:txBody>
      <dsp:txXfrm>
        <a:off x="3256184" y="2360600"/>
        <a:ext cx="1566481" cy="1435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2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51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9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7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8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7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8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15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1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04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3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D960A-24F7-4C08-BA93-5205620CDEF1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0980D-4398-48B5-8242-21A03BBFA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hyperlink" Target="https://www.verywellmind.com/freud-religion-2795858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diagramColors" Target="../diagrams/colors2.xml"/><Relationship Id="rId18" Type="http://schemas.openxmlformats.org/officeDocument/2006/relationships/image" Target="../media/image10.png"/><Relationship Id="rId26" Type="http://schemas.openxmlformats.org/officeDocument/2006/relationships/image" Target="../media/image18.jpeg"/><Relationship Id="rId3" Type="http://schemas.openxmlformats.org/officeDocument/2006/relationships/diagramLayout" Target="../diagrams/layout1.xml"/><Relationship Id="rId21" Type="http://schemas.openxmlformats.org/officeDocument/2006/relationships/image" Target="../media/image13.png"/><Relationship Id="rId7" Type="http://schemas.openxmlformats.org/officeDocument/2006/relationships/image" Target="../media/image4.jpeg"/><Relationship Id="rId12" Type="http://schemas.openxmlformats.org/officeDocument/2006/relationships/diagramQuickStyle" Target="../diagrams/quickStyle2.xml"/><Relationship Id="rId17" Type="http://schemas.openxmlformats.org/officeDocument/2006/relationships/image" Target="../media/image9.png"/><Relationship Id="rId25" Type="http://schemas.openxmlformats.org/officeDocument/2006/relationships/image" Target="../media/image17.png"/><Relationship Id="rId2" Type="http://schemas.openxmlformats.org/officeDocument/2006/relationships/diagramData" Target="../diagrams/data1.xml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diagramLayout" Target="../diagrams/layout2.xml"/><Relationship Id="rId24" Type="http://schemas.openxmlformats.org/officeDocument/2006/relationships/image" Target="../media/image16.jpeg"/><Relationship Id="rId5" Type="http://schemas.openxmlformats.org/officeDocument/2006/relationships/diagramColors" Target="../diagrams/colors1.xml"/><Relationship Id="rId15" Type="http://schemas.openxmlformats.org/officeDocument/2006/relationships/image" Target="../media/image7.jpeg"/><Relationship Id="rId23" Type="http://schemas.openxmlformats.org/officeDocument/2006/relationships/image" Target="../media/image15.png"/><Relationship Id="rId10" Type="http://schemas.openxmlformats.org/officeDocument/2006/relationships/diagramData" Target="../diagrams/data2.xml"/><Relationship Id="rId19" Type="http://schemas.openxmlformats.org/officeDocument/2006/relationships/image" Target="../media/image11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jpeg"/><Relationship Id="rId14" Type="http://schemas.microsoft.com/office/2007/relationships/diagramDrawing" Target="../diagrams/drawing2.xml"/><Relationship Id="rId22" Type="http://schemas.openxmlformats.org/officeDocument/2006/relationships/image" Target="../media/image14.png"/><Relationship Id="rId27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13.xml"/><Relationship Id="rId7" Type="http://schemas.openxmlformats.org/officeDocument/2006/relationships/slide" Target="slide16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7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slide" Target="slide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rabic Calligraphy of Bismillah, the first verse of Quran, translated as In  the name of God, the merciful, the compassionate, in thuluth Calligraphy  Islamic Vector 5191786 Vector Art at Vecteez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01600"/>
            <a:ext cx="11988800" cy="664754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61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2630906" y="0"/>
            <a:ext cx="3475371" cy="6858000"/>
            <a:chOff x="0" y="0"/>
            <a:chExt cx="3475371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2575775" cy="685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hlinkClick r:id="rId2" action="ppaction://hlinksldjump"/>
            </p:cNvPr>
            <p:cNvSpPr/>
            <p:nvPr/>
          </p:nvSpPr>
          <p:spPr>
            <a:xfrm>
              <a:off x="99811" y="566670"/>
              <a:ext cx="2343955" cy="61818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Introduction of the  Course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99811" y="1447263"/>
              <a:ext cx="2343955" cy="61818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hlinkClick r:id="rId3" action="ppaction://hlinksldjump"/>
                </a:rPr>
                <a:t>Religion</a:t>
              </a:r>
              <a:r>
                <a:rPr lang="en-US" dirty="0" smtClean="0"/>
                <a:t> </a:t>
              </a:r>
              <a:endParaRPr lang="en-US" dirty="0"/>
            </a:p>
          </p:txBody>
        </p:sp>
        <p:sp>
          <p:nvSpPr>
            <p:cNvPr id="7" name="Rectangle 6">
              <a:hlinkClick r:id="rId4" action="ppaction://hlinksldjump"/>
            </p:cNvPr>
            <p:cNvSpPr/>
            <p:nvPr/>
          </p:nvSpPr>
          <p:spPr>
            <a:xfrm>
              <a:off x="99811" y="2370249"/>
              <a:ext cx="2343955" cy="6181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Deen</a:t>
              </a:r>
              <a:r>
                <a:rPr lang="en-US" dirty="0" smtClean="0"/>
                <a:t> </a:t>
              </a:r>
              <a:r>
                <a:rPr lang="en-US" dirty="0" smtClean="0">
                  <a:hlinkClick r:id="rId4" action="ppaction://hlinksldjump"/>
                </a:rPr>
                <a:t>&amp;</a:t>
              </a:r>
              <a:r>
                <a:rPr lang="en-US" dirty="0" smtClean="0"/>
                <a:t> </a:t>
              </a:r>
              <a:r>
                <a:rPr lang="en-US" dirty="0" err="1" smtClean="0"/>
                <a:t>Madhab</a:t>
              </a:r>
              <a:endParaRPr lang="en-US" dirty="0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922711" y="161628"/>
              <a:ext cx="552660" cy="357312"/>
              <a:chOff x="3145133" y="1826695"/>
              <a:chExt cx="552660" cy="357312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3145134" y="1826695"/>
                <a:ext cx="552659" cy="7244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3145134" y="1962431"/>
                <a:ext cx="552659" cy="7244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3145133" y="2111564"/>
                <a:ext cx="552659" cy="7244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844465" y="1808018"/>
            <a:ext cx="106208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SS-1002</a:t>
            </a:r>
          </a:p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Islamic &amp; Religious Studies</a:t>
            </a:r>
          </a:p>
          <a:p>
            <a:pPr algn="ctr"/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National University of Computer and Emerging Sciences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6514" y="5054421"/>
            <a:ext cx="68787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Sobia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Shehzadi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sobia.shehzadi.v@nu.edu.pk</a:t>
            </a:r>
          </a:p>
          <a:p>
            <a:pPr algn="r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fast-logo | Uni Ment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03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0.20782 0.01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91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0.2112 0.0111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3" y="130628"/>
            <a:ext cx="11916228" cy="658948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Rectangle 3"/>
          <p:cNvSpPr/>
          <p:nvPr/>
        </p:nvSpPr>
        <p:spPr>
          <a:xfrm>
            <a:off x="5065486" y="3730171"/>
            <a:ext cx="1553028" cy="319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075053" y="2820472"/>
            <a:ext cx="1326524" cy="806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>
                <a:solidFill>
                  <a:srgbClr val="CC3300"/>
                </a:solidFill>
                <a:latin typeface="Arial Black" panose="020B0A04020102020204" pitchFamily="34" charset="0"/>
              </a:rPr>
              <a:t>1</a:t>
            </a:r>
            <a:endParaRPr lang="en-US" sz="6000" dirty="0">
              <a:solidFill>
                <a:srgbClr val="CC33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20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Five (5) Areas of Islam 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</a:pPr>
            <a:r>
              <a:rPr lang="en-US" dirty="0" smtClean="0"/>
              <a:t>Beliefs </a:t>
            </a:r>
            <a:r>
              <a:rPr lang="" dirty="0" smtClean="0"/>
              <a:t>(عقائد)</a:t>
            </a:r>
            <a:endParaRPr lang="en-US" dirty="0" smtClean="0"/>
          </a:p>
          <a:p>
            <a:pPr marL="514350" indent="-51435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</a:pPr>
            <a:r>
              <a:rPr lang="en-US" dirty="0"/>
              <a:t>Worship </a:t>
            </a:r>
            <a:r>
              <a:rPr lang="" dirty="0"/>
              <a:t>(عبادات</a:t>
            </a:r>
            <a:r>
              <a:rPr lang="" dirty="0" smtClean="0"/>
              <a:t>)</a:t>
            </a:r>
          </a:p>
          <a:p>
            <a:pPr marL="514350" indent="-51435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</a:pPr>
            <a:endParaRPr lang="en-US" dirty="0"/>
          </a:p>
          <a:p>
            <a:pPr marL="514350" indent="-51435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</a:pPr>
            <a:r>
              <a:rPr lang="en-US" dirty="0" smtClean="0"/>
              <a:t>Moral </a:t>
            </a:r>
            <a:r>
              <a:rPr lang="en-US" dirty="0"/>
              <a:t>and </a:t>
            </a:r>
            <a:r>
              <a:rPr lang="en-US" dirty="0" smtClean="0"/>
              <a:t>Ethics</a:t>
            </a:r>
            <a:r>
              <a:rPr lang="" dirty="0" smtClean="0"/>
              <a:t>(اخلاقیات</a:t>
            </a:r>
            <a:r>
              <a:rPr lang="" smtClean="0"/>
              <a:t>) </a:t>
            </a:r>
            <a:endParaRPr lang="en-US" dirty="0"/>
          </a:p>
          <a:p>
            <a:pPr marL="514350" indent="-51435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</a:pPr>
            <a:r>
              <a:rPr lang="en-US" dirty="0" smtClean="0"/>
              <a:t>Life Affairs</a:t>
            </a:r>
            <a:r>
              <a:rPr lang="" dirty="0" smtClean="0"/>
              <a:t>(معاملات) </a:t>
            </a:r>
            <a:endParaRPr lang="en-US" dirty="0" smtClean="0"/>
          </a:p>
          <a:p>
            <a:pPr marL="514350" indent="-51435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Clr>
                <a:schemeClr val="accent1">
                  <a:lumMod val="75000"/>
                </a:schemeClr>
              </a:buClr>
              <a:buSzPct val="100000"/>
              <a:buFont typeface="+mj-lt"/>
              <a:buAutoNum type="arabicPeriod"/>
            </a:pPr>
            <a:r>
              <a:rPr lang="en-US" dirty="0" smtClean="0"/>
              <a:t>Society </a:t>
            </a:r>
            <a:r>
              <a:rPr lang="" dirty="0" smtClean="0"/>
              <a:t>(معاشرت)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Chevron 3">
            <a:hlinkClick r:id="rId2" action="ppaction://hlinksldjump"/>
          </p:cNvPr>
          <p:cNvSpPr/>
          <p:nvPr/>
        </p:nvSpPr>
        <p:spPr>
          <a:xfrm flipH="1">
            <a:off x="11379200" y="6096000"/>
            <a:ext cx="580571" cy="420914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70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2630906" y="0"/>
            <a:ext cx="3475371" cy="6858000"/>
            <a:chOff x="0" y="0"/>
            <a:chExt cx="3475371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2575775" cy="685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hlinkClick r:id="rId2" action="ppaction://hlinksldjump"/>
            </p:cNvPr>
            <p:cNvSpPr/>
            <p:nvPr/>
          </p:nvSpPr>
          <p:spPr>
            <a:xfrm>
              <a:off x="99811" y="566670"/>
              <a:ext cx="2343955" cy="61818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Etymology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99811" y="1447263"/>
              <a:ext cx="2343955" cy="61818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Definition of </a:t>
              </a:r>
              <a:r>
                <a:rPr lang="en-US" dirty="0" smtClean="0">
                  <a:solidFill>
                    <a:schemeClr val="bg1"/>
                  </a:solidFill>
                  <a:hlinkClick r:id="rId3" action="ppaction://hlinksldjump"/>
                </a:rPr>
                <a:t>Religion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99811" y="2370249"/>
              <a:ext cx="2343955" cy="61818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hlinkClick r:id="rId2" action="ppaction://hlinksldjump"/>
                </a:rPr>
                <a:t>Different</a:t>
              </a:r>
              <a:r>
                <a:rPr lang="en-US" dirty="0" smtClean="0"/>
                <a:t> Religion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9811" y="3250842"/>
              <a:ext cx="2343955" cy="61818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The Purpose of </a:t>
              </a:r>
              <a:r>
                <a:rPr lang="en-US" dirty="0" smtClean="0">
                  <a:hlinkClick r:id="rId4" action="ppaction://hlinksldjump"/>
                </a:rPr>
                <a:t>Religion</a:t>
              </a:r>
              <a:endParaRPr lang="en-US" dirty="0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922711" y="161628"/>
              <a:ext cx="552660" cy="357312"/>
              <a:chOff x="3145133" y="1826695"/>
              <a:chExt cx="552660" cy="357312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3145134" y="1826695"/>
                <a:ext cx="552659" cy="7244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3145134" y="1962431"/>
                <a:ext cx="552659" cy="7244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3145133" y="2111564"/>
                <a:ext cx="552659" cy="7244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3445566" y="2381582"/>
            <a:ext cx="64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Arial Black" panose="020B0A04020102020204" pitchFamily="34" charset="0"/>
              </a:rPr>
              <a:t>Religion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2809461" y="3505200"/>
            <a:ext cx="51219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52739" y="11134908"/>
            <a:ext cx="2891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 am </a:t>
            </a:r>
            <a:r>
              <a:rPr lang="en-US" sz="2000" dirty="0" err="1" smtClean="0"/>
              <a:t>ia</a:t>
            </a:r>
            <a:endParaRPr lang="en-US" sz="2000" dirty="0"/>
          </a:p>
        </p:txBody>
      </p:sp>
      <p:sp>
        <p:nvSpPr>
          <p:cNvPr id="2" name="Chevron 1">
            <a:hlinkClick r:id="rId5" action="ppaction://hlinksldjump"/>
          </p:cNvPr>
          <p:cNvSpPr/>
          <p:nvPr/>
        </p:nvSpPr>
        <p:spPr>
          <a:xfrm flipH="1">
            <a:off x="11379200" y="6096000"/>
            <a:ext cx="580571" cy="420914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88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0.20782 0.01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91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0.2112 0.0111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7168"/>
            <a:ext cx="12192000" cy="1325563"/>
          </a:xfrm>
          <a:solidFill>
            <a:srgbClr val="00B050"/>
          </a:solidFill>
        </p:spPr>
        <p:txBody>
          <a:bodyPr>
            <a:noAutofit/>
          </a:bodyPr>
          <a:lstStyle/>
          <a:p>
            <a:pPr algn="ctr"/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>
                <a:latin typeface="Arial Black" panose="020B0A04020102020204" pitchFamily="34" charset="0"/>
              </a:rPr>
              <a:t>ETYMOLOGY</a:t>
            </a:r>
            <a:r>
              <a:rPr lang="en-US" sz="6000" b="1" dirty="0">
                <a:latin typeface="Arial Black" panose="020B0A04020102020204" pitchFamily="34" charset="0"/>
              </a:rPr>
              <a:t/>
            </a:r>
            <a:br>
              <a:rPr lang="en-US" sz="6000" b="1" dirty="0">
                <a:latin typeface="Arial Black" panose="020B0A04020102020204" pitchFamily="34" charset="0"/>
              </a:rPr>
            </a:br>
            <a:endParaRPr lang="en-US" sz="60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393" y="1532731"/>
            <a:ext cx="11345214" cy="529021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word religion is derived from Latin </a:t>
            </a:r>
            <a:r>
              <a:rPr lang="en-US" b="1" dirty="0"/>
              <a:t>"</a:t>
            </a:r>
            <a:r>
              <a:rPr lang="en-US" b="1" dirty="0" err="1"/>
              <a:t>religio</a:t>
            </a:r>
            <a:r>
              <a:rPr lang="en-US" b="1" dirty="0"/>
              <a:t>" </a:t>
            </a:r>
            <a:endParaRPr lang="en-US" dirty="0" smtClean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Religio</a:t>
            </a:r>
            <a:r>
              <a:rPr lang="en-US" dirty="0" smtClean="0"/>
              <a:t>  means ---what </a:t>
            </a:r>
            <a:r>
              <a:rPr lang="en-US" dirty="0"/>
              <a:t>attaches or retains, moral bond, anxiety of self-consciousness, scruple</a:t>
            </a:r>
            <a:endParaRPr lang="en-US" dirty="0" smtClean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 smtClean="0"/>
              <a:t>   Used </a:t>
            </a:r>
            <a:r>
              <a:rPr lang="en-US" dirty="0"/>
              <a:t>by the Romans, before Jesus Christ, to indicate the </a:t>
            </a:r>
            <a:r>
              <a:rPr lang="en-US" dirty="0" smtClean="0"/>
              <a:t> worship </a:t>
            </a:r>
            <a:r>
              <a:rPr lang="en-US" dirty="0"/>
              <a:t>of the demons.</a:t>
            </a:r>
          </a:p>
          <a:p>
            <a:r>
              <a:rPr lang="en-US" dirty="0"/>
              <a:t>The origin of </a:t>
            </a:r>
            <a:r>
              <a:rPr lang="en-US" b="1" dirty="0"/>
              <a:t>"</a:t>
            </a:r>
            <a:r>
              <a:rPr lang="en-US" b="1" dirty="0" err="1"/>
              <a:t>religio</a:t>
            </a:r>
            <a:r>
              <a:rPr lang="en-US" b="1" dirty="0"/>
              <a:t>" </a:t>
            </a:r>
            <a:r>
              <a:rPr lang="en-US" dirty="0"/>
              <a:t>is debated since antiquity. </a:t>
            </a:r>
            <a:endParaRPr lang="en-US" dirty="0" smtClean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 smtClean="0"/>
              <a:t>    Cicero </a:t>
            </a:r>
            <a:r>
              <a:rPr lang="en-US" dirty="0"/>
              <a:t>said it comes from </a:t>
            </a:r>
            <a:r>
              <a:rPr lang="en-US" b="1" dirty="0"/>
              <a:t>"</a:t>
            </a:r>
            <a:r>
              <a:rPr lang="en-US" b="1" dirty="0" err="1"/>
              <a:t>relegere</a:t>
            </a:r>
            <a:r>
              <a:rPr lang="en-US" b="1" dirty="0"/>
              <a:t>" </a:t>
            </a:r>
            <a:r>
              <a:rPr lang="en-US" dirty="0"/>
              <a:t>(to read again, to re-examine carefully, to gather) in the </a:t>
            </a:r>
            <a:r>
              <a:rPr lang="en-US" dirty="0" smtClean="0"/>
              <a:t> </a:t>
            </a:r>
          </a:p>
          <a:p>
            <a:pPr marL="914400" lvl="2" indent="0">
              <a:buNone/>
            </a:pPr>
            <a:r>
              <a:rPr lang="en-US" dirty="0" smtClean="0"/>
              <a:t>         meaning </a:t>
            </a:r>
            <a:r>
              <a:rPr lang="en-US" b="1" dirty="0"/>
              <a:t>"to carefully consider the things related to the worship of gods"</a:t>
            </a:r>
            <a:r>
              <a:rPr lang="en-US" dirty="0"/>
              <a:t>.</a:t>
            </a:r>
          </a:p>
          <a:p>
            <a:r>
              <a:rPr lang="en-US" dirty="0" smtClean="0"/>
              <a:t>Lucretius</a:t>
            </a:r>
            <a:r>
              <a:rPr lang="en-US" dirty="0"/>
              <a:t>, </a:t>
            </a:r>
            <a:r>
              <a:rPr lang="en-US" dirty="0" err="1"/>
              <a:t>Lactancius</a:t>
            </a:r>
            <a:r>
              <a:rPr lang="en-US" dirty="0"/>
              <a:t> and </a:t>
            </a:r>
            <a:r>
              <a:rPr lang="en-US" dirty="0" err="1"/>
              <a:t>Tertullianus</a:t>
            </a:r>
            <a:r>
              <a:rPr lang="en-US" dirty="0"/>
              <a:t> see its origin in </a:t>
            </a:r>
            <a:r>
              <a:rPr lang="en-US" b="1" dirty="0"/>
              <a:t>"</a:t>
            </a:r>
            <a:r>
              <a:rPr lang="en-US" b="1" dirty="0" err="1"/>
              <a:t>religare</a:t>
            </a:r>
            <a:r>
              <a:rPr lang="en-US" b="1" dirty="0"/>
              <a:t>" </a:t>
            </a:r>
            <a:r>
              <a:rPr lang="en-US" dirty="0"/>
              <a:t>(to connect) to refer </a:t>
            </a:r>
            <a:r>
              <a:rPr lang="en-US" b="1" dirty="0"/>
              <a:t>"the bond of piety that binds to God"</a:t>
            </a:r>
            <a:r>
              <a:rPr lang="en-US" dirty="0"/>
              <a:t>.</a:t>
            </a:r>
          </a:p>
          <a:p>
            <a:r>
              <a:rPr lang="en-US" dirty="0"/>
              <a:t>Initially used for Christianity, the use of the word religion gradually extended to all the forms of social demonstration in connection with sacred.</a:t>
            </a:r>
          </a:p>
        </p:txBody>
      </p:sp>
      <p:sp>
        <p:nvSpPr>
          <p:cNvPr id="4" name="Chevron 3">
            <a:hlinkClick r:id="rId2" action="ppaction://hlinksldjump"/>
          </p:cNvPr>
          <p:cNvSpPr/>
          <p:nvPr/>
        </p:nvSpPr>
        <p:spPr>
          <a:xfrm flipH="1">
            <a:off x="11379200" y="6096000"/>
            <a:ext cx="580571" cy="420914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41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5507"/>
            <a:ext cx="12192000" cy="1325563"/>
          </a:xfrm>
          <a:solidFill>
            <a:srgbClr val="00B050"/>
          </a:solidFill>
        </p:spPr>
        <p:txBody>
          <a:bodyPr>
            <a:normAutofit/>
          </a:bodyPr>
          <a:lstStyle/>
          <a:p>
            <a:pPr algn="ctr"/>
            <a:r>
              <a:rPr lang="en-US" sz="6000" b="1" dirty="0" smtClean="0">
                <a:latin typeface="Arial Black" panose="020B0A04020102020204" pitchFamily="34" charset="0"/>
              </a:rPr>
              <a:t>Definition </a:t>
            </a:r>
            <a:r>
              <a:rPr lang="en-US" sz="6000" b="1" dirty="0">
                <a:latin typeface="Arial Black" panose="020B0A04020102020204" pitchFamily="34" charset="0"/>
              </a:rPr>
              <a:t>of Religion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366" y="1481070"/>
            <a:ext cx="11346288" cy="5241701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Religion is a set of organized beliefs, practices, and systems that most often relate to the belief and worship of a controlling force, such as a personal god or another supernatural being.</a:t>
            </a:r>
          </a:p>
          <a:p>
            <a:pPr fontAlgn="base"/>
            <a:r>
              <a:rPr lang="en-US" dirty="0"/>
              <a:t>Not all religions are centered on a belief in a god, gods, or supernatural forces.</a:t>
            </a:r>
          </a:p>
          <a:p>
            <a:pPr fontAlgn="base"/>
            <a:r>
              <a:rPr lang="en-US" dirty="0"/>
              <a:t>The famed psychoanalyst Sigmund Freud described religion as </a:t>
            </a:r>
            <a:r>
              <a:rPr lang="en-US" u="sng" dirty="0">
                <a:hlinkClick r:id="rId2"/>
              </a:rPr>
              <a:t>a form of wish fulfillment</a:t>
            </a:r>
            <a:r>
              <a:rPr lang="en-US" dirty="0"/>
              <a:t>. </a:t>
            </a:r>
            <a:endParaRPr lang="en-US" dirty="0" smtClean="0"/>
          </a:p>
          <a:p>
            <a:pPr lvl="3" fontAlgn="base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Modern </a:t>
            </a:r>
            <a:r>
              <a:rPr lang="en-US" dirty="0"/>
              <a:t>psychology recognizes that religion can play an important role in an individual's life and experiences and can even improve health and well-being. </a:t>
            </a:r>
            <a:endParaRPr lang="en-US" dirty="0" smtClean="0"/>
          </a:p>
          <a:p>
            <a:pPr lvl="3" fontAlgn="base">
              <a:buFont typeface="Wingdings" panose="05000000000000000000" pitchFamily="2" charset="2"/>
              <a:buChar char="Ø"/>
            </a:pPr>
            <a:r>
              <a:rPr lang="en-US" dirty="0"/>
              <a:t>S</a:t>
            </a:r>
            <a:r>
              <a:rPr lang="en-US" dirty="0" smtClean="0"/>
              <a:t>tudies </a:t>
            </a:r>
            <a:r>
              <a:rPr lang="en-US" dirty="0"/>
              <a:t>have shown that religion can help people develop healthy habits, regulate their behaviors, and understand their emotions—all factors that can affect your health</a:t>
            </a:r>
            <a:r>
              <a:rPr lang="en-US" dirty="0" smtClean="0"/>
              <a:t>.</a:t>
            </a:r>
            <a:endParaRPr lang="en-US" dirty="0"/>
          </a:p>
          <a:p>
            <a:pPr fontAlgn="base"/>
            <a:r>
              <a:rPr lang="en-US" dirty="0"/>
              <a:t>According to an estimate by the Pew Research Center, 84% of the world's population has some type of religious affiliation.</a:t>
            </a:r>
          </a:p>
          <a:p>
            <a:endParaRPr lang="en-US" dirty="0"/>
          </a:p>
        </p:txBody>
      </p:sp>
      <p:sp>
        <p:nvSpPr>
          <p:cNvPr id="4" name="Chevron 3">
            <a:hlinkClick r:id="rId3" action="ppaction://hlinksldjump"/>
          </p:cNvPr>
          <p:cNvSpPr/>
          <p:nvPr/>
        </p:nvSpPr>
        <p:spPr>
          <a:xfrm flipH="1">
            <a:off x="11379200" y="6096000"/>
            <a:ext cx="580571" cy="420914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92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9224"/>
            <a:ext cx="12192000" cy="1176719"/>
          </a:xfrm>
          <a:solidFill>
            <a:srgbClr val="00B05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6000" b="1" dirty="0" smtClean="0">
                <a:latin typeface="Arial Black" panose="020B0A04020102020204" pitchFamily="34" charset="0"/>
              </a:rPr>
              <a:t/>
            </a:r>
            <a:br>
              <a:rPr lang="en-US" sz="6000" b="1" dirty="0" smtClean="0">
                <a:latin typeface="Arial Black" panose="020B0A04020102020204" pitchFamily="34" charset="0"/>
              </a:rPr>
            </a:br>
            <a:r>
              <a:rPr lang="en-US" sz="6000" b="1" dirty="0" smtClean="0">
                <a:latin typeface="Arial Black" panose="020B0A04020102020204" pitchFamily="34" charset="0"/>
              </a:rPr>
              <a:t>Different Religion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0" y="1733128"/>
          <a:ext cx="12192000" cy="5228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Bahai Stock Illustrations – 426 Bahai Stock Illustrations, Vectors &amp;  Clipart - Dreamstim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77" y="1805321"/>
            <a:ext cx="926497" cy="94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harmachakra - Wikipedi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502" y="1744604"/>
            <a:ext cx="964887" cy="96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61,637 The Gold Cross Stock Photos, Pictures &amp; Royalty-Free Images - iSto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359" y="1826836"/>
            <a:ext cx="915273" cy="91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Content Placeholder 3"/>
          <p:cNvGraphicFramePr>
            <a:graphicFrameLocks/>
          </p:cNvGraphicFramePr>
          <p:nvPr>
            <p:extLst/>
          </p:nvPr>
        </p:nvGraphicFramePr>
        <p:xfrm>
          <a:off x="5420010" y="14324861"/>
          <a:ext cx="603535" cy="198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pic>
        <p:nvPicPr>
          <p:cNvPr id="14" name="Picture 12" descr="Confucian symbol vector icon hi-res stock photography and images - Alamy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717859" y="1857880"/>
            <a:ext cx="721387" cy="77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Hindu Om Symbol Emoji Newsroom KS2 Illustration - Twinkl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697" y="1983584"/>
            <a:ext cx="1203550" cy="60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Free Icon | Native american sun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885" y="1815290"/>
            <a:ext cx="808105" cy="808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File:Star and Crescent.svg - Wikimedia Commons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128" y="1921604"/>
            <a:ext cx="836105" cy="72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Jain symbols - Wikipedia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69" y="3611223"/>
            <a:ext cx="439178" cy="93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Yellow Star of David, Judaism Jewish symbolism Star of David Religious  symbol Religion, Police dog, angle, triangle, sign png | PNGWin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555" y="3652067"/>
            <a:ext cx="773289" cy="85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Rastafarianism Movement &amp; Symbols | What is Rastafarianism? | Study.com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596" y="3595424"/>
            <a:ext cx="964798" cy="86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Shinto Symbol Meanings - Dragon Kami &amp; Torri Symbols - The Blog for  Whats-Your-Sign.com by Avia | Symbolic Meanings Blog by Avia Venefica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156" y="3614695"/>
            <a:ext cx="889671" cy="88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sikh symbol | Photo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089" y="3653611"/>
            <a:ext cx="687410" cy="850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Yin Yang Symbol Isolated, Daoism Faith Sign Stock Vector - Illustration of  faith, ethnic: 184089419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715" y="3711977"/>
            <a:ext cx="702300" cy="70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2" name="Picture 34" descr="Traditional African religions Religion in Africa African art, Womens  Health, symmetry, cross, religious Symbol png | PNGWing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723" y="3621888"/>
            <a:ext cx="744667" cy="88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4" name="Picture 36" descr="What is the meaning of the Zoroastrianism symbol? - Quora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105" y="5489852"/>
            <a:ext cx="1136894" cy="80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hevron 19">
            <a:hlinkClick r:id="rId27" action="ppaction://hlinksldjump"/>
          </p:cNvPr>
          <p:cNvSpPr/>
          <p:nvPr/>
        </p:nvSpPr>
        <p:spPr>
          <a:xfrm flipH="1">
            <a:off x="11379200" y="6096000"/>
            <a:ext cx="580571" cy="420914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4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00B050"/>
          </a:solidFill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Arial Black" panose="020B0A04020102020204" pitchFamily="34" charset="0"/>
              </a:rPr>
              <a:t>The Purpose of Religion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895" y="1786989"/>
            <a:ext cx="10515600" cy="4351338"/>
          </a:xfrm>
        </p:spPr>
        <p:txBody>
          <a:bodyPr/>
          <a:lstStyle/>
          <a:p>
            <a:pPr marL="0" indent="0" fontAlgn="base">
              <a:buNone/>
            </a:pPr>
            <a:r>
              <a:rPr lang="en-US" dirty="0"/>
              <a:t>Religion can serve a wide range of purposes</a:t>
            </a:r>
            <a:r>
              <a:rPr lang="en-US" dirty="0" smtClean="0"/>
              <a:t>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Religion can be a source of comfort and guidance. 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It can provide a basis for moral beliefs and behaviors.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It can also provide a sense of community and connection to tradition. Some research even suggests that it may affect health.</a:t>
            </a:r>
          </a:p>
          <a:p>
            <a:endParaRPr lang="en-US" dirty="0"/>
          </a:p>
        </p:txBody>
      </p:sp>
      <p:sp>
        <p:nvSpPr>
          <p:cNvPr id="4" name="Chevron 3">
            <a:hlinkClick r:id="rId2" action="ppaction://hlinksldjump"/>
          </p:cNvPr>
          <p:cNvSpPr/>
          <p:nvPr/>
        </p:nvSpPr>
        <p:spPr>
          <a:xfrm flipH="1">
            <a:off x="11379200" y="6096000"/>
            <a:ext cx="580571" cy="420914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63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2630906" y="0"/>
            <a:ext cx="3475371" cy="6858000"/>
            <a:chOff x="0" y="0"/>
            <a:chExt cx="3475371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2575775" cy="685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hlinkClick r:id="rId2" action="ppaction://hlinksldjump"/>
            </p:cNvPr>
            <p:cNvSpPr/>
            <p:nvPr/>
          </p:nvSpPr>
          <p:spPr>
            <a:xfrm>
              <a:off x="99811" y="566670"/>
              <a:ext cx="2343955" cy="6181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Deen</a:t>
              </a:r>
              <a:r>
                <a:rPr lang="en-US" dirty="0" smtClean="0"/>
                <a:t>, literal meaning</a:t>
              </a:r>
              <a:endParaRPr lang="en-US" dirty="0"/>
            </a:p>
          </p:txBody>
        </p:sp>
        <p:sp>
          <p:nvSpPr>
            <p:cNvPr id="6" name="Rectangle 5">
              <a:hlinkClick r:id="rId3" action="ppaction://hlinksldjump"/>
            </p:cNvPr>
            <p:cNvSpPr/>
            <p:nvPr/>
          </p:nvSpPr>
          <p:spPr>
            <a:xfrm>
              <a:off x="99811" y="1447263"/>
              <a:ext cx="2343955" cy="6181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Terminological meaning of </a:t>
              </a:r>
              <a:r>
                <a:rPr lang="en-US" dirty="0" err="1" smtClean="0"/>
                <a:t>Deen</a:t>
              </a:r>
              <a:endParaRPr lang="en-US" dirty="0"/>
            </a:p>
          </p:txBody>
        </p:sp>
        <p:sp>
          <p:nvSpPr>
            <p:cNvPr id="7" name="Rectangle 6">
              <a:hlinkClick r:id="rId4" action="ppaction://hlinksldjump"/>
            </p:cNvPr>
            <p:cNvSpPr/>
            <p:nvPr/>
          </p:nvSpPr>
          <p:spPr>
            <a:xfrm>
              <a:off x="99811" y="2370249"/>
              <a:ext cx="2343955" cy="6181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Types of </a:t>
              </a:r>
              <a:r>
                <a:rPr lang="en-US" dirty="0" err="1" smtClean="0"/>
                <a:t>Deen</a:t>
              </a:r>
              <a:endParaRPr lang="en-US" dirty="0"/>
            </a:p>
          </p:txBody>
        </p:sp>
        <p:sp>
          <p:nvSpPr>
            <p:cNvPr id="8" name="Rectangle 7">
              <a:hlinkClick r:id="rId5" action="ppaction://hlinksldjump"/>
            </p:cNvPr>
            <p:cNvSpPr/>
            <p:nvPr/>
          </p:nvSpPr>
          <p:spPr>
            <a:xfrm>
              <a:off x="99811" y="3250842"/>
              <a:ext cx="2343955" cy="6181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Madhab</a:t>
              </a:r>
              <a:r>
                <a:rPr lang="en-US" dirty="0" smtClean="0"/>
                <a:t>, literal meaning</a:t>
              </a:r>
              <a:endParaRPr lang="en-US" dirty="0"/>
            </a:p>
          </p:txBody>
        </p:sp>
        <p:sp>
          <p:nvSpPr>
            <p:cNvPr id="9" name="Rectangle 8">
              <a:hlinkClick r:id="rId6" action="ppaction://hlinksldjump"/>
            </p:cNvPr>
            <p:cNvSpPr/>
            <p:nvPr/>
          </p:nvSpPr>
          <p:spPr>
            <a:xfrm>
              <a:off x="99811" y="5054421"/>
              <a:ext cx="2343955" cy="6181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Component of </a:t>
              </a:r>
              <a:r>
                <a:rPr lang="en-US" dirty="0" err="1" smtClean="0"/>
                <a:t>Madhab</a:t>
              </a:r>
              <a:endParaRPr lang="en-US" dirty="0"/>
            </a:p>
          </p:txBody>
        </p:sp>
        <p:sp>
          <p:nvSpPr>
            <p:cNvPr id="10" name="Rectangle 9">
              <a:hlinkClick r:id="rId7" action="ppaction://hlinksldjump"/>
            </p:cNvPr>
            <p:cNvSpPr/>
            <p:nvPr/>
          </p:nvSpPr>
          <p:spPr>
            <a:xfrm>
              <a:off x="99811" y="4131435"/>
              <a:ext cx="2343955" cy="6181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Terminological meaning of </a:t>
              </a:r>
              <a:r>
                <a:rPr lang="en-US" dirty="0" err="1" smtClean="0"/>
                <a:t>Madhab</a:t>
              </a:r>
              <a:endParaRPr lang="en-US" dirty="0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922711" y="161628"/>
              <a:ext cx="552660" cy="357312"/>
              <a:chOff x="3145133" y="1826695"/>
              <a:chExt cx="552660" cy="357312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3145134" y="1826695"/>
                <a:ext cx="552659" cy="7244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3145134" y="1962431"/>
                <a:ext cx="552659" cy="7244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3145133" y="2111564"/>
                <a:ext cx="552659" cy="7244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Rectangle 18">
              <a:hlinkClick r:id="" action="ppaction://noaction"/>
            </p:cNvPr>
            <p:cNvSpPr/>
            <p:nvPr/>
          </p:nvSpPr>
          <p:spPr>
            <a:xfrm>
              <a:off x="115909" y="5952594"/>
              <a:ext cx="2343955" cy="61818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Difference between </a:t>
              </a:r>
              <a:r>
                <a:rPr lang="en-US" dirty="0" err="1" smtClean="0"/>
                <a:t>deen</a:t>
              </a:r>
              <a:r>
                <a:rPr lang="en-US" dirty="0" smtClean="0"/>
                <a:t> and </a:t>
              </a:r>
              <a:r>
                <a:rPr lang="en-US" dirty="0" err="1" smtClean="0"/>
                <a:t>Madhab</a:t>
              </a:r>
              <a:endParaRPr lang="en-US"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125028" y="698968"/>
            <a:ext cx="58347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 smtClean="0"/>
              <a:t>Deen</a:t>
            </a:r>
            <a:r>
              <a:rPr lang="en-US" sz="5400" dirty="0" smtClean="0"/>
              <a:t> (</a:t>
            </a:r>
            <a:r>
              <a:rPr lang="" sz="5400" dirty="0" smtClean="0"/>
              <a:t>دین</a:t>
            </a:r>
            <a:r>
              <a:rPr lang="en-US" sz="5400" dirty="0" smtClean="0"/>
              <a:t>) </a:t>
            </a:r>
          </a:p>
          <a:p>
            <a:pPr algn="ctr"/>
            <a:r>
              <a:rPr lang="en-US" sz="5400" dirty="0" smtClean="0"/>
              <a:t>&amp; </a:t>
            </a:r>
          </a:p>
          <a:p>
            <a:pPr algn="ctr"/>
            <a:r>
              <a:rPr lang="en-US" sz="5400" dirty="0" err="1" smtClean="0"/>
              <a:t>Madhab</a:t>
            </a:r>
            <a:r>
              <a:rPr lang="en-US" sz="5400" dirty="0" smtClean="0"/>
              <a:t> (</a:t>
            </a:r>
            <a:r>
              <a:rPr lang="" sz="5400" dirty="0" smtClean="0"/>
              <a:t>مذہب</a:t>
            </a:r>
            <a:r>
              <a:rPr lang="en-US" sz="5400" dirty="0" smtClean="0"/>
              <a:t>)</a:t>
            </a:r>
            <a:endParaRPr lang="en-US" sz="5400" dirty="0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6720114" y="3409349"/>
            <a:ext cx="5239657" cy="196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hevron 19">
            <a:hlinkClick r:id="rId8" action="ppaction://hlinksldjump"/>
          </p:cNvPr>
          <p:cNvSpPr/>
          <p:nvPr/>
        </p:nvSpPr>
        <p:spPr>
          <a:xfrm flipH="1">
            <a:off x="11379200" y="6096000"/>
            <a:ext cx="580571" cy="420914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30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0.20782 0.01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91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0 L 0.2112 0.0111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6000" dirty="0" smtClean="0">
                <a:latin typeface="Arial Black" panose="020B0A04020102020204" pitchFamily="34" charset="0"/>
              </a:rPr>
              <a:t>Literal Meaning</a:t>
            </a:r>
            <a:endParaRPr lang="en-US" sz="6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1" y="2469569"/>
            <a:ext cx="9619445" cy="2772132"/>
          </a:xfrm>
        </p:spPr>
        <p:txBody>
          <a:bodyPr/>
          <a:lstStyle/>
          <a:p>
            <a:r>
              <a:rPr lang="en-US" dirty="0" err="1" smtClean="0"/>
              <a:t>Deen</a:t>
            </a:r>
            <a:r>
              <a:rPr lang="en-US" dirty="0" smtClean="0"/>
              <a:t> is an Arabic word.</a:t>
            </a:r>
          </a:p>
          <a:p>
            <a:endParaRPr lang="en-US" dirty="0" smtClean="0"/>
          </a:p>
          <a:p>
            <a:r>
              <a:rPr lang="en-US" dirty="0" smtClean="0"/>
              <a:t>The word is used 95 times in the Holy Quran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literal meaning of </a:t>
            </a:r>
            <a:r>
              <a:rPr lang="en-US" dirty="0" err="1"/>
              <a:t>Deen</a:t>
            </a:r>
            <a:r>
              <a:rPr lang="en-US" dirty="0"/>
              <a:t> is obedience and reward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hevron 3">
            <a:hlinkClick r:id="rId2" action="ppaction://hlinksldjump"/>
          </p:cNvPr>
          <p:cNvSpPr/>
          <p:nvPr/>
        </p:nvSpPr>
        <p:spPr>
          <a:xfrm flipH="1">
            <a:off x="11379200" y="6096000"/>
            <a:ext cx="580571" cy="420914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76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93184"/>
            <a:ext cx="12192000" cy="1523262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word </a:t>
            </a:r>
            <a:r>
              <a:rPr lang="en-US" dirty="0" smtClean="0">
                <a:latin typeface="Arial Black" panose="020B0A04020102020204" pitchFamily="34" charset="0"/>
              </a:rPr>
              <a:t>“</a:t>
            </a:r>
            <a:r>
              <a:rPr lang="en-US" b="1" dirty="0" err="1" smtClean="0">
                <a:latin typeface="Arial Black" panose="020B0A04020102020204" pitchFamily="34" charset="0"/>
              </a:rPr>
              <a:t>Deen</a:t>
            </a:r>
            <a:r>
              <a:rPr lang="en-US" b="1" dirty="0" smtClean="0">
                <a:latin typeface="Arial Black" panose="020B0A04020102020204" pitchFamily="34" charset="0"/>
              </a:rPr>
              <a:t>”</a:t>
            </a:r>
            <a:r>
              <a:rPr lang="en-US" dirty="0" smtClean="0"/>
              <a:t> </a:t>
            </a:r>
            <a:r>
              <a:rPr lang="en-US" dirty="0"/>
              <a:t>in the Arabic language </a:t>
            </a:r>
            <a:r>
              <a:rPr lang="en-US" dirty="0" smtClean="0"/>
              <a:t>provides </a:t>
            </a:r>
            <a:r>
              <a:rPr lang="en-US" dirty="0"/>
              <a:t>four basic concepts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0" y="1825624"/>
          <a:ext cx="12192000" cy="5032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hevron 4">
            <a:hlinkClick r:id="rId7" action="ppaction://hlinksldjump"/>
          </p:cNvPr>
          <p:cNvSpPr/>
          <p:nvPr/>
        </p:nvSpPr>
        <p:spPr>
          <a:xfrm flipH="1">
            <a:off x="11379200" y="6096000"/>
            <a:ext cx="580571" cy="420914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54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Terminological Meaning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33236"/>
            <a:ext cx="12192000" cy="5686022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Its </a:t>
            </a:r>
            <a:r>
              <a:rPr lang="en-US" dirty="0"/>
              <a:t>terminological meaning is following and obeying the commandments of Allah </a:t>
            </a:r>
            <a:r>
              <a:rPr lang="en-US" dirty="0" err="1"/>
              <a:t>Ta'ala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word </a:t>
            </a:r>
            <a:r>
              <a:rPr lang="en-US" dirty="0" err="1"/>
              <a:t>Deen</a:t>
            </a:r>
            <a:r>
              <a:rPr lang="en-US" dirty="0"/>
              <a:t> in the Arabic language is used for all religions such as Judaism, Christianity or other polytheistic religions, and it is stated that the only </a:t>
            </a:r>
            <a:r>
              <a:rPr lang="en-US" dirty="0" err="1"/>
              <a:t>Deen</a:t>
            </a:r>
            <a:r>
              <a:rPr lang="" dirty="0"/>
              <a:t> </a:t>
            </a:r>
            <a:r>
              <a:rPr lang="en-US" dirty="0"/>
              <a:t> desired by Allah in all religions is Islam and On the Day of Judgment, Allah will not accept any religion other than Islam.</a:t>
            </a:r>
          </a:p>
          <a:p>
            <a:r>
              <a:rPr lang="en-US" dirty="0"/>
              <a:t>Allah says in the Holy Qur'an:</a:t>
            </a:r>
          </a:p>
          <a:p>
            <a:pPr algn="r" rtl="1"/>
            <a:r>
              <a:rPr lang="ar-SA" dirty="0"/>
              <a:t>إِنَّ الدِّينَ عِندَ اللّهِ الْإِسْلاَمُ.</a:t>
            </a:r>
            <a:r>
              <a:rPr lang="en-US" dirty="0"/>
              <a:t> (3:19)</a:t>
            </a:r>
          </a:p>
          <a:p>
            <a:pPr algn="r" rtl="1"/>
            <a:endParaRPr lang="en-US" dirty="0"/>
          </a:p>
          <a:p>
            <a:pPr marL="0" indent="0">
              <a:buNone/>
            </a:pPr>
            <a:r>
              <a:rPr lang="en-US" dirty="0" smtClean="0"/>
              <a:t>“Indeed</a:t>
            </a:r>
            <a:r>
              <a:rPr lang="en-US" dirty="0"/>
              <a:t>, the religion in the sight of Allah is Islam</a:t>
            </a:r>
            <a:r>
              <a:rPr lang="en-US" dirty="0" smtClean="0"/>
              <a:t>.”</a:t>
            </a:r>
            <a:endParaRPr lang="en-US" dirty="0"/>
          </a:p>
          <a:p>
            <a:r>
              <a:rPr lang="en-US" dirty="0"/>
              <a:t>He further said:</a:t>
            </a:r>
          </a:p>
          <a:p>
            <a:pPr algn="r" rtl="1"/>
            <a:r>
              <a:rPr lang="ar-SA" dirty="0"/>
              <a:t>وَمَن يَبْتَغِ غَيْرَ الْإِسْلاَمِ دِينًا فَلَن يُقْبَلَ مِنْهُ وَهُوَ فِي الْآخِرَةِ مِنَ الْخَاسِرِينَ.</a:t>
            </a:r>
            <a:r>
              <a:rPr lang="en-US" dirty="0"/>
              <a:t> (3:85)</a:t>
            </a:r>
          </a:p>
          <a:p>
            <a:pPr algn="r" rtl="1"/>
            <a:endParaRPr lang="en-US" dirty="0"/>
          </a:p>
          <a:p>
            <a:pPr marL="0" indent="0">
              <a:buNone/>
            </a:pPr>
            <a:r>
              <a:rPr lang="en-US" dirty="0" smtClean="0"/>
              <a:t>“And </a:t>
            </a:r>
            <a:r>
              <a:rPr lang="en-US" dirty="0"/>
              <a:t>whoever desires other than Islam as religion - never will it be accepted from him, and he, in the Hereafter, will be among the losers</a:t>
            </a:r>
            <a:r>
              <a:rPr lang="en-US" dirty="0" smtClean="0"/>
              <a:t>.”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definition of religion in </a:t>
            </a:r>
            <a:r>
              <a:rPr lang="en-US" dirty="0" err="1"/>
              <a:t>Sahih</a:t>
            </a:r>
            <a:r>
              <a:rPr lang="en-US" dirty="0"/>
              <a:t> </a:t>
            </a:r>
            <a:r>
              <a:rPr lang="en-US" dirty="0" err="1"/>
              <a:t>Bukhari</a:t>
            </a:r>
            <a:r>
              <a:rPr lang="en-US" dirty="0"/>
              <a:t> is as follows:</a:t>
            </a:r>
          </a:p>
          <a:p>
            <a:endParaRPr lang="en-US" dirty="0"/>
          </a:p>
          <a:p>
            <a:pPr algn="r" rtl="1"/>
            <a:r>
              <a:rPr lang="ar-SA" dirty="0"/>
              <a:t>اَلدِّيْنُ : الْجَزَاءُ فِي الْخَيْرِ وَ الشَّرِّ.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"Religion is the name of reward for good and evil</a:t>
            </a:r>
            <a:r>
              <a:rPr lang="en-US" dirty="0" smtClean="0"/>
              <a:t>.”</a:t>
            </a:r>
            <a:endParaRPr lang="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Chevron 3">
            <a:hlinkClick r:id="rId2" action="ppaction://hlinksldjump"/>
          </p:cNvPr>
          <p:cNvSpPr/>
          <p:nvPr/>
        </p:nvSpPr>
        <p:spPr>
          <a:xfrm flipH="1">
            <a:off x="11567886" y="6516914"/>
            <a:ext cx="624114" cy="341086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75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sz="6000" dirty="0" smtClean="0">
                <a:latin typeface="Arial Black" panose="020B0A04020102020204" pitchFamily="34" charset="0"/>
              </a:rPr>
              <a:t>Types of </a:t>
            </a:r>
            <a:r>
              <a:rPr lang="en-US" sz="6000" dirty="0" err="1" smtClean="0">
                <a:latin typeface="Arial Black" panose="020B0A04020102020204" pitchFamily="34" charset="0"/>
              </a:rPr>
              <a:t>Deen</a:t>
            </a:r>
            <a:endParaRPr lang="en-US" sz="6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 err="1" smtClean="0"/>
              <a:t>Deen</a:t>
            </a:r>
            <a:r>
              <a:rPr lang="en-US" dirty="0" smtClean="0"/>
              <a:t> </a:t>
            </a:r>
            <a:r>
              <a:rPr lang="en-US" dirty="0" err="1" smtClean="0"/>
              <a:t>ul</a:t>
            </a:r>
            <a:r>
              <a:rPr lang="en-US" dirty="0" smtClean="0"/>
              <a:t> Allah </a:t>
            </a:r>
            <a:r>
              <a:rPr lang="" dirty="0" smtClean="0"/>
              <a:t>(دین اللہ)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dirty="0" err="1"/>
              <a:t>Deen</a:t>
            </a:r>
            <a:r>
              <a:rPr lang="en-US" dirty="0"/>
              <a:t> 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smtClean="0"/>
              <a:t>Malik </a:t>
            </a:r>
            <a:r>
              <a:rPr lang="" dirty="0" smtClean="0"/>
              <a:t>(دین الملک)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dirty="0" err="1" smtClean="0"/>
              <a:t>Deen</a:t>
            </a:r>
            <a:r>
              <a:rPr lang="en-US" dirty="0" smtClean="0"/>
              <a:t> a </a:t>
            </a:r>
            <a:r>
              <a:rPr lang="en-US" dirty="0" err="1" smtClean="0"/>
              <a:t>Jamhoor</a:t>
            </a:r>
            <a:r>
              <a:rPr lang="en-US" dirty="0" smtClean="0"/>
              <a:t> </a:t>
            </a:r>
            <a:r>
              <a:rPr lang="" dirty="0" smtClean="0"/>
              <a:t>(دین جمہور)</a:t>
            </a:r>
            <a:endParaRPr lang="en-US" dirty="0"/>
          </a:p>
        </p:txBody>
      </p:sp>
      <p:sp>
        <p:nvSpPr>
          <p:cNvPr id="4" name="Chevron 3">
            <a:hlinkClick r:id="rId2" action="ppaction://hlinksldjump"/>
          </p:cNvPr>
          <p:cNvSpPr/>
          <p:nvPr/>
        </p:nvSpPr>
        <p:spPr>
          <a:xfrm flipH="1">
            <a:off x="11353800" y="6313714"/>
            <a:ext cx="638629" cy="442686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07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>
            <a:noAutofit/>
          </a:bodyPr>
          <a:lstStyle/>
          <a:p>
            <a:pPr algn="ctr"/>
            <a:r>
              <a:rPr lang="en-US" sz="6000" dirty="0" smtClean="0">
                <a:latin typeface="Arial Black" panose="020B0A04020102020204" pitchFamily="34" charset="0"/>
              </a:rPr>
              <a:t>Literal meaning of </a:t>
            </a:r>
            <a:r>
              <a:rPr lang="en-US" sz="6000" dirty="0" err="1" smtClean="0">
                <a:latin typeface="Arial Black" panose="020B0A04020102020204" pitchFamily="34" charset="0"/>
              </a:rPr>
              <a:t>Madhab</a:t>
            </a:r>
            <a:endParaRPr lang="en-US" sz="6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“</a:t>
            </a:r>
            <a:r>
              <a:rPr lang="en-US" dirty="0" err="1"/>
              <a:t>Madhab</a:t>
            </a:r>
            <a:r>
              <a:rPr lang="en-US" dirty="0"/>
              <a:t>" has never been used for Islam in the entire collection of Quran and </a:t>
            </a:r>
            <a:r>
              <a:rPr lang="en-US" dirty="0" smtClean="0"/>
              <a:t>Hadith</a:t>
            </a:r>
            <a:r>
              <a:rPr lang="en-US" dirty="0"/>
              <a:t>.</a:t>
            </a:r>
            <a:endParaRPr lang="en-US" dirty="0" smtClean="0"/>
          </a:p>
          <a:p>
            <a:endParaRPr lang="" dirty="0"/>
          </a:p>
          <a:p>
            <a:r>
              <a:rPr lang="en-US" dirty="0"/>
              <a:t>It is derived from the Arabic word "</a:t>
            </a:r>
            <a:r>
              <a:rPr lang="ar-SA" dirty="0"/>
              <a:t>ذ-ھ-ب</a:t>
            </a:r>
            <a:r>
              <a:rPr lang="en-US" dirty="0"/>
              <a:t>", which means to go (walk) or pass.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literal meaning of </a:t>
            </a:r>
            <a:r>
              <a:rPr lang="" dirty="0"/>
              <a:t>‏</a:t>
            </a:r>
            <a:r>
              <a:rPr lang="en-US" dirty="0" err="1"/>
              <a:t>Madhab</a:t>
            </a:r>
            <a:r>
              <a:rPr lang="en-US" dirty="0"/>
              <a:t> </a:t>
            </a:r>
            <a:r>
              <a:rPr lang="en-US" dirty="0" smtClean="0"/>
              <a:t>are method</a:t>
            </a:r>
            <a:r>
              <a:rPr lang="en-US" dirty="0"/>
              <a:t>, belief and </a:t>
            </a:r>
            <a:r>
              <a:rPr lang="en-US" dirty="0" smtClean="0"/>
              <a:t>origin, path, </a:t>
            </a:r>
            <a:r>
              <a:rPr lang="en-US" dirty="0"/>
              <a:t>meaning the path to be followed.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hevron 3">
            <a:hlinkClick r:id="rId2" action="ppaction://hlinksldjump"/>
          </p:cNvPr>
          <p:cNvSpPr/>
          <p:nvPr/>
        </p:nvSpPr>
        <p:spPr>
          <a:xfrm flipH="1">
            <a:off x="11353800" y="6313714"/>
            <a:ext cx="638629" cy="442686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58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6000" dirty="0" smtClean="0">
                <a:latin typeface="Arial Black" panose="020B0A04020102020204" pitchFamily="34" charset="0"/>
              </a:rPr>
              <a:t>Terminological Meaning </a:t>
            </a:r>
            <a:endParaRPr lang="en-US" sz="6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instructions, procedures or ways related to a particular field of life are called </a:t>
            </a:r>
            <a:r>
              <a:rPr lang="en-US" b="1" i="1" dirty="0" smtClean="0"/>
              <a:t>“</a:t>
            </a:r>
            <a:r>
              <a:rPr lang="en-US" b="1" i="1" dirty="0" err="1" smtClean="0"/>
              <a:t>Madhab</a:t>
            </a:r>
            <a:r>
              <a:rPr lang="en-US" b="1" i="1" dirty="0" smtClean="0"/>
              <a:t>” </a:t>
            </a:r>
            <a:r>
              <a:rPr lang="en-US" dirty="0"/>
              <a:t>in Arabic language.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Just </a:t>
            </a:r>
            <a:r>
              <a:rPr lang="en-US" dirty="0"/>
              <a:t>as the light of the jurisprudence opinions of the jurists was divided into jurisprudential groups, they were named jurisprudential </a:t>
            </a:r>
            <a:r>
              <a:rPr lang="en-US" dirty="0" err="1"/>
              <a:t>Madhab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Based on the opinions of eminent scholars, a number of jurisprudential </a:t>
            </a:r>
            <a:r>
              <a:rPr lang="en-US" dirty="0" err="1" smtClean="0"/>
              <a:t>Madhab</a:t>
            </a:r>
            <a:r>
              <a:rPr lang="en-US" dirty="0" smtClean="0"/>
              <a:t> came into being. </a:t>
            </a:r>
            <a:endParaRPr lang="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Imams </a:t>
            </a:r>
            <a:r>
              <a:rPr lang="en-US" dirty="0"/>
              <a:t>of Islam, the word </a:t>
            </a:r>
            <a:r>
              <a:rPr lang="en-US" dirty="0" err="1"/>
              <a:t>Madhab</a:t>
            </a:r>
            <a:r>
              <a:rPr lang="en-US" dirty="0"/>
              <a:t> is used in the sense of "opinion or creed".</a:t>
            </a:r>
            <a:endParaRPr lang="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Chevron 3">
            <a:hlinkClick r:id="rId2" action="ppaction://hlinksldjump"/>
          </p:cNvPr>
          <p:cNvSpPr/>
          <p:nvPr/>
        </p:nvSpPr>
        <p:spPr>
          <a:xfrm flipH="1">
            <a:off x="11353800" y="6313714"/>
            <a:ext cx="638629" cy="442686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7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sz="6000" dirty="0" smtClean="0">
                <a:latin typeface="Arial Black" panose="020B0A04020102020204" pitchFamily="34" charset="0"/>
              </a:rPr>
              <a:t>Components of </a:t>
            </a:r>
            <a:r>
              <a:rPr lang="en-US" sz="6000" dirty="0" err="1" smtClean="0">
                <a:latin typeface="Arial Black" panose="020B0A04020102020204" pitchFamily="34" charset="0"/>
              </a:rPr>
              <a:t>Madhab</a:t>
            </a:r>
            <a:endParaRPr lang="en-US" sz="6000" dirty="0">
              <a:latin typeface="Arial Black" panose="020B0A040201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hevron 4">
            <a:hlinkClick r:id="" action="ppaction://noaction"/>
          </p:cNvPr>
          <p:cNvSpPr/>
          <p:nvPr/>
        </p:nvSpPr>
        <p:spPr>
          <a:xfrm flipH="1">
            <a:off x="11353800" y="6313714"/>
            <a:ext cx="638629" cy="442686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6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861</Words>
  <Application>Microsoft Office PowerPoint</Application>
  <PresentationFormat>Widescreen</PresentationFormat>
  <Paragraphs>145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Five (5) Areas of Islam </vt:lpstr>
      <vt:lpstr>PowerPoint Presentation</vt:lpstr>
      <vt:lpstr> ETYMOLOGY </vt:lpstr>
      <vt:lpstr>Definition of Religion</vt:lpstr>
      <vt:lpstr> Different Religion </vt:lpstr>
      <vt:lpstr>The Purpose of Religion</vt:lpstr>
      <vt:lpstr>PowerPoint Presentation</vt:lpstr>
      <vt:lpstr>Literal Meaning</vt:lpstr>
      <vt:lpstr>The word “Deen” in the Arabic language provides four basic concepts </vt:lpstr>
      <vt:lpstr>Terminological Meaning</vt:lpstr>
      <vt:lpstr>Types of Deen</vt:lpstr>
      <vt:lpstr>Literal meaning of Madhab</vt:lpstr>
      <vt:lpstr>Terminological Meaning </vt:lpstr>
      <vt:lpstr>Components of Madhab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sobia ali</dc:creator>
  <cp:lastModifiedBy>sobia ali</cp:lastModifiedBy>
  <cp:revision>2</cp:revision>
  <dcterms:created xsi:type="dcterms:W3CDTF">2023-01-24T01:03:50Z</dcterms:created>
  <dcterms:modified xsi:type="dcterms:W3CDTF">2023-01-24T01:05:43Z</dcterms:modified>
</cp:coreProperties>
</file>